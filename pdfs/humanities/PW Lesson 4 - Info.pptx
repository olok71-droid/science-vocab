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9144000" cx="6858000"/>
  <p:notesSz cx="6858000" cy="9144000"/>
  <p:embeddedFontLst>
    <p:embeddedFont>
      <p:font typeface="Poppins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747775"/>
          </p15:clr>
        </p15:guide>
        <p15:guide id="2" pos="21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Poppins-italic.fntdata"/><Relationship Id="rId10" Type="http://schemas.openxmlformats.org/officeDocument/2006/relationships/font" Target="fonts/Poppins-bold.fntdata"/><Relationship Id="rId12" Type="http://schemas.openxmlformats.org/officeDocument/2006/relationships/font" Target="fonts/Poppins-boldItalic.fntdata"/><Relationship Id="rId9" Type="http://schemas.openxmlformats.org/officeDocument/2006/relationships/font" Target="fonts/Poppi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f6b4ce89_1_40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f6b4ce89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bf6b4ce89_1_26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7bf6b4ce89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bfac6f3e8_0_0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bfac6f3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33781" y="1323689"/>
            <a:ext cx="6390300" cy="364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33775" y="5038444"/>
            <a:ext cx="6390300" cy="14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33775" y="3823733"/>
            <a:ext cx="6390300" cy="149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33775" y="791156"/>
            <a:ext cx="63903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33775" y="2048844"/>
            <a:ext cx="63903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33775" y="791156"/>
            <a:ext cx="63903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33775" y="2048844"/>
            <a:ext cx="30000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624300" y="2048844"/>
            <a:ext cx="30000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33775" y="791156"/>
            <a:ext cx="63903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33775" y="987733"/>
            <a:ext cx="2106000" cy="13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33775" y="2470400"/>
            <a:ext cx="2106000" cy="56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67688" y="800267"/>
            <a:ext cx="4776000" cy="727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429000" y="-222"/>
            <a:ext cx="3429000" cy="91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99125" y="2192311"/>
            <a:ext cx="3033900" cy="26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99125" y="4983244"/>
            <a:ext cx="3033900" cy="21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3704625" y="1287244"/>
            <a:ext cx="2877900" cy="656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33775" y="7521022"/>
            <a:ext cx="4499100" cy="10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33775" y="1966444"/>
            <a:ext cx="6390300" cy="349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33775" y="5603956"/>
            <a:ext cx="63903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33775" y="791156"/>
            <a:ext cx="63903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33775" y="2048844"/>
            <a:ext cx="63903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36425" y="668700"/>
            <a:ext cx="5033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Volcanoes can erupt in very different ways depending on several key stages in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volcanic process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plate boundaries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where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Earth’s crust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moving,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magma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rises slowly to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surface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This magma can be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runny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allowing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escape gently, producing safe eruptions like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Mauna Loa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Hawaii. In contrast, sticky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magma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traps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builds up enormous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pressure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causing violent eruptions, as seen at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St. Helens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the USA or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Vesuvius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Italy.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34250" y="104425"/>
            <a:ext cx="66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Volcanoes 101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6015" l="9645" r="17891" t="0"/>
          <a:stretch/>
        </p:blipFill>
        <p:spPr>
          <a:xfrm>
            <a:off x="5294283" y="561425"/>
            <a:ext cx="1426830" cy="763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4">
            <a:alphaModFix/>
          </a:blip>
          <a:srcRect b="5616" l="9511" r="17719" t="0"/>
          <a:stretch/>
        </p:blipFill>
        <p:spPr>
          <a:xfrm>
            <a:off x="5293821" y="1519935"/>
            <a:ext cx="1409593" cy="75426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2308189" y="6709525"/>
            <a:ext cx="4425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But when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magma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thick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sticky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becomes trapped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pressure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builds. This makes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violent, blasting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ash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dust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rock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into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air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The eruption materials can collapse and race down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volcano’s slopes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pyroclastic flows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destroying everything in their path, as seen at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Vesuvius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Italy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St. Helens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the USA. By looking at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magma type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pressure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 style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pyroclastic flows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we can explain why some eruptions are gentle, like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Mauna Loa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while others are deadly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40888" y="4511125"/>
            <a:ext cx="4425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"Not all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volcanoes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are equally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dangerous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because the stages of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volcanic process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determine how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happen. When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magma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thin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runny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escapes easily,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are gentle, producing safe lava flows. For example,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Mauna Loa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Hawaii has repeated gentle eruptions. In contrast, sticky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magma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traps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building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pressure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that can cause explosive eruptions, like those at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Vesuvius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Italy or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Pinatubo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the Philippines, which can be deadly for nearby communities."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688663" y="2497513"/>
            <a:ext cx="5033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When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pressure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released suddenly,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can be extremely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violent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These eruptions throw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ash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dust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rock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high into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air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sometimes reaching several kilometres. Occasionally, the erupted material collapses and races down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volcano’s slopes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pyroclastic flows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one of the most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dangerous parts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of a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volcanic eruption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Examples include the deadly 1902 eruption of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Pelée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Martinique and the catastrophic 1980 eruption of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St. Helens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the USA, which destroyed surrounding forests and communities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713" y="2650269"/>
            <a:ext cx="1541600" cy="154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66334" y="4897025"/>
            <a:ext cx="2137078" cy="14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4441" y="7012763"/>
            <a:ext cx="2137073" cy="1425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/>
        </p:nvSpPr>
        <p:spPr>
          <a:xfrm>
            <a:off x="136425" y="668700"/>
            <a:ext cx="5033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Volcanoes can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different ways depending on the main stages of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volcanic process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plate boundaries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where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Earth’s crust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constantly moving,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magma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slowly rises to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surface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If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magma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runny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escapes easily,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are gentle, like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Mauna Loa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Hawaii or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Kīlauea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Sticky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magma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traps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building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pressure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causing violent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such as at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St. Helens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the USA or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Vesuvius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Italy, which can destroy nearby towns and forests.</a:t>
            </a:r>
            <a:endParaRPr sz="1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34250" y="104425"/>
            <a:ext cx="66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Volcanoes 101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 rotWithShape="1">
          <a:blip r:embed="rId3">
            <a:alphaModFix/>
          </a:blip>
          <a:srcRect b="6015" l="9645" r="17891" t="0"/>
          <a:stretch/>
        </p:blipFill>
        <p:spPr>
          <a:xfrm>
            <a:off x="5294283" y="561425"/>
            <a:ext cx="1426830" cy="763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 rotWithShape="1">
          <a:blip r:embed="rId4">
            <a:alphaModFix/>
          </a:blip>
          <a:srcRect b="5616" l="9511" r="17719" t="0"/>
          <a:stretch/>
        </p:blipFill>
        <p:spPr>
          <a:xfrm>
            <a:off x="5293821" y="1519935"/>
            <a:ext cx="1409593" cy="75426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/>
        </p:nvSpPr>
        <p:spPr>
          <a:xfrm>
            <a:off x="2308189" y="6709525"/>
            <a:ext cx="4425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When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magma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thick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sticky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trapped,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pressure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builds over time. This makes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very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violent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blasting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ash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dust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rock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high into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air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The eruption material can collapse and race down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volcano’s slopes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pyroclastic flows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destroying everything in its path. Examples include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Vesuvius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79 AD,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St. Helens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1980,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Pelée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1902. Studying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magma type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pressure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 style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pyroclastic flows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helps explain why some eruptions are gentle while others are deadly.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140888" y="4511125"/>
            <a:ext cx="4425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 all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volcanoes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are equally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dangerous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because the stages of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volcanic process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affect how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happen. When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magma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thin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runny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escapes easily,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are gentle, such as the frequent lava flows at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Mauna Loa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Hawaii or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Kīlauea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Sticky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magma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traps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builds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pressure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which can cause explosive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like those at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Vesuvius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Italy,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Pinatubo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the Philippines, or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St. Helens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the USA, which can destroy towns and forests nearby.</a:t>
            </a:r>
            <a:endParaRPr sz="1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1688663" y="2497513"/>
            <a:ext cx="5033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When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pressure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released quickly,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can be very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violent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They throw out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ash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dust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rock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high into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air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sometimes reaching several kilometres. Occasionally, the erupted material collapses and races down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volcano’s slopes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pyroclastic flows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one of the most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dangerous parts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of an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Examples include the deadly 1902 eruption of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Pelée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Martinique, the 1980 eruption of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St. Helens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the USA, and the 79 AD eruption of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Vesuvius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Italy, which destroyed towns and forests nearby.</a:t>
            </a:r>
            <a:endParaRPr sz="17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713" y="2650269"/>
            <a:ext cx="1541600" cy="154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66334" y="4897025"/>
            <a:ext cx="2137078" cy="14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4441" y="7012763"/>
            <a:ext cx="2137073" cy="1425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03675" y="130300"/>
            <a:ext cx="400200" cy="4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/>
        </p:nvSpPr>
        <p:spPr>
          <a:xfrm>
            <a:off x="134250" y="104425"/>
            <a:ext cx="66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Types of volcanoes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134250" y="504625"/>
            <a:ext cx="40731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Shield volcanoes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are made only of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lava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which is thin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runny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This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lava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flows quickly, spreading over long distances before it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cools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so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has a wide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base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gentle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slopes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lava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usually escapes through one large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vent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allowing lots of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lava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reach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surface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Shield volcanoes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are found at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constructive plate boundaries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have gentle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do not produce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volcanic bombs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An example of a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shield volcano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Mauna Loa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Hawaii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" name="Google Shape;8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7346" y="870314"/>
            <a:ext cx="2526979" cy="13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2784900" y="2607925"/>
            <a:ext cx="40731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Composite volcanoes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are found at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destructive plate boundaries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have very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violent eruptions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which can throw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volcanic bombs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out of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vent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Their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lava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thick and sticky, like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treacle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moves slowly. This creates a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with a narrow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base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steep slopes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Lava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escapes through several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vents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parasitic cones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forming layers of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ash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lava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Lahars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or mudflows can occur when rain mixes with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ash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An example of a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composite volcano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</a:t>
            </a:r>
            <a:r>
              <a:rPr b="1" lang="en" sz="1350">
                <a:solidFill>
                  <a:srgbClr val="001D35"/>
                </a:solidFill>
                <a:highlight>
                  <a:srgbClr val="FFFFFF"/>
                </a:highlight>
              </a:rPr>
              <a:t>Mount Fuji</a:t>
            </a:r>
            <a:r>
              <a:rPr lang="en" sz="1350">
                <a:solidFill>
                  <a:srgbClr val="001D35"/>
                </a:solidFill>
                <a:highlight>
                  <a:srgbClr val="FFFFFF"/>
                </a:highlight>
              </a:rPr>
              <a:t> in </a:t>
            </a:r>
            <a:r>
              <a:rPr b="1" lang="en" sz="1350">
                <a:solidFill>
                  <a:srgbClr val="001D35"/>
                </a:solidFill>
                <a:highlight>
                  <a:srgbClr val="FFFFFF"/>
                </a:highlight>
              </a:rPr>
              <a:t>Japan.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" name="Google Shape;8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250" y="3065899"/>
            <a:ext cx="2526975" cy="130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4000" y="4659625"/>
            <a:ext cx="400200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/>
          <p:nvPr/>
        </p:nvSpPr>
        <p:spPr>
          <a:xfrm>
            <a:off x="134250" y="4895750"/>
            <a:ext cx="4073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Shield volcanoes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are made only of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lava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which is thin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runny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lava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flows quickly and spreads far before it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cools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so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has a wide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base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gentle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slopes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lava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comes out through one big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vent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so lots of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lava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reaches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surface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Shield volcanoes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are found at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constructive plate boundaries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have gentle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do not throw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volcanic bombs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 well-known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shield volcano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Mauna Loa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Hawaii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."</a:t>
            </a:r>
            <a:endParaRPr sz="17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0" name="Google Shape;9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7346" y="5261439"/>
            <a:ext cx="2526979" cy="13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 txBox="1"/>
          <p:nvPr/>
        </p:nvSpPr>
        <p:spPr>
          <a:xfrm>
            <a:off x="2784900" y="6999050"/>
            <a:ext cx="40731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Composite volcanoes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are found at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destructive plate boundaries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have very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violent eruptions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which can throw out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volcanic bombs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from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vent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lava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thick and sticky, like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treacle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moves slowly. This makes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have a narrow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base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steep slopes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Lava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comes out through several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vents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parasitic cones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forming layers of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ash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lava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Lahars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or mudflows, can happen when rain mixes with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ash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An example is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Fuji 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Japan.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2" name="Google Shape;9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250" y="7457024"/>
            <a:ext cx="2526975" cy="130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