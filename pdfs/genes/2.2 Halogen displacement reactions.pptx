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721" r:id="rId5"/>
    <p:sldMasterId id="214748373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Lexend Light"/>
      <p:regular r:id="rId17"/>
      <p:bold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Lexend Medium"/>
      <p:regular r:id="rId23"/>
      <p:bold r:id="rId24"/>
    </p:embeddedFont>
    <p:embeddedFont>
      <p:font typeface="ABeeZee"/>
      <p:regular r:id="rId25"/>
      <p:italic r:id="rId26"/>
    </p:embeddedFont>
    <p:embeddedFont>
      <p:font typeface="Lexend"/>
      <p:regular r:id="rId27"/>
      <p:bold r:id="rId28"/>
    </p:embeddedFont>
    <p:embeddedFont>
      <p:font typeface="Kalam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gIfLywrZehpZQ7R+JPFlrczWEM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Kalam-bold.fntdata"/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LexendMedium-bold.fntdata"/><Relationship Id="rId23" Type="http://schemas.openxmlformats.org/officeDocument/2006/relationships/font" Target="fonts/LexendMedium-regular.fntdata"/><Relationship Id="rId26" Type="http://schemas.openxmlformats.org/officeDocument/2006/relationships/font" Target="fonts/ABeeZee-italic.fntdata"/><Relationship Id="rId25" Type="http://schemas.openxmlformats.org/officeDocument/2006/relationships/font" Target="fonts/ABeeZee-regular.fntdata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29" Type="http://schemas.openxmlformats.org/officeDocument/2006/relationships/font" Target="fonts/Kalam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LexendLight-regular.fntdata"/><Relationship Id="rId16" Type="http://schemas.openxmlformats.org/officeDocument/2006/relationships/slide" Target="slides/slide9.xml"/><Relationship Id="rId19" Type="http://schemas.openxmlformats.org/officeDocument/2006/relationships/font" Target="fonts/Lato-regular.fntdata"/><Relationship Id="rId18" Type="http://schemas.openxmlformats.org/officeDocument/2006/relationships/font" Target="fonts/Lexend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3ea27ab3b42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3ea27ab3b42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7" name="Google Shape;17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4" name="Google Shape;17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2" name="Google Shape;17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4" name="Google Shape;17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1" name="Google Shape;17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3ea27ab3b42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3ea27ab3b42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5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5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9.png"/><Relationship Id="rId4" Type="http://schemas.openxmlformats.org/officeDocument/2006/relationships/image" Target="../media/image36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9.png"/><Relationship Id="rId4" Type="http://schemas.openxmlformats.org/officeDocument/2006/relationships/image" Target="../media/image42.png"/><Relationship Id="rId11" Type="http://schemas.openxmlformats.org/officeDocument/2006/relationships/image" Target="../media/image12.png"/><Relationship Id="rId10" Type="http://schemas.openxmlformats.org/officeDocument/2006/relationships/image" Target="../media/image50.png"/><Relationship Id="rId9" Type="http://schemas.openxmlformats.org/officeDocument/2006/relationships/image" Target="../media/image17.png"/><Relationship Id="rId5" Type="http://schemas.openxmlformats.org/officeDocument/2006/relationships/image" Target="../media/image36.png"/><Relationship Id="rId6" Type="http://schemas.openxmlformats.org/officeDocument/2006/relationships/image" Target="../media/image14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2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2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5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57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9.png"/><Relationship Id="rId4" Type="http://schemas.openxmlformats.org/officeDocument/2006/relationships/image" Target="../media/image36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9.png"/><Relationship Id="rId4" Type="http://schemas.openxmlformats.org/officeDocument/2006/relationships/image" Target="../media/image42.png"/><Relationship Id="rId11" Type="http://schemas.openxmlformats.org/officeDocument/2006/relationships/image" Target="../media/image12.png"/><Relationship Id="rId10" Type="http://schemas.openxmlformats.org/officeDocument/2006/relationships/image" Target="../media/image50.png"/><Relationship Id="rId9" Type="http://schemas.openxmlformats.org/officeDocument/2006/relationships/image" Target="../media/image17.png"/><Relationship Id="rId5" Type="http://schemas.openxmlformats.org/officeDocument/2006/relationships/image" Target="../media/image36.png"/><Relationship Id="rId6" Type="http://schemas.openxmlformats.org/officeDocument/2006/relationships/image" Target="../media/image14.png"/><Relationship Id="rId7" Type="http://schemas.openxmlformats.org/officeDocument/2006/relationships/image" Target="../media/image47.png"/><Relationship Id="rId8" Type="http://schemas.openxmlformats.org/officeDocument/2006/relationships/image" Target="../media/image18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0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0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0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4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4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4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25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png"/><Relationship Id="rId3" Type="http://schemas.openxmlformats.org/officeDocument/2006/relationships/image" Target="../media/image25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8.png"/><Relationship Id="rId3" Type="http://schemas.openxmlformats.org/officeDocument/2006/relationships/image" Target="../media/image25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" name="Google Shape;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25"/>
          <p:cNvPicPr preferRelativeResize="0"/>
          <p:nvPr/>
        </p:nvPicPr>
        <p:blipFill rotWithShape="1">
          <a:blip r:embed="rId3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2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6" name="Google Shape;2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25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" name="Google Shape;28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b="0" i="1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26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" name="Google Shape;32;p26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" name="Google Shape;33;p26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" name="Google Shape;34;p26"/>
          <p:cNvGrpSpPr/>
          <p:nvPr/>
        </p:nvGrpSpPr>
        <p:grpSpPr>
          <a:xfrm>
            <a:off x="2650916" y="1644416"/>
            <a:ext cx="1745271" cy="1430724"/>
            <a:chOff x="2642961" y="1644312"/>
            <a:chExt cx="1454635" cy="1195658"/>
          </a:xfrm>
        </p:grpSpPr>
        <p:pic>
          <p:nvPicPr>
            <p:cNvPr id="35" name="Google Shape;3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4"/>
                </a:srgbClr>
              </a:outerShdw>
            </a:effectLst>
          </p:spPr>
        </p:pic>
        <p:pic>
          <p:nvPicPr>
            <p:cNvPr id="36" name="Google Shape;3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4"/>
                </a:srgbClr>
              </a:outerShdw>
            </a:effectLst>
          </p:spPr>
        </p:pic>
        <p:pic>
          <p:nvPicPr>
            <p:cNvPr id="37" name="Google Shape;3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4"/>
                </a:srgbClr>
              </a:outerShdw>
            </a:effectLst>
          </p:spPr>
        </p:pic>
        <p:pic>
          <p:nvPicPr>
            <p:cNvPr id="38" name="Google Shape;3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4"/>
                </a:srgbClr>
              </a:outerShdw>
            </a:effectLst>
          </p:spPr>
        </p:pic>
      </p:grpSp>
      <p:pic>
        <p:nvPicPr>
          <p:cNvPr id="39" name="Google Shape;39;p26"/>
          <p:cNvPicPr preferRelativeResize="0"/>
          <p:nvPr/>
        </p:nvPicPr>
        <p:blipFill rotWithShape="1">
          <a:blip r:embed="rId6">
            <a:alphaModFix/>
          </a:blip>
          <a:srcRect b="5222" l="3911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  <p:sp>
        <p:nvSpPr>
          <p:cNvPr id="41" name="Google Shape;41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7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i="0" sz="2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28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1" name="Google Shape;51;p2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28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" name="Google Shape;53;p28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" name="Google Shape;54;p28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" name="Google Shape;55;p28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" name="Google Shape;56;p28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7" name="Google Shape;57;p28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29"/>
          <p:cNvCxnSpPr>
            <a:endCxn id="64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" name="Google Shape;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" name="Google Shape;67;p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4" name="Google Shape;6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9"/>
          <p:cNvPicPr preferRelativeResize="0"/>
          <p:nvPr/>
        </p:nvPicPr>
        <p:blipFill rotWithShape="1">
          <a:blip r:embed="rId7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82" name="Google Shape;8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" name="Google Shape;8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" name="Google Shape;88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89" name="Google Shape;89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" name="Google Shape;91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2" name="Google Shape;92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" name="Google Shape;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" name="Google Shape;100;p3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" name="Google Shape;104;p3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" name="Google Shape;105;p3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06" name="Google Shape;10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" name="Google Shape;108;p3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09" name="Google Shape;109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" name="Google Shape;111;p3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2" name="Google Shape;112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" name="Google Shape;114;p3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5" name="Google Shape;11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1" name="Google Shape;1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3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3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9" name="Google Shape;1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3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3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9" name="Google Shape;1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4" name="Google Shape;14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8" name="Google Shape;148;p3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9" name="Google Shape;149;p3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1" name="Google Shape;151;p3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2" name="Google Shape;152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" name="Google Shape;154;p3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5" name="Google Shape;155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" name="Google Shape;157;p3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8" name="Google Shape;158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" name="Google Shape;160;p3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61" name="Google Shape;161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3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0" name="Google Shape;170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1" name="Google Shape;1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" name="Google Shape;175;p3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6" name="Google Shape;176;p3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7" name="Google Shape;1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" name="Google Shape;179;p3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0" name="Google Shape;180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2" name="Google Shape;18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0" name="Google Shape;19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3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8" name="Google Shape;198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9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6" name="Google Shape;206;p3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3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41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14" name="Google Shape;21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16" name="Google Shape;216;p4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7" name="Google Shape;217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4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9" name="Google Shape;21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60030">
            <a:off x="6753314" y="1132068"/>
            <a:ext cx="2063340" cy="1643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1"/>
          <p:cNvPicPr preferRelativeResize="0"/>
          <p:nvPr/>
        </p:nvPicPr>
        <p:blipFill rotWithShape="1">
          <a:blip r:embed="rId5">
            <a:alphaModFix/>
          </a:blip>
          <a:srcRect b="0" l="6209" r="6210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2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4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4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8" name="Google Shape;22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3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" name="Google Shape;233;p4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4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5" name="Google Shape;2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7" name="Google Shape;23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4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" name="Google Shape;241;p4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4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3" name="Google Shape;24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45" name="Google Shape;245;p4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6" name="Google Shape;246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4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8" name="Google Shape;24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0025">
            <a:off x="6945328" y="787504"/>
            <a:ext cx="1710318" cy="205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4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45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54" name="Google Shape;25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56" name="Google Shape;256;p4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57" name="Google Shape;257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4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59" name="Google Shape;25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59982">
            <a:off x="6923956" y="1273792"/>
            <a:ext cx="1784155" cy="1404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6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46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46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65" name="Google Shape;2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67" name="Google Shape;267;p4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68" name="Google Shape;268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4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70" name="Google Shape;27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2791">
            <a:off x="6884380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4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47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76" name="Google Shape;27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4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48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84" name="Google Shape;2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86" name="Google Shape;286;p4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87" name="Google Shape;287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4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89" name="Google Shape;28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0000">
            <a:off x="6960295" y="1032880"/>
            <a:ext cx="1690503" cy="183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4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49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96" name="Google Shape;29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0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p5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5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03" name="Google Shape;3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05" name="Google Shape;305;p5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06" name="Google Shape;306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5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08" name="Google Shape;30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59963">
            <a:off x="6821686" y="1467541"/>
            <a:ext cx="1981958" cy="1067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1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5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51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4" name="Google Shape;31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16" name="Google Shape;316;p5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17" name="Google Shape;317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51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3" name="Google Shape;323;p5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5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5" name="Google Shape;32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27" name="Google Shape;327;p52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5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5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33" name="Google Shape;33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35" name="Google Shape;335;p53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4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9" name="Google Shape;339;p54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5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41" name="Google Shape;34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43" name="Google Shape;343;p5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44" name="Google Shape;344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5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6" name="Google Shape;34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59976">
            <a:off x="6935172" y="1377298"/>
            <a:ext cx="1845860" cy="130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0" name="Google Shape;350;p5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5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52" name="Google Shape;35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54" name="Google Shape;354;p5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55" name="Google Shape;355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55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7" name="Google Shape;357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84492">
              <a:off x="7235673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6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41120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56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Relationships and health education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56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63" name="Google Shape;36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65" name="Google Shape;365;p5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66" name="Google Shape;366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5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68" name="Google Shape;368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0033">
            <a:off x="6814805" y="1250542"/>
            <a:ext cx="1965462" cy="1393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5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46397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2" name="Google Shape;372;p57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Relationships, sex and health education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5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74" name="Google Shape;37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76" name="Google Shape;376;p5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77" name="Google Shape;377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5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9" name="Google Shape;37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0033">
            <a:off x="6814805" y="1250542"/>
            <a:ext cx="1965462" cy="1393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58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58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5" name="Google Shape;38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87" name="Google Shape;387;p5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88" name="Google Shape;388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5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90" name="Google Shape;39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0003">
            <a:off x="6754135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4" name="Google Shape;394;p5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59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6" name="Google Shape;39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398" name="Google Shape;398;p5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399" name="Google Shape;399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5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01" name="Google Shape;401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60035">
            <a:off x="6985482" y="1098759"/>
            <a:ext cx="1731447" cy="17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60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07" name="Google Shape;407;p6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08" name="Google Shape;408;p60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09" name="Google Shape;409;p60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0" name="Google Shape;410;p60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1" name="Google Shape;411;p60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61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6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7" name="Google Shape;417;p6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8" name="Google Shape;418;p61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9" name="Google Shape;419;p61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0" name="Google Shape;420;p61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61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61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3" name="Google Shape;423;p61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4" name="Google Shape;424;p61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5" name="Google Shape;425;p61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62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6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1" name="Google Shape;431;p6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2" name="Google Shape;432;p62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3" name="Google Shape;433;p62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6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6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63"/>
          <p:cNvCxnSpPr>
            <a:endCxn id="442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2" name="Google Shape;442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6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6" name="Google Shape;446;p6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7" name="Google Shape;447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p63"/>
          <p:cNvPicPr preferRelativeResize="0"/>
          <p:nvPr/>
        </p:nvPicPr>
        <p:blipFill rotWithShape="1">
          <a:blip r:embed="rId9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6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6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4"/>
          <p:cNvPicPr preferRelativeResize="0"/>
          <p:nvPr/>
        </p:nvPicPr>
        <p:blipFill rotWithShape="1">
          <a:blip r:embed="rId4">
            <a:alphaModFix/>
          </a:blip>
          <a:srcRect b="4397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6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6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p6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2" name="Google Shape;462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4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6" name="Google Shape;466;p64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7" name="Google Shape;467;p64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8" name="Google Shape;468;p64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69" name="Google Shape;469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p64"/>
          <p:cNvPicPr preferRelativeResize="0"/>
          <p:nvPr/>
        </p:nvPicPr>
        <p:blipFill rotWithShape="1">
          <a:blip r:embed="rId11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6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6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78" name="Google Shape;478;p6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6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6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6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7" name="Google Shape;48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6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6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4" name="Google Shape;494;p6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95" name="Google Shape;495;p6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96" name="Google Shape;496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6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8" name="Google Shape;498;p6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99" name="Google Shape;499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6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3" name="Google Shape;503;p6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08" name="Google Shape;508;p6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509" name="Google Shape;509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6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6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512" name="Google Shape;51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6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6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9" name="Google Shape;519;p6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0" name="Google Shape;52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21" name="Google Shape;521;p6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522" name="Google Shape;52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6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4" name="Google Shape;524;p6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525" name="Google Shape;52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6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7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7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7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34" name="Google Shape;534;p7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535" name="Google Shape;535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7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7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538" name="Google Shape;538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7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7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7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4" name="Google Shape;544;p7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5" name="Google Shape;545;p7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7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7" name="Google Shape;547;p7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548" name="Google Shape;54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7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2" name="Google Shape;552;p7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3" name="Google Shape;553;p7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554" name="Google Shape;55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5" name="Google Shape;555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6" name="Google Shape;556;p7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557" name="Google Shape;557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9" name="Google Shape;559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7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7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7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7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7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7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0" name="Google Shape;570;p7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571" name="Google Shape;57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7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5" name="Google Shape;575;p7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6" name="Google Shape;576;p7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577" name="Google Shape;577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7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580" name="Google Shape;58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2" name="Google Shape;582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7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7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4" name="Google Shape;594;p7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7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6" name="Google Shape;596;p7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97" name="Google Shape;597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7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600" name="Google Shape;600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7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603" name="Google Shape;603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7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7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3" name="Google Shape;613;p7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4" name="Google Shape;614;p7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15" name="Google Shape;615;p7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616" name="Google Shape;616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7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619" name="Google Shape;619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7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622" name="Google Shape;622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7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28" name="Google Shape;62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1" name="Google Shape;631;p7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2" name="Google Shape;632;p7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3" name="Google Shape;633;p7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34" name="Google Shape;634;p7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635" name="Google Shape;635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7" name="Google Shape;637;p7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638" name="Google Shape;638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9" name="Google Shape;639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0" name="Google Shape;640;p7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641" name="Google Shape;641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7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47" name="Google Shape;64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0" name="Google Shape;650;p7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51" name="Google Shape;651;p7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52" name="Google Shape;652;p7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53" name="Google Shape;653;p7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654" name="Google Shape;654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6" name="Google Shape;656;p7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657" name="Google Shape;657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9" name="Google Shape;659;p7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660" name="Google Shape;660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7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6" name="Google Shape;66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7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9" name="Google Shape;669;p7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70" name="Google Shape;670;p7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71" name="Google Shape;671;p7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72" name="Google Shape;672;p7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73" name="Google Shape;673;p7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74" name="Google Shape;674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5" name="Google Shape;675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6" name="Google Shape;676;p7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77" name="Google Shape;677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8" name="Google Shape;678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9" name="Google Shape;679;p7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80" name="Google Shape;680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1" name="Google Shape;681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2" name="Google Shape;682;p7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83" name="Google Shape;683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7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89" name="Google Shape;68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1" name="Google Shape;691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7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93" name="Google Shape;693;p7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94" name="Google Shape;694;p7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95" name="Google Shape;695;p7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96" name="Google Shape;696;p7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97" name="Google Shape;697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8" name="Google Shape;698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9" name="Google Shape;699;p7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700" name="Google Shape;700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2" name="Google Shape;702;p7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703" name="Google Shape;703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4" name="Google Shape;704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5" name="Google Shape;705;p7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706" name="Google Shape;706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12" name="Google Shape;712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5" name="Google Shape;715;p7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7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7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8" name="Google Shape;718;p7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9" name="Google Shape;719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21" name="Google Shape;721;p7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22" name="Google Shape;722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3" name="Google Shape;723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24" name="Google Shape;724;p7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25" name="Google Shape;725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8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1" name="Google Shape;73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4" name="Google Shape;734;p8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8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6" name="Google Shape;736;p8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37" name="Google Shape;737;p8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38" name="Google Shape;738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40" name="Google Shape;740;p8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41" name="Google Shape;741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2" name="Google Shape;742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43" name="Google Shape;743;p8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44" name="Google Shape;744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5" name="Google Shape;745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8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8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50" name="Google Shape;75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3" name="Google Shape;753;p8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54" name="Google Shape;754;p8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55" name="Google Shape;755;p8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56" name="Google Shape;756;p8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57" name="Google Shape;757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9" name="Google Shape;759;p8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60" name="Google Shape;760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62" name="Google Shape;762;p8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63" name="Google Shape;763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8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8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69" name="Google Shape;76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8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2" name="Google Shape;772;p8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8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74" name="Google Shape;774;p8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75" name="Google Shape;775;p8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76" name="Google Shape;776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78" name="Google Shape;778;p8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79" name="Google Shape;779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81" name="Google Shape;781;p8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82" name="Google Shape;782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88" name="Google Shape;78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8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8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95" name="Google Shape;79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8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02" name="Google Shape;80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8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09" name="Google Shape;80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8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6" name="Google Shape;816;p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9" name="Google Shape;819;p8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8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4" name="Google Shape;824;p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5" name="Google Shape;825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7" name="Google Shape;827;p8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8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2" name="Google Shape;832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3" name="Google Shape;83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5" name="Google Shape;835;p8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9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0" name="Google Shape;840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1" name="Google Shape;841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9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6" name="Google Shape;846;p91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9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8" name="Google Shape;848;p9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9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9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9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9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9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9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9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9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9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9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9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3" name="Google Shape;87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4" name="Google Shape;8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7" name="Google Shape;8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0" name="Google Shape;8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1" name="Google Shape;8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5" name="Google Shape;88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6" name="Google Shape;8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9" name="Google Shape;8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2" name="Google Shape;89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3" name="Google Shape;8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96" name="Google Shape;8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0" name="Google Shape;90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1" name="Google Shape;90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2" name="Google Shape;90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5" name="Google Shape;90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8" name="Google Shape;90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9" name="Google Shape;90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4"/>
          <p:cNvSpPr/>
          <p:nvPr/>
        </p:nvSpPr>
        <p:spPr>
          <a:xfrm>
            <a:off x="7209425" y="502200"/>
            <a:ext cx="206100" cy="2061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4"/>
          <p:cNvSpPr/>
          <p:nvPr/>
        </p:nvSpPr>
        <p:spPr>
          <a:xfrm>
            <a:off x="1197475" y="-802775"/>
            <a:ext cx="6749100" cy="67491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4"/>
          <p:cNvSpPr txBox="1"/>
          <p:nvPr>
            <p:ph type="ctrTitle"/>
          </p:nvPr>
        </p:nvSpPr>
        <p:spPr>
          <a:xfrm>
            <a:off x="2255425" y="1991825"/>
            <a:ext cx="46332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14" name="Google Shape;914;p24"/>
          <p:cNvSpPr/>
          <p:nvPr/>
        </p:nvSpPr>
        <p:spPr>
          <a:xfrm>
            <a:off x="267550" y="-886750"/>
            <a:ext cx="2347200" cy="2347200"/>
          </a:xfrm>
          <a:prstGeom prst="donut">
            <a:avLst>
              <a:gd fmla="val 29778" name="adj"/>
            </a:avLst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24"/>
          <p:cNvSpPr/>
          <p:nvPr/>
        </p:nvSpPr>
        <p:spPr>
          <a:xfrm>
            <a:off x="8348875" y="2882375"/>
            <a:ext cx="978600" cy="9786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24"/>
          <p:cNvSpPr/>
          <p:nvPr/>
        </p:nvSpPr>
        <p:spPr>
          <a:xfrm>
            <a:off x="2255425" y="541800"/>
            <a:ext cx="657600" cy="6576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4"/>
          <p:cNvSpPr/>
          <p:nvPr/>
        </p:nvSpPr>
        <p:spPr>
          <a:xfrm>
            <a:off x="6752750" y="3465100"/>
            <a:ext cx="2284200" cy="2284200"/>
          </a:xfrm>
          <a:prstGeom prst="donut">
            <a:avLst>
              <a:gd fmla="val 11909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24"/>
          <p:cNvSpPr/>
          <p:nvPr/>
        </p:nvSpPr>
        <p:spPr>
          <a:xfrm>
            <a:off x="137775" y="3193200"/>
            <a:ext cx="657600" cy="6576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24"/>
          <p:cNvSpPr/>
          <p:nvPr/>
        </p:nvSpPr>
        <p:spPr>
          <a:xfrm>
            <a:off x="376550" y="4217275"/>
            <a:ext cx="1207800" cy="1207800"/>
          </a:xfrm>
          <a:prstGeom prst="donut">
            <a:avLst>
              <a:gd fmla="val 42915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4"/>
          <p:cNvSpPr/>
          <p:nvPr/>
        </p:nvSpPr>
        <p:spPr>
          <a:xfrm>
            <a:off x="8244625" y="2541950"/>
            <a:ext cx="304800" cy="3048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4"/>
          <p:cNvSpPr/>
          <p:nvPr/>
        </p:nvSpPr>
        <p:spPr>
          <a:xfrm>
            <a:off x="7598775" y="-300250"/>
            <a:ext cx="1370700" cy="13707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4"/>
          <p:cNvSpPr/>
          <p:nvPr/>
        </p:nvSpPr>
        <p:spPr>
          <a:xfrm>
            <a:off x="8244625" y="802850"/>
            <a:ext cx="657600" cy="657600"/>
          </a:xfrm>
          <a:prstGeom prst="ellipse">
            <a:avLst/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4"/>
          <p:cNvSpPr/>
          <p:nvPr/>
        </p:nvSpPr>
        <p:spPr>
          <a:xfrm>
            <a:off x="213975" y="695900"/>
            <a:ext cx="871500" cy="871500"/>
          </a:xfrm>
          <a:prstGeom prst="ellipse">
            <a:avLst/>
          </a:prstGeom>
          <a:noFill/>
          <a:ln cap="flat" cmpd="sng" w="9525">
            <a:solidFill>
              <a:srgbClr val="00A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4"/>
          <p:cNvSpPr/>
          <p:nvPr/>
        </p:nvSpPr>
        <p:spPr>
          <a:xfrm>
            <a:off x="-122175" y="2933250"/>
            <a:ext cx="1177500" cy="1177500"/>
          </a:xfrm>
          <a:prstGeom prst="ellipse">
            <a:avLst/>
          </a:prstGeom>
          <a:noFill/>
          <a:ln cap="flat" cmpd="sng" w="9525">
            <a:solidFill>
              <a:srgbClr val="BBCD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4"/>
          <p:cNvSpPr/>
          <p:nvPr/>
        </p:nvSpPr>
        <p:spPr>
          <a:xfrm>
            <a:off x="8150075" y="708300"/>
            <a:ext cx="846600" cy="846600"/>
          </a:xfrm>
          <a:prstGeom prst="ellipse">
            <a:avLst/>
          </a:prstGeom>
          <a:noFill/>
          <a:ln cap="flat" cmpd="sng" w="9525">
            <a:solidFill>
              <a:srgbClr val="65BB4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4"/>
          <p:cNvSpPr/>
          <p:nvPr/>
        </p:nvSpPr>
        <p:spPr>
          <a:xfrm>
            <a:off x="1055325" y="3904575"/>
            <a:ext cx="206100" cy="2061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g3ea27ab3b42_0_8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g3ea27ab3b42_0_80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ea27ab3b42_0_8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5" name="Google Shape;935;g3ea27ab3b42_0_8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6" name="Google Shape;936;g3ea27ab3b42_0_8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g3ea27ab3b42_0_80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ea27ab3b42_0_81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3ea27ab3b42_0_8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g3ea27ab3b42_0_8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ea27ab3b42_0_81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4" name="Google Shape;944;g3ea27ab3b42_0_8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ea27ab3b42_0_8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g3ea27ab3b42_0_81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7" name="Google Shape;947;g3ea27ab3b42_0_81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48" name="Google Shape;948;g3ea27ab3b42_0_81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49" name="Google Shape;949;g3ea27ab3b42_0_81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0" name="Google Shape;950;g3ea27ab3b42_0_81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51" name="Google Shape;951;g3ea27ab3b42_0_81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952" name="Google Shape;952;g3ea27ab3b42_0_8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" name="Google Shape;953;g3ea27ab3b42_0_8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4" name="Google Shape;954;g3ea27ab3b42_0_81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955" name="Google Shape;955;g3ea27ab3b42_0_8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6" name="Google Shape;956;g3ea27ab3b42_0_8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7" name="Google Shape;957;g3ea27ab3b42_0_81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958" name="Google Shape;958;g3ea27ab3b42_0_8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g3ea27ab3b42_0_8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0" name="Google Shape;960;g3ea27ab3b42_0_81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961" name="Google Shape;961;g3ea27ab3b42_0_8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g3ea27ab3b42_0_8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g3ea27ab3b42_0_8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g3ea27ab3b42_0_8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ea27ab3b42_0_8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7" name="Google Shape;967;g3ea27ab3b42_0_8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ea27ab3b42_0_8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g3ea27ab3b42_0_8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0" name="Google Shape;970;g3ea27ab3b42_0_83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971" name="Google Shape;971;g3ea27ab3b42_0_83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972" name="Google Shape;972;g3ea27ab3b42_0_83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73" name="Google Shape;973;g3ea27ab3b42_0_83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974" name="Google Shape;974;g3ea27ab3b42_0_8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g3ea27ab3b42_0_8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6" name="Google Shape;976;g3ea27ab3b42_0_83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977" name="Google Shape;977;g3ea27ab3b42_0_8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8" name="Google Shape;978;g3ea27ab3b42_0_8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9" name="Google Shape;979;g3ea27ab3b42_0_83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980" name="Google Shape;980;g3ea27ab3b42_0_8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g3ea27ab3b42_0_8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g3ea27ab3b42_0_8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g3ea27ab3b42_0_8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g3ea27ab3b42_0_85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6" name="Google Shape;986;g3ea27ab3b42_0_8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3ea27ab3b42_0_8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g3ea27ab3b42_0_85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9" name="Google Shape;989;g3ea27ab3b42_0_85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0" name="Google Shape;990;g3ea27ab3b42_0_85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g3ea27ab3b42_0_85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92" name="Google Shape;992;g3ea27ab3b42_0_85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993" name="Google Shape;993;g3ea27ab3b42_0_8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g3ea27ab3b42_0_8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5" name="Google Shape;995;g3ea27ab3b42_0_85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996" name="Google Shape;996;g3ea27ab3b42_0_8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g3ea27ab3b42_0_8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g3ea27ab3b42_0_85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999" name="Google Shape;999;g3ea27ab3b42_0_8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g3ea27ab3b42_0_8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g3ea27ab3b42_0_8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g3ea27ab3b42_0_8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g3ea27ab3b42_0_8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g3ea27ab3b42_0_8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3ea27ab3b42_0_87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g3ea27ab3b42_0_87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g3ea27ab3b42_0_87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g3ea27ab3b42_0_876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0" name="Google Shape;1010;g3ea27ab3b42_0_87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1" name="Google Shape;1011;g3ea27ab3b42_0_87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12" name="Google Shape;1012;g3ea27ab3b42_0_87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g3ea27ab3b42_0_87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g3ea27ab3b42_0_87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5" name="Google Shape;1015;g3ea27ab3b42_0_8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g3ea27ab3b42_0_8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g3ea27ab3b42_0_8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8" name="Google Shape;1018;g3ea27ab3b42_0_87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19" name="Google Shape;1019;g3ea27ab3b42_0_8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0" name="Google Shape;1020;g3ea27ab3b42_0_8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1" name="Google Shape;1021;g3ea27ab3b42_0_87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22" name="Google Shape;1022;g3ea27ab3b42_0_8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3" name="Google Shape;1023;g3ea27ab3b42_0_8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g3ea27ab3b42_0_8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g3ea27ab3b42_0_8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g3ea27ab3b42_0_8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28" name="Google Shape;1028;g3ea27ab3b42_0_899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g3ea27ab3b42_0_8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30" name="Google Shape;1030;g3ea27ab3b42_0_8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g3ea27ab3b42_0_8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g3ea27ab3b42_0_9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g3ea27ab3b42_0_9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ea27ab3b42_0_9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36" name="Google Shape;1036;g3ea27ab3b42_0_907"/>
          <p:cNvSpPr txBox="1"/>
          <p:nvPr/>
        </p:nvSpPr>
        <p:spPr>
          <a:xfrm>
            <a:off x="324000" y="45525"/>
            <a:ext cx="109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g3ea27ab3b42_0_9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38" name="Google Shape;1038;g3ea27ab3b42_0_9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g3ea27ab3b42_0_9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Google Shape;1041;g3ea27ab3b42_0_91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g3ea27ab3b42_0_9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3ea27ab3b42_0_9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4" name="Google Shape;1044;g3ea27ab3b42_0_91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g3ea27ab3b42_0_9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46" name="Google Shape;1046;g3ea27ab3b42_0_9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ea27ab3b42_0_922"/>
          <p:cNvSpPr txBox="1"/>
          <p:nvPr>
            <p:ph type="title"/>
          </p:nvPr>
        </p:nvSpPr>
        <p:spPr>
          <a:xfrm>
            <a:off x="199660" y="135268"/>
            <a:ext cx="8782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mic Sans MS"/>
              <a:buNone/>
              <a:defRPr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9" name="Google Shape;1049;g3ea27ab3b42_0_922"/>
          <p:cNvSpPr txBox="1"/>
          <p:nvPr>
            <p:ph idx="1" type="body"/>
          </p:nvPr>
        </p:nvSpPr>
        <p:spPr>
          <a:xfrm>
            <a:off x="199660" y="1346250"/>
            <a:ext cx="8782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  <a:defRPr sz="29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73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400"/>
              <a:buChar char="–"/>
              <a:defRPr/>
            </a:lvl9pPr>
          </a:lstStyle>
          <a:p/>
        </p:txBody>
      </p:sp>
      <p:sp>
        <p:nvSpPr>
          <p:cNvPr id="1050" name="Google Shape;1050;g3ea27ab3b42_0_9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1" name="Google Shape;1051;g3ea27ab3b42_0_9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2" name="Google Shape;1052;g3ea27ab3b42_0_922"/>
          <p:cNvSpPr txBox="1"/>
          <p:nvPr>
            <p:ph idx="12" type="sldNum"/>
          </p:nvPr>
        </p:nvSpPr>
        <p:spPr>
          <a:xfrm>
            <a:off x="645795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g3ea27ab3b42_0_92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g3ea27ab3b42_0_9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3ea27ab3b42_0_92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7" name="Google Shape;1057;g3ea27ab3b42_0_92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g3ea27ab3b42_0_9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59" name="Google Shape;1059;g3ea27ab3b42_0_9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g3ea27ab3b42_0_93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g3ea27ab3b42_0_9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ea27ab3b42_0_93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64" name="Google Shape;1064;g3ea27ab3b42_0_9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g3ea27ab3b42_0_9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g3ea27ab3b42_0_9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g3ea27ab3b42_0_93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8" name="Google Shape;1068;g3ea27ab3b42_0_93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9" name="Google Shape;1069;g3ea27ab3b42_0_93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0" name="Google Shape;1070;g3ea27ab3b42_0_93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1" name="Google Shape;1071;g3ea27ab3b42_0_93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072" name="Google Shape;1072;g3ea27ab3b42_0_9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g3ea27ab3b42_0_9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4" name="Google Shape;1074;g3ea27ab3b42_0_93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075" name="Google Shape;1075;g3ea27ab3b42_0_9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g3ea27ab3b42_0_9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7" name="Google Shape;1077;g3ea27ab3b42_0_93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078" name="Google Shape;1078;g3ea27ab3b42_0_9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g3ea27ab3b42_0_9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0" name="Google Shape;1080;g3ea27ab3b42_0_93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081" name="Google Shape;1081;g3ea27ab3b42_0_9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2" name="Google Shape;1082;g3ea27ab3b42_0_9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g3ea27ab3b42_0_95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g3ea27ab3b42_0_9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g3ea27ab3b42_0_95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7" name="Google Shape;1087;g3ea27ab3b42_0_95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g3ea27ab3b42_0_958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089" name="Google Shape;1089;g3ea27ab3b42_0_9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g3ea27ab3b42_0_95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ea27ab3b42_0_966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b="0" i="1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g3ea27ab3b42_0_966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g3ea27ab3b42_0_966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g3ea27ab3b42_0_966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6" name="Google Shape;1096;g3ea27ab3b42_0_966"/>
          <p:cNvGrpSpPr/>
          <p:nvPr/>
        </p:nvGrpSpPr>
        <p:grpSpPr>
          <a:xfrm>
            <a:off x="2650916" y="1644416"/>
            <a:ext cx="1745271" cy="1430724"/>
            <a:chOff x="2642961" y="1644312"/>
            <a:chExt cx="1454635" cy="1195658"/>
          </a:xfrm>
        </p:grpSpPr>
        <p:pic>
          <p:nvPicPr>
            <p:cNvPr id="1097" name="Google Shape;1097;g3ea27ab3b42_0_96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  <p:pic>
          <p:nvPicPr>
            <p:cNvPr id="1098" name="Google Shape;1098;g3ea27ab3b42_0_9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  <p:pic>
          <p:nvPicPr>
            <p:cNvPr id="1099" name="Google Shape;1099;g3ea27ab3b42_0_9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  <p:pic>
          <p:nvPicPr>
            <p:cNvPr id="1100" name="Google Shape;1100;g3ea27ab3b42_0_9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</p:grpSp>
      <p:pic>
        <p:nvPicPr>
          <p:cNvPr id="1101" name="Google Shape;1101;g3ea27ab3b42_0_966"/>
          <p:cNvPicPr preferRelativeResize="0"/>
          <p:nvPr/>
        </p:nvPicPr>
        <p:blipFill rotWithShape="1">
          <a:blip r:embed="rId6">
            <a:alphaModFix/>
          </a:blip>
          <a:srcRect b="5222" l="3911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g3ea27ab3b42_0_9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1103" name="Google Shape;1103;g3ea27ab3b42_0_96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ea27ab3b42_0_9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Google Shape;1106;g3ea27ab3b42_0_979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3ea27ab3b42_0_9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8" name="Google Shape;1108;g3ea27ab3b42_0_9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09" name="Google Shape;1109;g3ea27ab3b42_0_9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110" name="Google Shape;1110;g3ea27ab3b42_0_9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111" name="Google Shape;1111;g3ea27ab3b42_0_9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12" name="Google Shape;1112;g3ea27ab3b42_0_9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114;g3ea27ab3b42_0_9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g3ea27ab3b42_0_98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i="0" sz="2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g3ea27ab3b42_0_98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ea27ab3b42_0_99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9" name="Google Shape;1119;g3ea27ab3b42_0_99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g3ea27ab3b42_0_99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g3ea27ab3b42_0_99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2" name="Google Shape;1122;g3ea27ab3b42_0_992"/>
          <p:cNvCxnSpPr>
            <a:endCxn id="1123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24" name="Google Shape;1124;g3ea27ab3b42_0_9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g3ea27ab3b42_0_9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6" name="Google Shape;1126;g3ea27ab3b42_0_9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23" name="Google Shape;1123;g3ea27ab3b42_0_9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g3ea27ab3b42_0_992"/>
          <p:cNvPicPr preferRelativeResize="0"/>
          <p:nvPr/>
        </p:nvPicPr>
        <p:blipFill rotWithShape="1">
          <a:blip r:embed="rId7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ea27ab3b42_0_99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g3ea27ab3b42_0_99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g3ea27ab3b42_0_100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g3ea27ab3b42_0_10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g3ea27ab3b42_0_100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g3ea27ab3b42_0_100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g3ea27ab3b42_0_100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g3ea27ab3b42_0_100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7" name="Google Shape;1137;g3ea27ab3b42_0_100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38" name="Google Shape;1138;g3ea27ab3b42_0_10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g3ea27ab3b42_0_10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g3ea27ab3b42_0_10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g3ea27ab3b42_0_100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g3ea27ab3b42_0_100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g3ea27ab3b42_0_100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44" name="Google Shape;1144;g3ea27ab3b42_0_10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g3ea27ab3b42_0_10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g3ea27ab3b42_0_100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47" name="Google Shape;1147;g3ea27ab3b42_0_10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g3ea27ab3b42_0_10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49" name="Google Shape;1149;g3ea27ab3b42_0_10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g3ea27ab3b42_0_10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g3ea27ab3b42_0_100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g3ea27ab3b42_0_100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g3ea27ab3b42_0_102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g3ea27ab3b42_0_10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ea27ab3b42_0_102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7" name="Google Shape;1157;g3ea27ab3b42_0_10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g3ea27ab3b42_0_1028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g3ea27ab3b42_0_102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160" name="Google Shape;1160;g3ea27ab3b42_0_10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2" name="Google Shape;1162;g3ea27ab3b42_0_103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g3ea27ab3b42_0_10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g3ea27ab3b42_0_103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5" name="Google Shape;1165;g3ea27ab3b42_0_103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g3ea27ab3b42_0_103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7" name="Google Shape;1167;g3ea27ab3b42_0_10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8" name="Google Shape;1168;g3ea27ab3b42_0_10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 1">
  <p:cSld name="TITLE_AND_TWO_COLUMNS_1_1_5_1_2_1_2"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ea27ab3b42_0_1044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1" name="Google Shape;1171;g3ea27ab3b42_0_1044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g3ea27ab3b42_0_104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3" name="Google Shape;1173;g3ea27ab3b42_0_104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g3ea27ab3b42_0_104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ea27ab3b42_0_10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g3ea27ab3b42_0_105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g3ea27ab3b42_0_1053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g3ea27ab3b42_0_105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g3ea27ab3b42_0_105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g3ea27ab3b42_0_105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83" name="Google Shape;1183;g3ea27ab3b42_0_10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g3ea27ab3b42_0_10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g3ea27ab3b42_0_105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g3ea27ab3b42_0_10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g3ea27ab3b42_0_106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g3ea27ab3b42_0_106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g3ea27ab3b42_0_106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91" name="Google Shape;1191;g3ea27ab3b42_0_10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g3ea27ab3b42_0_106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193" name="Google Shape;1193;g3ea27ab3b42_0_1061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g3ea27ab3b42_0_106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g3ea27ab3b42_0_10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g3ea27ab3b42_0_10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8" name="Google Shape;1198;g3ea27ab3b42_0_10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g3ea27ab3b42_0_1069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200" name="Google Shape;1200;g3ea27ab3b42_0_10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g3ea27ab3b42_0_10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3" name="Google Shape;1203;g3ea27ab3b42_0_107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3ea27ab3b42_0_107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5" name="Google Shape;1205;g3ea27ab3b42_0_107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g3ea27ab3b42_0_107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207" name="Google Shape;1207;g3ea27ab3b42_0_10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g3ea27ab3b42_0_107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209" name="Google Shape;1209;g3ea27ab3b42_0_107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10" name="Google Shape;1210;g3ea27ab3b42_0_10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g3ea27ab3b42_0_107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12" name="Google Shape;1212;g3ea27ab3b42_0_107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g3ea27ab3b42_0_10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g3ea27ab3b42_0_10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6" name="Google Shape;1216;g3ea27ab3b42_0_108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g3ea27ab3b42_0_108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218" name="Google Shape;1218;g3ea27ab3b42_0_10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g3ea27ab3b42_0_108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220" name="Google Shape;1220;g3ea27ab3b42_0_1088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ea27ab3b42_0_109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g3ea27ab3b42_0_109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g3ea27ab3b42_0_1096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225" name="Google Shape;1225;g3ea27ab3b42_0_10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g3ea27ab3b42_0_109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227" name="Google Shape;1227;g3ea27ab3b42_0_1096"/>
          <p:cNvPicPr preferRelativeResize="0"/>
          <p:nvPr/>
        </p:nvPicPr>
        <p:blipFill rotWithShape="1">
          <a:blip r:embed="rId3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8" name="Google Shape;1228;g3ea27ab3b42_0_109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29" name="Google Shape;1229;g3ea27ab3b42_0_10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g3ea27ab3b42_0_1096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31" name="Google Shape;1231;g3ea27ab3b42_0_10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g3ea27ab3b42_0_110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g3ea27ab3b42_0_1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g3ea27ab3b42_0_110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6" name="Google Shape;1236;g3ea27ab3b42_0_110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g3ea27ab3b42_0_1107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238" name="Google Shape;1238;g3ea27ab3b42_0_1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g3ea27ab3b42_0_110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g3ea27ab3b42_0_111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g3ea27ab3b42_0_11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g3ea27ab3b42_0_111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g3ea27ab3b42_0_111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245" name="Google Shape;1245;g3ea27ab3b42_0_1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g3ea27ab3b42_0_111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247" name="Google Shape;1247;g3ea27ab3b42_0_11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48" name="Google Shape;1248;g3ea27ab3b42_0_11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g3ea27ab3b42_0_1115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0" name="Google Shape;1250;g3ea27ab3b42_0_11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84492">
              <a:off x="7235673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ea27ab3b42_0_11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3" name="Google Shape;1253;g3ea27ab3b42_0_1126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g3ea27ab3b42_0_11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g3ea27ab3b42_0_11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6" name="Google Shape;1256;g3ea27ab3b42_0_11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7" name="Google Shape;1257;g3ea27ab3b42_0_1126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8" name="Google Shape;1258;g3ea27ab3b42_0_1126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9" name="Google Shape;1259;g3ea27ab3b42_0_1126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0" name="Google Shape;1260;g3ea27ab3b42_0_1126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ea27ab3b42_0_1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3" name="Google Shape;1263;g3ea27ab3b42_0_1136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g3ea27ab3b42_0_1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g3ea27ab3b42_0_113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6" name="Google Shape;1266;g3ea27ab3b42_0_113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7" name="Google Shape;1267;g3ea27ab3b42_0_113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8" name="Google Shape;1268;g3ea27ab3b42_0_113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9" name="Google Shape;1269;g3ea27ab3b42_0_113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0" name="Google Shape;1270;g3ea27ab3b42_0_113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1" name="Google Shape;1271;g3ea27ab3b42_0_113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2" name="Google Shape;1272;g3ea27ab3b42_0_113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ea27ab3b42_0_114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5" name="Google Shape;1275;g3ea27ab3b42_0_1148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g3ea27ab3b42_0_114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g3ea27ab3b42_0_114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8" name="Google Shape;1278;g3ea27ab3b42_0_114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9" name="Google Shape;1279;g3ea27ab3b42_0_1148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0" name="Google Shape;1280;g3ea27ab3b42_0_1148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1" name="Google Shape;1281;g3ea27ab3b42_0_1148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2" name="Google Shape;1282;g3ea27ab3b42_0_1148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3" name="Google Shape;1283;g3ea27ab3b42_0_1148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4" name="Google Shape;1284;g3ea27ab3b42_0_1148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5" name="Google Shape;1285;g3ea27ab3b42_0_1148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6" name="Google Shape;1286;g3ea27ab3b42_0_1148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ea27ab3b42_0_1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9" name="Google Shape;1289;g3ea27ab3b42_0_1162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g3ea27ab3b42_0_11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g3ea27ab3b42_0_116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2" name="Google Shape;1292;g3ea27ab3b42_0_116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3" name="Google Shape;1293;g3ea27ab3b42_0_1162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4" name="Google Shape;1294;g3ea27ab3b42_0_1162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g3ea27ab3b42_0_117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g3ea27ab3b42_0_117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g3ea27ab3b42_0_117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g3ea27ab3b42_0_117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g3ea27ab3b42_0_117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g3ea27ab3b42_0_117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2" name="Google Shape;1302;g3ea27ab3b42_0_1170"/>
          <p:cNvCxnSpPr>
            <a:endCxn id="1303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03" name="Google Shape;1303;g3ea27ab3b42_0_11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g3ea27ab3b42_0_11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g3ea27ab3b42_0_117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6" name="Google Shape;1306;g3ea27ab3b42_0_117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7" name="Google Shape;1307;g3ea27ab3b42_0_117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08" name="Google Shape;1308;g3ea27ab3b42_0_1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g3ea27ab3b42_0_117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0" name="Google Shape;1310;g3ea27ab3b42_0_1170"/>
          <p:cNvPicPr preferRelativeResize="0"/>
          <p:nvPr/>
        </p:nvPicPr>
        <p:blipFill rotWithShape="1">
          <a:blip r:embed="rId9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g3ea27ab3b42_0_117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g3ea27ab3b42_0_117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4" name="Google Shape;1314;g3ea27ab3b42_0_118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g3ea27ab3b42_0_118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g3ea27ab3b42_0_1188"/>
          <p:cNvPicPr preferRelativeResize="0"/>
          <p:nvPr/>
        </p:nvPicPr>
        <p:blipFill rotWithShape="1">
          <a:blip r:embed="rId4">
            <a:alphaModFix/>
          </a:blip>
          <a:srcRect b="4397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g3ea27ab3b42_0_118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g3ea27ab3b42_0_118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g3ea27ab3b42_0_118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g3ea27ab3b42_0_118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g3ea27ab3b42_0_118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2" name="Google Shape;1322;g3ea27ab3b42_0_118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23" name="Google Shape;1323;g3ea27ab3b42_0_11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g3ea27ab3b42_0_118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g3ea27ab3b42_0_118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g3ea27ab3b42_0_1188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7" name="Google Shape;1327;g3ea27ab3b42_0_1188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8" name="Google Shape;1328;g3ea27ab3b42_0_1188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9" name="Google Shape;1329;g3ea27ab3b42_0_1188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30" name="Google Shape;1330;g3ea27ab3b42_0_118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g3ea27ab3b42_0_118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2" name="Google Shape;1332;g3ea27ab3b42_0_1188"/>
          <p:cNvPicPr preferRelativeResize="0"/>
          <p:nvPr/>
        </p:nvPicPr>
        <p:blipFill rotWithShape="1">
          <a:blip r:embed="rId11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g3ea27ab3b42_0_118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g3ea27ab3b42_0_1188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Google Shape;1336;g3ea27ab3b42_0_121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g3ea27ab3b42_0_12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g3ea27ab3b42_0_12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9" name="Google Shape;1339;g3ea27ab3b42_0_121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g3ea27ab3b42_0_12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1" name="Google Shape;1341;g3ea27ab3b42_0_1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3ea27ab3b42_0_121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4" name="Google Shape;1344;g3ea27ab3b42_0_12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g3ea27ab3b42_0_12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g3ea27ab3b42_0_121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7" name="Google Shape;1347;g3ea27ab3b42_0_121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8" name="Google Shape;1348;g3ea27ab3b42_0_121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49" name="Google Shape;1349;g3ea27ab3b42_0_121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50" name="Google Shape;1350;g3ea27ab3b42_0_12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g3ea27ab3b42_0_121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g3ea27ab3b42_0_121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53" name="Google Shape;1353;g3ea27ab3b42_0_12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g3ea27ab3b42_0_121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ea27ab3b42_0_123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7" name="Google Shape;1357;g3ea27ab3b42_0_123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g3ea27ab3b42_0_12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g3ea27ab3b42_0_12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0" name="Google Shape;1360;g3ea27ab3b42_0_12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1" name="Google Shape;1361;g3ea27ab3b42_0_12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62" name="Google Shape;1362;g3ea27ab3b42_0_123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63" name="Google Shape;1363;g3ea27ab3b42_0_12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g3ea27ab3b42_0_123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5" name="Google Shape;1365;g3ea27ab3b42_0_123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66" name="Google Shape;1366;g3ea27ab3b42_0_12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g3ea27ab3b42_0_123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ea27ab3b42_0_124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0" name="Google Shape;1370;g3ea27ab3b42_0_124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g3ea27ab3b42_0_12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g3ea27ab3b42_0_124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73" name="Google Shape;1373;g3ea27ab3b42_0_124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74" name="Google Shape;1374;g3ea27ab3b42_0_12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75" name="Google Shape;1375;g3ea27ab3b42_0_124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76" name="Google Shape;1376;g3ea27ab3b42_0_12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g3ea27ab3b42_0_124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8" name="Google Shape;1378;g3ea27ab3b42_0_124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79" name="Google Shape;1379;g3ea27ab3b42_0_12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0" name="Google Shape;1380;g3ea27ab3b42_0_124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ea27ab3b42_0_125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3" name="Google Shape;1383;g3ea27ab3b42_0_125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g3ea27ab3b42_0_12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g3ea27ab3b42_0_125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6" name="Google Shape;1386;g3ea27ab3b42_0_125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7" name="Google Shape;1387;g3ea27ab3b42_0_12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88" name="Google Shape;1388;g3ea27ab3b42_0_125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89" name="Google Shape;1389;g3ea27ab3b42_0_12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g3ea27ab3b42_0_125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1" name="Google Shape;1391;g3ea27ab3b42_0_125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92" name="Google Shape;1392;g3ea27ab3b42_0_12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3" name="Google Shape;1393;g3ea27ab3b42_0_125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g3ea27ab3b42_0_126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g3ea27ab3b42_0_12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g3ea27ab3b42_0_126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g3ea27ab3b42_0_126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g3ea27ab3b42_0_126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g3ea27ab3b42_0_126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01" name="Google Shape;1401;g3ea27ab3b42_0_126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402" name="Google Shape;1402;g3ea27ab3b42_0_1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g3ea27ab3b42_0_12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g3ea27ab3b42_0_12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5" name="Google Shape;1405;g3ea27ab3b42_0_126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06" name="Google Shape;1406;g3ea27ab3b42_0_126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07" name="Google Shape;1407;g3ea27ab3b42_0_126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408" name="Google Shape;1408;g3ea27ab3b42_0_12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9" name="Google Shape;1409;g3ea27ab3b42_0_12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0" name="Google Shape;1410;g3ea27ab3b42_0_126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411" name="Google Shape;1411;g3ea27ab3b42_0_12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g3ea27ab3b42_0_12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13" name="Google Shape;1413;g3ea27ab3b42_0_12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g3ea27ab3b42_0_12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g3ea27ab3b42_0_126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g3ea27ab3b42_0_126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g3ea27ab3b42_0_129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g3ea27ab3b42_0_12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g3ea27ab3b42_0_12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g3ea27ab3b42_0_12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g3ea27ab3b42_0_12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g3ea27ab3b42_0_12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24" name="Google Shape;1424;g3ea27ab3b42_0_12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425" name="Google Shape;1425;g3ea27ab3b42_0_1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g3ea27ab3b42_0_12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g3ea27ab3b42_0_12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8" name="Google Shape;1428;g3ea27ab3b42_0_12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29" name="Google Shape;1429;g3ea27ab3b42_0_12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30" name="Google Shape;1430;g3ea27ab3b42_0_12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431" name="Google Shape;1431;g3ea27ab3b42_0_12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g3ea27ab3b42_0_12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3" name="Google Shape;1433;g3ea27ab3b42_0_12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434" name="Google Shape;1434;g3ea27ab3b42_0_12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g3ea27ab3b42_0_12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36" name="Google Shape;1436;g3ea27ab3b42_0_12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g3ea27ab3b42_0_12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g3ea27ab3b42_0_12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g3ea27ab3b42_0_12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1" name="Google Shape;1441;g3ea27ab3b42_0_131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g3ea27ab3b42_0_13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g3ea27ab3b42_0_131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44" name="Google Shape;1444;g3ea27ab3b42_0_1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g3ea27ab3b42_0_13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g3ea27ab3b42_0_131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7" name="Google Shape;1447;g3ea27ab3b42_0_131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48" name="Google Shape;1448;g3ea27ab3b42_0_131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49" name="Google Shape;1449;g3ea27ab3b42_0_131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50" name="Google Shape;1450;g3ea27ab3b42_0_131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451" name="Google Shape;1451;g3ea27ab3b42_0_13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2" name="Google Shape;1452;g3ea27ab3b42_0_13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3" name="Google Shape;1453;g3ea27ab3b42_0_131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454" name="Google Shape;1454;g3ea27ab3b42_0_13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5" name="Google Shape;1455;g3ea27ab3b42_0_13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6" name="Google Shape;1456;g3ea27ab3b42_0_131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457" name="Google Shape;1457;g3ea27ab3b42_0_13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8" name="Google Shape;1458;g3ea27ab3b42_0_13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0" name="Google Shape;1460;g3ea27ab3b42_0_133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g3ea27ab3b42_0_13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g3ea27ab3b42_0_13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63" name="Google Shape;1463;g3ea27ab3b42_0_1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g3ea27ab3b42_0_13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g3ea27ab3b42_0_13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6" name="Google Shape;1466;g3ea27ab3b42_0_13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7" name="Google Shape;1467;g3ea27ab3b42_0_13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8" name="Google Shape;1468;g3ea27ab3b42_0_13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69" name="Google Shape;1469;g3ea27ab3b42_0_13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470" name="Google Shape;1470;g3ea27ab3b42_0_13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1" name="Google Shape;1471;g3ea27ab3b42_0_13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2" name="Google Shape;1472;g3ea27ab3b42_0_13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473" name="Google Shape;1473;g3ea27ab3b42_0_13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4" name="Google Shape;1474;g3ea27ab3b42_0_13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5" name="Google Shape;1475;g3ea27ab3b42_0_13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476" name="Google Shape;1476;g3ea27ab3b42_0_13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7" name="Google Shape;1477;g3ea27ab3b42_0_13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g3ea27ab3b42_0_135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g3ea27ab3b42_0_13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g3ea27ab3b42_0_13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82" name="Google Shape;1482;g3ea27ab3b42_0_1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g3ea27ab3b42_0_13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g3ea27ab3b42_0_13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5" name="Google Shape;1485;g3ea27ab3b42_0_135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86" name="Google Shape;1486;g3ea27ab3b42_0_135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87" name="Google Shape;1487;g3ea27ab3b42_0_135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88" name="Google Shape;1488;g3ea27ab3b42_0_135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489" name="Google Shape;1489;g3ea27ab3b42_0_13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0" name="Google Shape;1490;g3ea27ab3b42_0_13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1" name="Google Shape;1491;g3ea27ab3b42_0_135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492" name="Google Shape;1492;g3ea27ab3b42_0_13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3" name="Google Shape;1493;g3ea27ab3b42_0_13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4" name="Google Shape;1494;g3ea27ab3b42_0_135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495" name="Google Shape;1495;g3ea27ab3b42_0_13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6" name="Google Shape;1496;g3ea27ab3b42_0_13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g3ea27ab3b42_0_137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g3ea27ab3b42_0_13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g3ea27ab3b42_0_137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01" name="Google Shape;1501;g3ea27ab3b42_0_13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g3ea27ab3b42_0_13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g3ea27ab3b42_0_13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4" name="Google Shape;1504;g3ea27ab3b42_0_137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05" name="Google Shape;1505;g3ea27ab3b42_0_137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06" name="Google Shape;1506;g3ea27ab3b42_0_137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07" name="Google Shape;1507;g3ea27ab3b42_0_137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08" name="Google Shape;1508;g3ea27ab3b42_0_137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09" name="Google Shape;1509;g3ea27ab3b42_0_13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g3ea27ab3b42_0_13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1" name="Google Shape;1511;g3ea27ab3b42_0_137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12" name="Google Shape;1512;g3ea27ab3b42_0_13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3" name="Google Shape;1513;g3ea27ab3b42_0_13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4" name="Google Shape;1514;g3ea27ab3b42_0_137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15" name="Google Shape;1515;g3ea27ab3b42_0_13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6" name="Google Shape;1516;g3ea27ab3b42_0_13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7" name="Google Shape;1517;g3ea27ab3b42_0_137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518" name="Google Shape;1518;g3ea27ab3b42_0_13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9" name="Google Shape;1519;g3ea27ab3b42_0_13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1" name="Google Shape;1521;g3ea27ab3b42_0_139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g3ea27ab3b42_0_13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g3ea27ab3b42_0_13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24" name="Google Shape;1524;g3ea27ab3b42_0_13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g3ea27ab3b42_0_13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g3ea27ab3b42_0_13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7" name="Google Shape;1527;g3ea27ab3b42_0_13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28" name="Google Shape;1528;g3ea27ab3b42_0_13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29" name="Google Shape;1529;g3ea27ab3b42_0_13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30" name="Google Shape;1530;g3ea27ab3b42_0_13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31" name="Google Shape;1531;g3ea27ab3b42_0_139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32" name="Google Shape;1532;g3ea27ab3b42_0_13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g3ea27ab3b42_0_13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4" name="Google Shape;1534;g3ea27ab3b42_0_139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35" name="Google Shape;1535;g3ea27ab3b42_0_13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6" name="Google Shape;1536;g3ea27ab3b42_0_13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7" name="Google Shape;1537;g3ea27ab3b42_0_139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38" name="Google Shape;1538;g3ea27ab3b42_0_13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9" name="Google Shape;1539;g3ea27ab3b42_0_13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0" name="Google Shape;1540;g3ea27ab3b42_0_139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541" name="Google Shape;1541;g3ea27ab3b42_0_13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2" name="Google Shape;1542;g3ea27ab3b42_0_13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g3ea27ab3b42_0_141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g3ea27ab3b42_0_14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g3ea27ab3b42_0_141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47" name="Google Shape;1547;g3ea27ab3b42_0_14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g3ea27ab3b42_0_14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g3ea27ab3b42_0_141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0" name="Google Shape;1550;g3ea27ab3b42_0_141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1" name="Google Shape;1551;g3ea27ab3b42_0_141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2" name="Google Shape;1552;g3ea27ab3b42_0_141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53" name="Google Shape;1553;g3ea27ab3b42_0_141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54" name="Google Shape;1554;g3ea27ab3b42_0_14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5" name="Google Shape;1555;g3ea27ab3b42_0_14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6" name="Google Shape;1556;g3ea27ab3b42_0_141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57" name="Google Shape;1557;g3ea27ab3b42_0_14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8" name="Google Shape;1558;g3ea27ab3b42_0_14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9" name="Google Shape;1559;g3ea27ab3b42_0_141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60" name="Google Shape;1560;g3ea27ab3b42_0_14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1" name="Google Shape;1561;g3ea27ab3b42_0_14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Google Shape;1563;g3ea27ab3b42_0_143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g3ea27ab3b42_0_14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g3ea27ab3b42_0_14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66" name="Google Shape;1566;g3ea27ab3b42_0_14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g3ea27ab3b42_0_14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g3ea27ab3b42_0_14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9" name="Google Shape;1569;g3ea27ab3b42_0_143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0" name="Google Shape;1570;g3ea27ab3b42_0_143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1" name="Google Shape;1571;g3ea27ab3b42_0_143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72" name="Google Shape;1572;g3ea27ab3b42_0_143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73" name="Google Shape;1573;g3ea27ab3b42_0_14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4" name="Google Shape;1574;g3ea27ab3b42_0_14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5" name="Google Shape;1575;g3ea27ab3b42_0_143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76" name="Google Shape;1576;g3ea27ab3b42_0_14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7" name="Google Shape;1577;g3ea27ab3b42_0_14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8" name="Google Shape;1578;g3ea27ab3b42_0_143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79" name="Google Shape;1579;g3ea27ab3b42_0_14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0" name="Google Shape;1580;g3ea27ab3b42_0_14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2" name="Google Shape;1582;g3ea27ab3b42_0_145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g3ea27ab3b42_0_14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g3ea27ab3b42_0_145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5" name="Google Shape;1585;g3ea27ab3b42_0_14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g3ea27ab3b42_0_14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g3ea27ab3b42_0_14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8" name="Google Shape;1588;g3ea27ab3b42_0_145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89" name="Google Shape;1589;g3ea27ab3b42_0_145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90" name="Google Shape;1590;g3ea27ab3b42_0_145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91" name="Google Shape;1591;g3ea27ab3b42_0_145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92" name="Google Shape;1592;g3ea27ab3b42_0_14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3" name="Google Shape;1593;g3ea27ab3b42_0_14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4" name="Google Shape;1594;g3ea27ab3b42_0_145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95" name="Google Shape;1595;g3ea27ab3b42_0_14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6" name="Google Shape;1596;g3ea27ab3b42_0_14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7" name="Google Shape;1597;g3ea27ab3b42_0_145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98" name="Google Shape;1598;g3ea27ab3b42_0_14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9" name="Google Shape;1599;g3ea27ab3b42_0_14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Google Shape;1601;g3ea27ab3b42_0_14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g3ea27ab3b42_0_14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g3ea27ab3b42_0_14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04" name="Google Shape;1604;g3ea27ab3b42_0_14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g3ea27ab3b42_0_14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g3ea27ab3b42_0_14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g3ea27ab3b42_0_148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g3ea27ab3b42_0_14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g3ea27ab3b42_0_14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1" name="Google Shape;1611;g3ea27ab3b42_0_14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g3ea27ab3b42_0_14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g3ea27ab3b42_0_14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Google Shape;1615;g3ea27ab3b42_0_148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g3ea27ab3b42_0_14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g3ea27ab3b42_0_14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8" name="Google Shape;1618;g3ea27ab3b42_0_14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g3ea27ab3b42_0_14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g3ea27ab3b42_0_14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2" name="Google Shape;1622;g3ea27ab3b42_0_149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g3ea27ab3b42_0_14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g3ea27ab3b42_0_14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25" name="Google Shape;1625;g3ea27ab3b42_0_14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g3ea27ab3b42_0_14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g3ea27ab3b42_0_14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9" name="Google Shape;1629;g3ea27ab3b42_0_15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g3ea27ab3b42_0_15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g3ea27ab3b42_0_15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32" name="Google Shape;1632;g3ea27ab3b42_0_15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g3ea27ab3b42_0_15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g3ea27ab3b42_0_15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5" name="Google Shape;1635;g3ea27ab3b42_0_150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7" name="Google Shape;1637;g3ea27ab3b42_0_151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g3ea27ab3b42_0_15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g3ea27ab3b42_0_15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0" name="Google Shape;1640;g3ea27ab3b42_0_15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1" name="Google Shape;1641;g3ea27ab3b42_0_15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g3ea27ab3b42_0_15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3" name="Google Shape;1643;g3ea27ab3b42_0_151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g3ea27ab3b42_0_151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g3ea27ab3b42_0_15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g3ea27ab3b42_0_15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8" name="Google Shape;1648;g3ea27ab3b42_0_15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9" name="Google Shape;1649;g3ea27ab3b42_0_15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g3ea27ab3b42_0_15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1" name="Google Shape;1651;g3ea27ab3b42_0_151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3" name="Google Shape;1653;g3ea27ab3b42_0_152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g3ea27ab3b42_0_15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g3ea27ab3b42_0_152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56" name="Google Shape;1656;g3ea27ab3b42_0_15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7" name="Google Shape;1657;g3ea27ab3b42_0_15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g3ea27ab3b42_0_152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9" name="Google Shape;1659;g3ea27ab3b42_0_152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1" name="Google Shape;1661;g3ea27ab3b42_0_15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g3ea27ab3b42_0_15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g3ea27ab3b42_0_153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64" name="Google Shape;1664;g3ea27ab3b42_0_15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g3ea27ab3b42_0_15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g3ea27ab3b42_0_153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7" name="Google Shape;1667;g3ea27ab3b42_0_153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Google Shape;1669;g3ea27ab3b42_0_154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g3ea27ab3b42_0_15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g3ea27ab3b42_0_15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2" name="Google Shape;1672;g3ea27ab3b42_0_15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3" name="Google Shape;1673;g3ea27ab3b42_0_15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g3ea27ab3b42_0_15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5" name="Google Shape;1675;g3ea27ab3b42_0_154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7" name="Google Shape;1677;g3ea27ab3b42_0_155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g3ea27ab3b42_0_15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g3ea27ab3b42_0_15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0" name="Google Shape;1680;g3ea27ab3b42_0_15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1" name="Google Shape;1681;g3ea27ab3b42_0_15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2" name="Google Shape;1682;g3ea27ab3b42_0_15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3" name="Google Shape;1683;g3ea27ab3b42_0_15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g3ea27ab3b42_0_155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g3ea27ab3b42_0_15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g3ea27ab3b42_0_15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8" name="Google Shape;1688;g3ea27ab3b42_0_15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9" name="Google Shape;1689;g3ea27ab3b42_0_15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g3ea27ab3b42_0_15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g3ea27ab3b42_0_15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ea27ab3b42_0_15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4" name="Google Shape;1694;g3ea27ab3b42_0_1567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g3ea27ab3b42_0_15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96" name="Google Shape;1696;g3ea27ab3b42_0_15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g3ea27ab3b42_0_15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3ea27ab3b42_0_157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0" name="Google Shape;1700;g3ea27ab3b42_0_1573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g3ea27ab3b42_0_157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02" name="Google Shape;1702;g3ea27ab3b42_0_157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g3ea27ab3b42_0_157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5" name="Google Shape;1705;g3ea27ab3b42_0_15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g3ea27ab3b42_0_157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3ea27ab3b42_0_158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g3ea27ab3b42_0_158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g3ea27ab3b42_0_158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g3ea27ab3b42_0_158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g3ea27ab3b42_0_158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g3ea27ab3b42_0_158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g3ea27ab3b42_0_158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g3ea27ab3b42_0_158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g3ea27ab3b42_0_158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84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3.xml"/><Relationship Id="rId42" Type="http://schemas.openxmlformats.org/officeDocument/2006/relationships/slideLayout" Target="../slideLayouts/slideLayout125.xml"/><Relationship Id="rId41" Type="http://schemas.openxmlformats.org/officeDocument/2006/relationships/slideLayout" Target="../slideLayouts/slideLayout124.xml"/><Relationship Id="rId44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26.xml"/><Relationship Id="rId46" Type="http://schemas.openxmlformats.org/officeDocument/2006/relationships/slideLayout" Target="../slideLayouts/slideLayout129.xml"/><Relationship Id="rId45" Type="http://schemas.openxmlformats.org/officeDocument/2006/relationships/slideLayout" Target="../slideLayouts/slideLayout128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131.xml"/><Relationship Id="rId47" Type="http://schemas.openxmlformats.org/officeDocument/2006/relationships/slideLayout" Target="../slideLayouts/slideLayout130.xml"/><Relationship Id="rId49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14.xml"/><Relationship Id="rId30" Type="http://schemas.openxmlformats.org/officeDocument/2006/relationships/slideLayout" Target="../slideLayouts/slideLayout113.xml"/><Relationship Id="rId33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15.xml"/><Relationship Id="rId35" Type="http://schemas.openxmlformats.org/officeDocument/2006/relationships/slideLayout" Target="../slideLayouts/slideLayout118.xml"/><Relationship Id="rId34" Type="http://schemas.openxmlformats.org/officeDocument/2006/relationships/slideLayout" Target="../slideLayouts/slideLayout117.xml"/><Relationship Id="rId37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19.xml"/><Relationship Id="rId39" Type="http://schemas.openxmlformats.org/officeDocument/2006/relationships/slideLayout" Target="../slideLayouts/slideLayout122.xml"/><Relationship Id="rId38" Type="http://schemas.openxmlformats.org/officeDocument/2006/relationships/slideLayout" Target="../slideLayouts/slideLayout121.xml"/><Relationship Id="rId62" Type="http://schemas.openxmlformats.org/officeDocument/2006/relationships/slideLayout" Target="../slideLayouts/slideLayout145.xml"/><Relationship Id="rId61" Type="http://schemas.openxmlformats.org/officeDocument/2006/relationships/slideLayout" Target="../slideLayouts/slideLayout144.xml"/><Relationship Id="rId20" Type="http://schemas.openxmlformats.org/officeDocument/2006/relationships/slideLayout" Target="../slideLayouts/slideLayout103.xml"/><Relationship Id="rId64" Type="http://schemas.openxmlformats.org/officeDocument/2006/relationships/slideLayout" Target="../slideLayouts/slideLayout147.xml"/><Relationship Id="rId63" Type="http://schemas.openxmlformats.org/officeDocument/2006/relationships/slideLayout" Target="../slideLayouts/slideLayout146.xml"/><Relationship Id="rId22" Type="http://schemas.openxmlformats.org/officeDocument/2006/relationships/slideLayout" Target="../slideLayouts/slideLayout105.xml"/><Relationship Id="rId66" Type="http://schemas.openxmlformats.org/officeDocument/2006/relationships/slideLayout" Target="../slideLayouts/slideLayout149.xml"/><Relationship Id="rId21" Type="http://schemas.openxmlformats.org/officeDocument/2006/relationships/slideLayout" Target="../slideLayouts/slideLayout104.xml"/><Relationship Id="rId65" Type="http://schemas.openxmlformats.org/officeDocument/2006/relationships/slideLayout" Target="../slideLayouts/slideLayout148.xml"/><Relationship Id="rId24" Type="http://schemas.openxmlformats.org/officeDocument/2006/relationships/slideLayout" Target="../slideLayouts/slideLayout107.xml"/><Relationship Id="rId68" Type="http://schemas.openxmlformats.org/officeDocument/2006/relationships/slideLayout" Target="../slideLayouts/slideLayout151.xml"/><Relationship Id="rId23" Type="http://schemas.openxmlformats.org/officeDocument/2006/relationships/slideLayout" Target="../slideLayouts/slideLayout106.xml"/><Relationship Id="rId67" Type="http://schemas.openxmlformats.org/officeDocument/2006/relationships/slideLayout" Target="../slideLayouts/slideLayout150.xml"/><Relationship Id="rId60" Type="http://schemas.openxmlformats.org/officeDocument/2006/relationships/slideLayout" Target="../slideLayouts/slideLayout143.xml"/><Relationship Id="rId26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08.xml"/><Relationship Id="rId69" Type="http://schemas.openxmlformats.org/officeDocument/2006/relationships/theme" Target="../theme/theme2.xml"/><Relationship Id="rId28" Type="http://schemas.openxmlformats.org/officeDocument/2006/relationships/slideLayout" Target="../slideLayouts/slideLayout111.xml"/><Relationship Id="rId27" Type="http://schemas.openxmlformats.org/officeDocument/2006/relationships/slideLayout" Target="../slideLayouts/slideLayout110.xml"/><Relationship Id="rId29" Type="http://schemas.openxmlformats.org/officeDocument/2006/relationships/slideLayout" Target="../slideLayouts/slideLayout112.xml"/><Relationship Id="rId51" Type="http://schemas.openxmlformats.org/officeDocument/2006/relationships/slideLayout" Target="../slideLayouts/slideLayout134.xml"/><Relationship Id="rId50" Type="http://schemas.openxmlformats.org/officeDocument/2006/relationships/slideLayout" Target="../slideLayouts/slideLayout133.xml"/><Relationship Id="rId53" Type="http://schemas.openxmlformats.org/officeDocument/2006/relationships/slideLayout" Target="../slideLayouts/slideLayout136.xml"/><Relationship Id="rId52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94.xml"/><Relationship Id="rId55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93.xml"/><Relationship Id="rId54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96.xml"/><Relationship Id="rId57" Type="http://schemas.openxmlformats.org/officeDocument/2006/relationships/slideLayout" Target="../slideLayouts/slideLayout140.xml"/><Relationship Id="rId12" Type="http://schemas.openxmlformats.org/officeDocument/2006/relationships/slideLayout" Target="../slideLayouts/slideLayout95.xml"/><Relationship Id="rId56" Type="http://schemas.openxmlformats.org/officeDocument/2006/relationships/slideLayout" Target="../slideLayouts/slideLayout139.xml"/><Relationship Id="rId15" Type="http://schemas.openxmlformats.org/officeDocument/2006/relationships/slideLayout" Target="../slideLayouts/slideLayout98.xml"/><Relationship Id="rId59" Type="http://schemas.openxmlformats.org/officeDocument/2006/relationships/slideLayout" Target="../slideLayouts/slideLayout142.xml"/><Relationship Id="rId14" Type="http://schemas.openxmlformats.org/officeDocument/2006/relationships/slideLayout" Target="../slideLayouts/slideLayout97.xml"/><Relationship Id="rId58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b="0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b="0" i="0" sz="2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b="0" i="0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b="0" i="0" sz="19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marR="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b="0" i="0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7" name="Google Shape;86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8" name="Google Shape;86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ea27ab3b42_0_80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29" name="Google Shape;929;g3ea27ab3b42_0_80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b="0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b="0" i="0" sz="2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b="0" i="0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b="0" i="0" sz="19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marR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marR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marR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marR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b="0" i="0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930" name="Google Shape;930;g3ea27ab3b42_0_80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  <p:sldLayoutId id="2147483770" r:id="rId37"/>
    <p:sldLayoutId id="2147483771" r:id="rId38"/>
    <p:sldLayoutId id="2147483772" r:id="rId39"/>
    <p:sldLayoutId id="2147483773" r:id="rId40"/>
    <p:sldLayoutId id="2147483774" r:id="rId41"/>
    <p:sldLayoutId id="2147483775" r:id="rId42"/>
    <p:sldLayoutId id="2147483776" r:id="rId43"/>
    <p:sldLayoutId id="2147483777" r:id="rId44"/>
    <p:sldLayoutId id="2147483778" r:id="rId45"/>
    <p:sldLayoutId id="2147483779" r:id="rId46"/>
    <p:sldLayoutId id="2147483780" r:id="rId47"/>
    <p:sldLayoutId id="2147483781" r:id="rId48"/>
    <p:sldLayoutId id="2147483782" r:id="rId49"/>
    <p:sldLayoutId id="2147483783" r:id="rId50"/>
    <p:sldLayoutId id="2147483784" r:id="rId51"/>
    <p:sldLayoutId id="2147483785" r:id="rId52"/>
    <p:sldLayoutId id="2147483786" r:id="rId53"/>
    <p:sldLayoutId id="2147483787" r:id="rId54"/>
    <p:sldLayoutId id="2147483788" r:id="rId55"/>
    <p:sldLayoutId id="2147483789" r:id="rId56"/>
    <p:sldLayoutId id="2147483790" r:id="rId57"/>
    <p:sldLayoutId id="2147483791" r:id="rId58"/>
    <p:sldLayoutId id="2147483792" r:id="rId59"/>
    <p:sldLayoutId id="2147483793" r:id="rId60"/>
    <p:sldLayoutId id="2147483794" r:id="rId61"/>
    <p:sldLayoutId id="2147483795" r:id="rId62"/>
    <p:sldLayoutId id="2147483796" r:id="rId63"/>
    <p:sldLayoutId id="2147483797" r:id="rId64"/>
    <p:sldLayoutId id="2147483798" r:id="rId65"/>
    <p:sldLayoutId id="2147483799" r:id="rId66"/>
    <p:sldLayoutId id="2147483800" r:id="rId67"/>
    <p:sldLayoutId id="2147483801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Relationship Id="rId6" Type="http://schemas.openxmlformats.org/officeDocument/2006/relationships/hyperlink" Target="http://www.youtube.com/watch?v=FLydb0_lVyE" TargetMode="External"/><Relationship Id="rId7" Type="http://schemas.openxmlformats.org/officeDocument/2006/relationships/image" Target="../media/image9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"/>
          <p:cNvSpPr txBox="1"/>
          <p:nvPr>
            <p:ph idx="1" type="body"/>
          </p:nvPr>
        </p:nvSpPr>
        <p:spPr>
          <a:xfrm>
            <a:off x="171600" y="702150"/>
            <a:ext cx="87723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 u="sng"/>
              <a:t>Lesson objectives</a:t>
            </a:r>
            <a:endParaRPr b="1" sz="2000" u="sng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 identify the halogens on the Periodic table.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 describe how the properties of the halogens change as you move down the group.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 predict the properties of a halogen based on its position in the Periodic table.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22" name="Google Shape;1722;p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000"/>
              <a:t>Groups 7 elements</a:t>
            </a:r>
            <a:endParaRPr sz="3000"/>
          </a:p>
        </p:txBody>
      </p:sp>
      <p:sp>
        <p:nvSpPr>
          <p:cNvPr id="1723" name="Google Shape;1723;p1"/>
          <p:cNvSpPr/>
          <p:nvPr/>
        </p:nvSpPr>
        <p:spPr>
          <a:xfrm>
            <a:off x="8277225" y="38100"/>
            <a:ext cx="781200" cy="57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"/>
          <p:cNvSpPr/>
          <p:nvPr/>
        </p:nvSpPr>
        <p:spPr>
          <a:xfrm>
            <a:off x="8439150" y="4343400"/>
            <a:ext cx="381000" cy="4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"/>
          <p:cNvSpPr/>
          <p:nvPr/>
        </p:nvSpPr>
        <p:spPr>
          <a:xfrm>
            <a:off x="95250" y="4543425"/>
            <a:ext cx="8963100" cy="4764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Keywords: </a:t>
            </a:r>
            <a:r>
              <a:rPr b="0" i="0" lang="en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Periodic Table, group 7, halogens</a:t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6" name="Google Shape;1726;p1"/>
          <p:cNvPicPr preferRelativeResize="0"/>
          <p:nvPr/>
        </p:nvPicPr>
        <p:blipFill rotWithShape="1">
          <a:blip r:embed="rId3">
            <a:alphaModFix/>
          </a:blip>
          <a:srcRect b="0" l="11064" r="12048" t="0"/>
          <a:stretch/>
        </p:blipFill>
        <p:spPr>
          <a:xfrm>
            <a:off x="247650" y="3010050"/>
            <a:ext cx="1257299" cy="113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1"/>
          <p:cNvSpPr txBox="1"/>
          <p:nvPr/>
        </p:nvSpPr>
        <p:spPr>
          <a:xfrm>
            <a:off x="247650" y="4143375"/>
            <a:ext cx="132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Brain teaser</a:t>
            </a:r>
            <a:endParaRPr b="1"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3ea27ab3b42_0_79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3" name="Google Shape;1733;g3ea27ab3b42_0_796" title="Screenshot 2026-06-08 at 2.2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25" y="0"/>
            <a:ext cx="7966524" cy="48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g3ea27ab3b42_0_796"/>
          <p:cNvSpPr/>
          <p:nvPr/>
        </p:nvSpPr>
        <p:spPr>
          <a:xfrm>
            <a:off x="224225" y="1859550"/>
            <a:ext cx="7818900" cy="712200"/>
          </a:xfrm>
          <a:prstGeom prst="rect">
            <a:avLst/>
          </a:prstGeom>
          <a:noFill/>
          <a:ln cap="flat" cmpd="sng" w="38100">
            <a:solidFill>
              <a:srgbClr val="FFA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3"/>
          <p:cNvSpPr txBox="1"/>
          <p:nvPr/>
        </p:nvSpPr>
        <p:spPr>
          <a:xfrm>
            <a:off x="1809100" y="521475"/>
            <a:ext cx="3651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Displacement</a:t>
            </a:r>
            <a:endParaRPr b="0" i="0" sz="4500" u="none" cap="none" strike="noStrike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0" name="Google Shape;17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25" y="108325"/>
            <a:ext cx="1657325" cy="16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3"/>
          <p:cNvSpPr txBox="1"/>
          <p:nvPr/>
        </p:nvSpPr>
        <p:spPr>
          <a:xfrm>
            <a:off x="214975" y="1708150"/>
            <a:ext cx="8709900" cy="1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Replacing a </a:t>
            </a:r>
            <a:r>
              <a:rPr b="1" i="0" lang="en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reactive</a:t>
            </a:r>
            <a:r>
              <a:rPr b="1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element with a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reactive</a:t>
            </a:r>
            <a:r>
              <a:rPr b="1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one in a compound.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(you can think of displacement as replacement)</a:t>
            </a:r>
            <a:endParaRPr b="1" i="0" sz="3200" u="none" cap="none" strike="noStrike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6" name="Google Shape;17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1275"/>
            <a:ext cx="5248276" cy="498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3213" y="238676"/>
            <a:ext cx="1255700" cy="12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0502" y="1642150"/>
            <a:ext cx="1141125" cy="161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untdown timer with flip sounds. The gong alerts at the start and the end.&#10;&#10;✔️ 11 Hours Timer&#10;https://youtu.be/n3PHMOG5fzA&#10;&#10;✔️ 10 Hours Timer&#10;https://youtu.be/rD7pFMYfBeA&#10;&#10;✔️ 9 Hours Timer&#10;https://youtu.be/u0iXlaNqLzs&#10;&#10;✔️ 8 Hours Timer&#10;https://youtu.be/jVrJvAnqWuU&#10;&#10;✔️ 7 Hours Timer&#10;https://youtu.be/NXnq_WRJTc8&#10;&#10;✔️ 6 Hours Timer&#10;https://youtu.be/QGpO3ku-nzA&#10;&#10;✔️ 5 Hours Timer&#10;https://youtu.be/nFrLmxQRySE&#10;&#10;✔️ 4 Hours Timer&#10;https://youtu.be/hO7crrOpt18&#10;&#10;✔️ 3 Hours 30 Minutes Timer&#10;https://youtu.be/d6fQi02t-b8&#10;&#10;✔️ 3 Hours Timer&#10;https://youtu.be/MK2zDoHDyA8&#10;&#10;✔️ 2 Hours 30 Minutes Timer&#10;https://youtu.be/pk2LvYaNOqg&#10;&#10;✔️ 2 Hours Timer&#10;https://youtu.be/6bew5KjOPIA&#10;&#10;✔️ 1 Hour 50 Minutes Timer&#10;https://youtu.be/TUV_mKQzLgg&#10;&#10;✔️ 1 Hour 45 Minutes Timer&#10;https://youtu.be/pItcCdJAthE&#10;&#10;✔️ 90 Min Timer&#10;https://youtu.be/p42KkHBrvM8&#10;&#10;✔️ 80 Min Timer&#10;https://youtu.be/_mHRTAG0-Xk&#10;&#10;✔️ 75 Min Timer&#10;https://youtu.be/oeqe1Mcc5dw&#10;&#10;✔️ 70 Min Timer&#10;https://youtu.be/ugwwNcB2F8k&#10;&#10;✔️ 60 Min Timer&#10;https://youtu.be/I3Pu-M0SF9s&#10;&#10;✔️ 50 Min Timer&#10;https://youtu.be/ENx-ic4RiGc&#10;&#10;✔️ 45 Min Timer&#10;https://youtu.be/7MXWVgX0_cU&#10;&#10;✔️ 40 Min Timer&#10;https://youtu.be/_PwgXVqUox4&#10;&#10;✔️ 35 Min Timer&#10;https://youtu.be/MpbBQIpKCXg&#10;&#10;💘 30 Min Timer&#10;https://youtu.be/FLydb0_lVyE&#10;&#10;✔️ 25 Min Timer&#10;https://youtu.be/QDzcT6OpPhw&#10;&#10;✔️ 20 Min Timer&#10;https://youtu.be/d-xX6VzIRY0&#10;&#10;✔️ 15 Min Timer&#10;https://youtu.be/F0j-u8N7V4w&#10;&#10;✔️ 14 Min Timer&#10;https://youtu.be/t4xGhgW17QU&#10;&#10;✔️ 13 Min Timer&#10;https://youtu.be/R2VOnyoshRE&#10;&#10;✔️ 12 Min Timer&#10;https://youtu.be/BNWBB1qGIbk&#10;&#10;✔️ 11 Min Timer&#10;https://youtu.be/w5Fw4OuwVjE&#10;&#10;✔️ 10 Min Timer&#10;https://youtu.be/shRZ055Ljfw&#10;&#10;✔️ 9 Min Timer&#10;https://youtu.be/F6dPZgTN3bY&#10;&#10;✔️ 8 Min Timer&#10;https://youtu.be/oyJAZuRk4Cc&#10;&#10;✔️ 7 Min Timer&#10;https://youtu.be/ztQ4X-wQPnU&#10;&#10;✔️ 6 Min Timer&#10;https://youtu.be/bG_SVZaiReM&#10;&#10;✔️ 5 Min Timer&#10;https://youtu.be/esQPBvGbxZ8&#10;&#10;✔️ 4 Min Timer&#10;https://youtu.be/YO2Lt3xS8JU&#10;&#10;✔️ 3 Min Timer&#10;https://youtu.be/pbU10mT8Ahg&#10;&#10;✔️ 2 Min Timer&#10;https://youtu.be/BzsBVZvHfDM&#10;&#10;✔️ 1 Min Timer&#10;https://youtu.be/sM4HnXh9fHE&#10;&#10;✔️ 1 Min [ 360°VR ] Countup &amp; Countdown Timers &#10;https://youtu.be/shRZ055Ljfw&#10;&#10;☑️ 💜 Lilac Color 💜 Flip Clock Timers [ PLAYLIST ]&#10;https://youtube.com/playlist?list=PL7oy-W4T92tL6dCGMjefB0RVy5EZLBnsb&#10;&#10;☑️ 30 Minutes Countdown Timers [ PLAYLIST ]&#10;https://youtube.com/playlist?list=PL7oy-W4T92tLJ4PRjoLZ8ggYE6aUn5wLW" id="1749" name="Google Shape;1749;p4" title="30 Min Countdown Flip Clock Timer / Simple Beeps 🫐 🔔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3115" y="3571875"/>
            <a:ext cx="1895900" cy="10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4" name="Google Shape;17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775" y="895200"/>
            <a:ext cx="8202452" cy="36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5"/>
          <p:cNvSpPr txBox="1"/>
          <p:nvPr/>
        </p:nvSpPr>
        <p:spPr>
          <a:xfrm>
            <a:off x="2022300" y="24375"/>
            <a:ext cx="5275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  <a:endParaRPr b="0" i="0" sz="30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6"/>
          <p:cNvSpPr txBox="1"/>
          <p:nvPr/>
        </p:nvSpPr>
        <p:spPr>
          <a:xfrm>
            <a:off x="219075" y="618975"/>
            <a:ext cx="8801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colour change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will only occur if the halogen present in the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halogen solution is more reactive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than the halogen present in the potassium salt.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combinations of solutions </a:t>
            </a:r>
            <a:r>
              <a:rPr b="1" i="0" lang="en" sz="2000" u="none" cap="none" strike="noStrike">
                <a:solidFill>
                  <a:srgbClr val="000000"/>
                </a:solidFill>
                <a:highlight>
                  <a:srgbClr val="CFE2F3"/>
                </a:highlight>
                <a:latin typeface="Lato"/>
                <a:ea typeface="Lato"/>
                <a:cs typeface="Lato"/>
                <a:sym typeface="Lato"/>
              </a:rPr>
              <a:t>highlighted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the table below will not react. 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Since each of the solutions contain the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same halogen, displacement will not occur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You can use these reactions as colour controls: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After mixing, if the colour of the solutions remains the same as the highlighted mixture in that row, then no reaction has occurred. Write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 reaction 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the box.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After mixing, if the colour of the solutions changes from the highlighted mixture in that row, then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describe the colour change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the box.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6"/>
          <p:cNvSpPr txBox="1"/>
          <p:nvPr/>
        </p:nvSpPr>
        <p:spPr>
          <a:xfrm>
            <a:off x="2022300" y="24375"/>
            <a:ext cx="5275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  <a:endParaRPr b="0" i="0" sz="30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6" name="Google Shape;17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298" y="618975"/>
            <a:ext cx="7041400" cy="314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7"/>
          <p:cNvSpPr txBox="1"/>
          <p:nvPr/>
        </p:nvSpPr>
        <p:spPr>
          <a:xfrm>
            <a:off x="2022300" y="24375"/>
            <a:ext cx="5275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  <a:endParaRPr b="0" i="0" sz="30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8" name="Google Shape;1768;p7"/>
          <p:cNvSpPr txBox="1"/>
          <p:nvPr/>
        </p:nvSpPr>
        <p:spPr>
          <a:xfrm>
            <a:off x="314250" y="3814775"/>
            <a:ext cx="851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Which is the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most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reactive of the three halogens? Explain how you know.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Which is the </a:t>
            </a:r>
            <a:r>
              <a:rPr b="1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least</a:t>
            </a:r>
            <a:r>
              <a:rPr b="0" i="0" lang="en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reactive of the three halogens? Explain how you know.</a:t>
            </a:r>
            <a:endParaRPr b="0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8"/>
          <p:cNvSpPr txBox="1"/>
          <p:nvPr/>
        </p:nvSpPr>
        <p:spPr>
          <a:xfrm>
            <a:off x="2022300" y="24375"/>
            <a:ext cx="52755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65BB48"/>
                </a:solidFill>
                <a:latin typeface="Lato"/>
                <a:ea typeface="Lato"/>
                <a:cs typeface="Lato"/>
                <a:sym typeface="Lato"/>
              </a:rPr>
              <a:t>Answers</a:t>
            </a:r>
            <a:endParaRPr b="0" i="0" sz="3000" u="none" cap="none" strike="noStrike">
              <a:solidFill>
                <a:srgbClr val="65BB4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4" name="Google Shape;17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223" y="618975"/>
            <a:ext cx="5937557" cy="2650713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8"/>
          <p:cNvSpPr txBox="1"/>
          <p:nvPr/>
        </p:nvSpPr>
        <p:spPr>
          <a:xfrm>
            <a:off x="157200" y="3269700"/>
            <a:ext cx="8829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Chlorine is the most reactive</a:t>
            </a:r>
            <a:r>
              <a:rPr b="0" i="0" lang="en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as it was able to displace both bromine and iodine from their potassium salts. Chlorine could not be displaced from its salt by either bromine or iodine.</a:t>
            </a:r>
            <a:endParaRPr b="0" i="0" sz="1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Iodine is the least reactive</a:t>
            </a:r>
            <a:r>
              <a:rPr b="0" i="0" lang="en" sz="19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as it was displaced from its salt by both chlorine and bromine. It was not able to displace either chlorine or bromine from their salts.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3ea27ab3b42_0_159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1" name="Google Shape;1781;g3ea27ab3b42_0_1592" title="Screenshot 2026-06-08 at 2.2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25" y="0"/>
            <a:ext cx="7966524" cy="48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g3ea27ab3b42_0_1592"/>
          <p:cNvSpPr/>
          <p:nvPr/>
        </p:nvSpPr>
        <p:spPr>
          <a:xfrm>
            <a:off x="224238" y="1859550"/>
            <a:ext cx="7818900" cy="712200"/>
          </a:xfrm>
          <a:prstGeom prst="rect">
            <a:avLst/>
          </a:prstGeom>
          <a:noFill/>
          <a:ln cap="flat" cmpd="sng" w="38100">
            <a:solidFill>
              <a:srgbClr val="FFA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