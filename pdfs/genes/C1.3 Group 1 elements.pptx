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18.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96.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96.xml"/>
  <Override ContentType="application/vnd.openxmlformats-officedocument.presentationml.slideLayout+xml" PartName="/ppt/slideLayouts/slideLayout102.xml"/>
  <Override ContentType="application/vnd.openxmlformats-officedocument.presentationml.slideLayout+xml" PartName="/ppt/slideLayouts/slideLayout188.xml"/>
  <Override ContentType="application/vnd.openxmlformats-officedocument.presentationml.slideLayout+xml" PartName="/ppt/slideLayouts/slideLayout165.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81.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14.xml"/>
  <Override ContentType="application/vnd.openxmlformats-officedocument.presentationml.slideLayout+xml" PartName="/ppt/slideLayouts/slideLayout92.xml"/>
  <Override ContentType="application/vnd.openxmlformats-officedocument.presentationml.slideLayout+xml" PartName="/ppt/slideLayouts/slideLayout150.xml"/>
  <Override ContentType="application/vnd.openxmlformats-officedocument.presentationml.slideLayout+xml" PartName="/ppt/slideLayouts/slideLayout193.xml"/>
  <Override ContentType="application/vnd.openxmlformats-officedocument.presentationml.slideLayout+xml" PartName="/ppt/slideLayouts/slideLayout185.xml"/>
  <Override ContentType="application/vnd.openxmlformats-officedocument.presentationml.slideLayout+xml" PartName="/ppt/slideLayouts/slideLayout133.xml"/>
  <Override ContentType="application/vnd.openxmlformats-officedocument.presentationml.slideLayout+xml" PartName="/ppt/slideLayouts/slideLayout176.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26.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61.xml"/>
  <Override ContentType="application/vnd.openxmlformats-officedocument.presentationml.slideLayout+xml" PartName="/ppt/slideLayouts/slideLayout172.xml"/>
  <Override ContentType="application/vnd.openxmlformats-officedocument.presentationml.slideLayout+xml" PartName="/ppt/slideLayouts/slideLayout206.xml"/>
  <Override ContentType="application/vnd.openxmlformats-officedocument.presentationml.slideLayout+xml" PartName="/ppt/slideLayouts/slideLayout142.xml"/>
  <Override ContentType="application/vnd.openxmlformats-officedocument.presentationml.slideLayout+xml" PartName="/ppt/slideLayouts/slideLayout12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210.xml"/>
  <Override ContentType="application/vnd.openxmlformats-officedocument.presentationml.slideLayout+xml" PartName="/ppt/slideLayouts/slideLayout45.xml"/>
  <Override ContentType="application/vnd.openxmlformats-officedocument.presentationml.slideLayout+xml" PartName="/ppt/slideLayouts/slideLayout189.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219.xml"/>
  <Override ContentType="application/vnd.openxmlformats-officedocument.presentationml.slideLayout+xml" PartName="/ppt/slideLayouts/slideLayout70.xml"/>
  <Override ContentType="application/vnd.openxmlformats-officedocument.presentationml.slideLayout+xml" PartName="/ppt/slideLayouts/slideLayout217.xml"/>
  <Override ContentType="application/vnd.openxmlformats-officedocument.presentationml.slideLayout+xml" PartName="/ppt/slideLayouts/slideLayout128.xml"/>
  <Override ContentType="application/vnd.openxmlformats-officedocument.presentationml.slideLayout+xml" PartName="/ppt/slideLayouts/slideLayout2.xml"/>
  <Override ContentType="application/vnd.openxmlformats-officedocument.presentationml.slideLayout+xml" PartName="/ppt/slideLayouts/slideLayout180.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18.xml"/>
  <Override ContentType="application/vnd.openxmlformats-officedocument.presentationml.slideLayout+xml" PartName="/ppt/slideLayouts/slideLayout195.xml"/>
  <Override ContentType="application/vnd.openxmlformats-officedocument.presentationml.slideLayout+xml" PartName="/ppt/slideLayouts/slideLayout85.xml"/>
  <Override ContentType="application/vnd.openxmlformats-officedocument.presentationml.slideLayout+xml" PartName="/ppt/slideLayouts/slideLayout202.xml"/>
  <Override ContentType="application/vnd.openxmlformats-officedocument.presentationml.slideLayout+xml" PartName="/ppt/slideLayouts/slideLayout177.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184.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7.xml"/>
  <Override ContentType="application/vnd.openxmlformats-officedocument.presentationml.slideLayout+xml" PartName="/ppt/slideLayouts/slideLayout107.xml"/>
  <Override ContentType="application/vnd.openxmlformats-officedocument.presentationml.slideLayout+xml" PartName="/ppt/slideLayouts/slideLayout124.xml"/>
  <Override ContentType="application/vnd.openxmlformats-officedocument.presentationml.slideLayout+xml" PartName="/ppt/slideLayouts/slideLayout21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220.xml"/>
  <Override ContentType="application/vnd.openxmlformats-officedocument.presentationml.slideLayout+xml" PartName="/ppt/slideLayouts/slideLayout68.xml"/>
  <Override ContentType="application/vnd.openxmlformats-officedocument.presentationml.slideLayout+xml" PartName="/ppt/slideLayouts/slideLayout203.xml"/>
  <Override ContentType="application/vnd.openxmlformats-officedocument.presentationml.slideLayout+xml" PartName="/ppt/slideLayouts/slideLayout190.xml"/>
  <Override ContentType="application/vnd.openxmlformats-officedocument.presentationml.slideLayout+xml" PartName="/ppt/slideLayouts/slideLayout207.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31.xml"/>
  <Override ContentType="application/vnd.openxmlformats-officedocument.presentationml.slideLayout+xml" PartName="/ppt/slideLayouts/slideLayout80.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156.xml"/>
  <Override ContentType="application/vnd.openxmlformats-officedocument.presentationml.slideLayout+xml" PartName="/ppt/slideLayouts/slideLayout199.xml"/>
  <Override ContentType="application/vnd.openxmlformats-officedocument.presentationml.slideLayout+xml" PartName="/ppt/slideLayouts/slideLayout173.xml"/>
  <Override ContentType="application/vnd.openxmlformats-officedocument.presentationml.slideLayout+xml" PartName="/ppt/slideLayouts/slideLayout171.xml"/>
  <Override ContentType="application/vnd.openxmlformats-officedocument.presentationml.slideLayout+xml" PartName="/ppt/slideLayouts/slideLayout198.xml"/>
  <Override ContentType="application/vnd.openxmlformats-officedocument.presentationml.slideLayout+xml" PartName="/ppt/slideLayouts/slideLayout120.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216.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208.xml"/>
  <Override ContentType="application/vnd.openxmlformats-officedocument.presentationml.slideLayout+xml" PartName="/ppt/slideLayouts/slideLayout35.xml"/>
  <Override ContentType="application/vnd.openxmlformats-officedocument.presentationml.slideLayout+xml" PartName="/ppt/slideLayouts/slideLayout178.xml"/>
  <Override ContentType="application/vnd.openxmlformats-officedocument.presentationml.slideLayout+xml" PartName="/ppt/slideLayouts/slideLayout135.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94.xml"/>
  <Override ContentType="application/vnd.openxmlformats-officedocument.presentationml.slideLayout+xml" PartName="/ppt/slideLayouts/slideLayout71.xml"/>
  <Override ContentType="application/vnd.openxmlformats-officedocument.presentationml.slideLayout+xml" PartName="/ppt/slideLayouts/slideLayout151.xml"/>
  <Override ContentType="application/vnd.openxmlformats-officedocument.presentationml.slideLayout+xml" PartName="/ppt/slideLayouts/slideLayout201.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116.xml"/>
  <Override ContentType="application/vnd.openxmlformats-officedocument.presentationml.slideLayout+xml" PartName="/ppt/slideLayouts/slideLayout221.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204.xml"/>
  <Override ContentType="application/vnd.openxmlformats-officedocument.presentationml.slideLayout+xml" PartName="/ppt/slideLayouts/slideLayout212.xml"/>
  <Override ContentType="application/vnd.openxmlformats-officedocument.presentationml.slideLayout+xml" PartName="/ppt/slideLayouts/slideLayout183.xml"/>
  <Override ContentType="application/vnd.openxmlformats-officedocument.presentationml.slideLayout+xml" PartName="/ppt/slideLayouts/slideLayout166.xml"/>
  <Override ContentType="application/vnd.openxmlformats-officedocument.presentationml.slideLayout+xml" PartName="/ppt/slideLayouts/slideLayout140.xml"/>
  <Override ContentType="application/vnd.openxmlformats-officedocument.presentationml.slideLayout+xml" PartName="/ppt/slideLayouts/slideLayout90.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51.xml"/>
  <Override ContentType="application/vnd.openxmlformats-officedocument.presentationml.slideLayout+xml" PartName="/ppt/slideLayouts/slideLayout94.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87.xml"/>
  <Override ContentType="application/vnd.openxmlformats-officedocument.presentationml.slideLayout+xml" PartName="/ppt/slideLayouts/slideLayout19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200.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97.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101.xml"/>
  <Override ContentType="application/vnd.openxmlformats-officedocument.presentationml.slideLayout+xml" PartName="/ppt/slideLayouts/slideLayout179.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05.xml"/>
  <Override ContentType="application/vnd.openxmlformats-officedocument.presentationml.slideLayout+xml" PartName="/ppt/slideLayouts/slideLayout182.xml"/>
  <Override ContentType="application/vnd.openxmlformats-officedocument.presentationml.slideLayout+xml" PartName="/ppt/slideLayouts/slideLayout215.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09.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205.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115.xml"/>
  <Override ContentType="application/vnd.openxmlformats-officedocument.presentationml.slideLayout+xml" PartName="/ppt/slideLayouts/slideLayout192.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211.xml"/>
  <Override ContentType="application/vnd.openxmlformats-officedocument.presentationml.slideLayout+xml" PartName="/ppt/slideLayouts/slideLayout100.xml"/>
  <Override ContentType="application/vnd.openxmlformats-officedocument.presentationml.slideLayout+xml" PartName="/ppt/slideLayouts/slideLayout143.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86.xml"/>
  <Override ContentType="application/vnd.openxmlformats-officedocument.presentationml.slideLayout+xml" PartName="/ppt/slideLayouts/slideLayout160.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721" r:id="rId5"/>
    <p:sldMasterId id="2147483733" r:id="rId6"/>
    <p:sldMasterId id="2147483805"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Lst>
  <p:sldSz cy="5143500" cx="9144000"/>
  <p:notesSz cx="6858000" cy="9144000"/>
  <p:embeddedFontLst>
    <p:embeddedFont>
      <p:font typeface="Lexend Light"/>
      <p:regular r:id="rId44"/>
      <p:bold r:id="rId45"/>
    </p:embeddedFont>
    <p:embeddedFont>
      <p:font typeface="Nixie One"/>
      <p:regular r:id="rId46"/>
    </p:embeddedFont>
    <p:embeddedFont>
      <p:font typeface="Lato"/>
      <p:regular r:id="rId47"/>
      <p:bold r:id="rId48"/>
      <p:italic r:id="rId49"/>
      <p:boldItalic r:id="rId50"/>
    </p:embeddedFont>
    <p:embeddedFont>
      <p:font typeface="Varela Round"/>
      <p:regular r:id="rId51"/>
    </p:embeddedFont>
    <p:embeddedFont>
      <p:font typeface="Lexend Medium"/>
      <p:regular r:id="rId52"/>
      <p:bold r:id="rId53"/>
    </p:embeddedFont>
    <p:embeddedFont>
      <p:font typeface="ABeeZee"/>
      <p:regular r:id="rId54"/>
      <p:italic r:id="rId55"/>
    </p:embeddedFont>
    <p:embeddedFont>
      <p:font typeface="Lexend"/>
      <p:regular r:id="rId56"/>
      <p:bold r:id="rId57"/>
    </p:embeddedFont>
    <p:embeddedFont>
      <p:font typeface="Kalam"/>
      <p:regular r:id="rId58"/>
      <p:bold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0" roundtripDataSignature="AMtx7mgzjHfKWtUqT7PmszFT4LSrHbJP3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2AF9F37-2D7F-4094-A8A7-C154F08EF86E}">
  <a:tblStyle styleId="{E2AF9F37-2D7F-4094-A8A7-C154F08EF86E}" styleName="Table_0">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694D1BDD-B2E2-4282-BFBA-00CAED2B2ACD}" styleName="Table_1">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9EFF7"/>
          </a:solidFill>
        </a:fill>
      </a:tcStyle>
    </a:wholeTbl>
    <a:band1H>
      <a:tcTxStyle b="off" i="off"/>
      <a:tcStyle>
        <a:fill>
          <a:solidFill>
            <a:srgbClr val="D0DEEF"/>
          </a:solidFill>
        </a:fill>
      </a:tcStyle>
    </a:band1H>
    <a:band2H>
      <a:tcTxStyle b="off" i="off"/>
    </a:band2H>
    <a:band1V>
      <a:tcTxStyle b="off" i="off"/>
      <a:tcStyle>
        <a:fill>
          <a:solidFill>
            <a:srgbClr val="D0DEEF"/>
          </a:solidFill>
        </a:fill>
      </a:tcStyle>
    </a:band1V>
    <a:band2V>
      <a:tcTxStyle b="off" i="off"/>
    </a:band2V>
    <a:lastCol>
      <a:tcTxStyle b="on" i="off">
        <a:font>
          <a:latin typeface="Calibri"/>
          <a:ea typeface="Calibri"/>
          <a:cs typeface="Calibri"/>
        </a:font>
        <a:srgbClr val="FFFFFF"/>
      </a:tcTxStyle>
      <a:tcStyle>
        <a:fill>
          <a:solidFill>
            <a:srgbClr val="5B9BD5"/>
          </a:solidFill>
        </a:fill>
      </a:tcStyle>
    </a:lastCol>
    <a:firstCol>
      <a:tcTxStyle b="on" i="off">
        <a:font>
          <a:latin typeface="Calibri"/>
          <a:ea typeface="Calibri"/>
          <a:cs typeface="Calibri"/>
        </a:font>
        <a:srgbClr val="FFFFFF"/>
      </a:tcTxStyle>
      <a:tcStyle>
        <a:fill>
          <a:solidFill>
            <a:srgbClr val="5B9BD5"/>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5B9BD5"/>
          </a:solidFill>
        </a:fill>
      </a:tcStyle>
    </a:lastRow>
    <a:seCell>
      <a:tcTxStyle b="off" i="off"/>
    </a:seCell>
    <a:swCell>
      <a:tcTxStyle b="off" i="off"/>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5B9BD5"/>
          </a:solidFill>
        </a:fill>
      </a:tcStyle>
    </a:firstRow>
    <a:neCell>
      <a:tcTxStyle b="off" i="off"/>
    </a:neCell>
    <a:nwCell>
      <a:tcTxStyle b="off" i="off"/>
    </a:nwCell>
  </a:tblStyle>
  <a:tblStyle styleId="{40A10876-C1CF-4A74-93B3-93C9A342541C}" styleName="Table_2">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font" Target="fonts/LexendLight-regular.fntdata"/><Relationship Id="rId43" Type="http://schemas.openxmlformats.org/officeDocument/2006/relationships/slide" Target="slides/slide35.xml"/><Relationship Id="rId46" Type="http://schemas.openxmlformats.org/officeDocument/2006/relationships/font" Target="fonts/NixieOne-regular.fntdata"/><Relationship Id="rId45" Type="http://schemas.openxmlformats.org/officeDocument/2006/relationships/font" Target="fonts/LexendLight-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font" Target="fonts/Lato-bold.fntdata"/><Relationship Id="rId47" Type="http://schemas.openxmlformats.org/officeDocument/2006/relationships/font" Target="fonts/Lato-regular.fntdata"/><Relationship Id="rId49" Type="http://schemas.openxmlformats.org/officeDocument/2006/relationships/font" Target="fonts/Lato-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60" Type="http://customschemas.google.com/relationships/presentationmetadata" Target="metadata"/><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VarelaRound-regular.fntdata"/><Relationship Id="rId50" Type="http://schemas.openxmlformats.org/officeDocument/2006/relationships/font" Target="fonts/Lato-boldItalic.fntdata"/><Relationship Id="rId53" Type="http://schemas.openxmlformats.org/officeDocument/2006/relationships/font" Target="fonts/LexendMedium-bold.fntdata"/><Relationship Id="rId52" Type="http://schemas.openxmlformats.org/officeDocument/2006/relationships/font" Target="fonts/LexendMedium-regular.fntdata"/><Relationship Id="rId11" Type="http://schemas.openxmlformats.org/officeDocument/2006/relationships/slide" Target="slides/slide3.xml"/><Relationship Id="rId55" Type="http://schemas.openxmlformats.org/officeDocument/2006/relationships/font" Target="fonts/ABeeZee-italic.fntdata"/><Relationship Id="rId10" Type="http://schemas.openxmlformats.org/officeDocument/2006/relationships/slide" Target="slides/slide2.xml"/><Relationship Id="rId54" Type="http://schemas.openxmlformats.org/officeDocument/2006/relationships/font" Target="fonts/ABeeZee-regular.fntdata"/><Relationship Id="rId13" Type="http://schemas.openxmlformats.org/officeDocument/2006/relationships/slide" Target="slides/slide5.xml"/><Relationship Id="rId57" Type="http://schemas.openxmlformats.org/officeDocument/2006/relationships/font" Target="fonts/Lexend-bold.fntdata"/><Relationship Id="rId12" Type="http://schemas.openxmlformats.org/officeDocument/2006/relationships/slide" Target="slides/slide4.xml"/><Relationship Id="rId56" Type="http://schemas.openxmlformats.org/officeDocument/2006/relationships/font" Target="fonts/Lexend-regular.fntdata"/><Relationship Id="rId15" Type="http://schemas.openxmlformats.org/officeDocument/2006/relationships/slide" Target="slides/slide7.xml"/><Relationship Id="rId59" Type="http://schemas.openxmlformats.org/officeDocument/2006/relationships/font" Target="fonts/Kalam-bold.fntdata"/><Relationship Id="rId14" Type="http://schemas.openxmlformats.org/officeDocument/2006/relationships/slide" Target="slides/slide6.xml"/><Relationship Id="rId58" Type="http://schemas.openxmlformats.org/officeDocument/2006/relationships/font" Target="fonts/Kalam-regular.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8" name="Shape 2688"/>
        <p:cNvGrpSpPr/>
        <p:nvPr/>
      </p:nvGrpSpPr>
      <p:grpSpPr>
        <a:xfrm>
          <a:off x="0" y="0"/>
          <a:ext cx="0" cy="0"/>
          <a:chOff x="0" y="0"/>
          <a:chExt cx="0" cy="0"/>
        </a:xfrm>
      </p:grpSpPr>
      <p:sp>
        <p:nvSpPr>
          <p:cNvPr id="2689" name="Google Shape;2689;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0" name="Google Shape;269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1" name="Shape 2701"/>
        <p:cNvGrpSpPr/>
        <p:nvPr/>
      </p:nvGrpSpPr>
      <p:grpSpPr>
        <a:xfrm>
          <a:off x="0" y="0"/>
          <a:ext cx="0" cy="0"/>
          <a:chOff x="0" y="0"/>
          <a:chExt cx="0" cy="0"/>
        </a:xfrm>
      </p:grpSpPr>
      <p:sp>
        <p:nvSpPr>
          <p:cNvPr id="2702" name="Google Shape;2702;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3" name="Google Shape;270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7" name="Shape 2707"/>
        <p:cNvGrpSpPr/>
        <p:nvPr/>
      </p:nvGrpSpPr>
      <p:grpSpPr>
        <a:xfrm>
          <a:off x="0" y="0"/>
          <a:ext cx="0" cy="0"/>
          <a:chOff x="0" y="0"/>
          <a:chExt cx="0" cy="0"/>
        </a:xfrm>
      </p:grpSpPr>
      <p:sp>
        <p:nvSpPr>
          <p:cNvPr id="2708" name="Google Shape;2708;g3ed01901b3b_0_7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9" name="Google Shape;2709;g3ed01901b3b_0_7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4" name="Shape 2714"/>
        <p:cNvGrpSpPr/>
        <p:nvPr/>
      </p:nvGrpSpPr>
      <p:grpSpPr>
        <a:xfrm>
          <a:off x="0" y="0"/>
          <a:ext cx="0" cy="0"/>
          <a:chOff x="0" y="0"/>
          <a:chExt cx="0" cy="0"/>
        </a:xfrm>
      </p:grpSpPr>
      <p:sp>
        <p:nvSpPr>
          <p:cNvPr id="2715" name="Google Shape;271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6" name="Google Shape;271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4" name="Shape 2724"/>
        <p:cNvGrpSpPr/>
        <p:nvPr/>
      </p:nvGrpSpPr>
      <p:grpSpPr>
        <a:xfrm>
          <a:off x="0" y="0"/>
          <a:ext cx="0" cy="0"/>
          <a:chOff x="0" y="0"/>
          <a:chExt cx="0" cy="0"/>
        </a:xfrm>
      </p:grpSpPr>
      <p:sp>
        <p:nvSpPr>
          <p:cNvPr id="2725" name="Google Shape;2725;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6" name="Google Shape;272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0" name="Shape 2780"/>
        <p:cNvGrpSpPr/>
        <p:nvPr/>
      </p:nvGrpSpPr>
      <p:grpSpPr>
        <a:xfrm>
          <a:off x="0" y="0"/>
          <a:ext cx="0" cy="0"/>
          <a:chOff x="0" y="0"/>
          <a:chExt cx="0" cy="0"/>
        </a:xfrm>
      </p:grpSpPr>
      <p:sp>
        <p:nvSpPr>
          <p:cNvPr id="2781" name="Google Shape;2781;p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2" name="Google Shape;278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7" name="Shape 2787"/>
        <p:cNvGrpSpPr/>
        <p:nvPr/>
      </p:nvGrpSpPr>
      <p:grpSpPr>
        <a:xfrm>
          <a:off x="0" y="0"/>
          <a:ext cx="0" cy="0"/>
          <a:chOff x="0" y="0"/>
          <a:chExt cx="0" cy="0"/>
        </a:xfrm>
      </p:grpSpPr>
      <p:sp>
        <p:nvSpPr>
          <p:cNvPr id="2788" name="Google Shape;2788;p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9" name="Google Shape;278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4" name="Shape 2794"/>
        <p:cNvGrpSpPr/>
        <p:nvPr/>
      </p:nvGrpSpPr>
      <p:grpSpPr>
        <a:xfrm>
          <a:off x="0" y="0"/>
          <a:ext cx="0" cy="0"/>
          <a:chOff x="0" y="0"/>
          <a:chExt cx="0" cy="0"/>
        </a:xfrm>
      </p:grpSpPr>
      <p:sp>
        <p:nvSpPr>
          <p:cNvPr id="2795" name="Google Shape;2795;p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6" name="Google Shape;279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The metals were handled using forceps. The Group 1 metals were moved with forceps because they would react with the moisture on the skin. There is likely to be a warning to students to stand further back and a reminder of safety glasses and the safety screen.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0" name="Shape 2800"/>
        <p:cNvGrpSpPr/>
        <p:nvPr/>
      </p:nvGrpSpPr>
      <p:grpSpPr>
        <a:xfrm>
          <a:off x="0" y="0"/>
          <a:ext cx="0" cy="0"/>
          <a:chOff x="0" y="0"/>
          <a:chExt cx="0" cy="0"/>
        </a:xfrm>
      </p:grpSpPr>
      <p:sp>
        <p:nvSpPr>
          <p:cNvPr id="2801" name="Google Shape;2801;p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2" name="Google Shape;280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9" name="Shape 2809"/>
        <p:cNvGrpSpPr/>
        <p:nvPr/>
      </p:nvGrpSpPr>
      <p:grpSpPr>
        <a:xfrm>
          <a:off x="0" y="0"/>
          <a:ext cx="0" cy="0"/>
          <a:chOff x="0" y="0"/>
          <a:chExt cx="0" cy="0"/>
        </a:xfrm>
      </p:grpSpPr>
      <p:sp>
        <p:nvSpPr>
          <p:cNvPr id="2810" name="Google Shape;2810;p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1" name="Google Shape;281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5" name="Shape 2815"/>
        <p:cNvGrpSpPr/>
        <p:nvPr/>
      </p:nvGrpSpPr>
      <p:grpSpPr>
        <a:xfrm>
          <a:off x="0" y="0"/>
          <a:ext cx="0" cy="0"/>
          <a:chOff x="0" y="0"/>
          <a:chExt cx="0" cy="0"/>
        </a:xfrm>
      </p:grpSpPr>
      <p:sp>
        <p:nvSpPr>
          <p:cNvPr id="2816" name="Google Shape;2816;p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7" name="Google Shape;281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1" name="Shape 2821"/>
        <p:cNvGrpSpPr/>
        <p:nvPr/>
      </p:nvGrpSpPr>
      <p:grpSpPr>
        <a:xfrm>
          <a:off x="0" y="0"/>
          <a:ext cx="0" cy="0"/>
          <a:chOff x="0" y="0"/>
          <a:chExt cx="0" cy="0"/>
        </a:xfrm>
      </p:grpSpPr>
      <p:sp>
        <p:nvSpPr>
          <p:cNvPr id="2822" name="Google Shape;2822;p1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3" name="Google Shape;282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1:52 for information to explain that the video is only a depiction for francium</a:t>
            </a:r>
            <a:endParaRPr/>
          </a:p>
          <a:p>
            <a:pPr indent="0" lvl="0" marL="0" rtl="0" algn="l">
              <a:lnSpc>
                <a:spcPct val="100000"/>
              </a:lnSpc>
              <a:spcBef>
                <a:spcPts val="0"/>
              </a:spcBef>
              <a:spcAft>
                <a:spcPts val="0"/>
              </a:spcAft>
              <a:buSzPts val="1400"/>
              <a:buNone/>
            </a:pPr>
            <a:r>
              <a:rPr lang="en"/>
              <a:t>Video is set to play for after the explanation part</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7" name="Shape 2827"/>
        <p:cNvGrpSpPr/>
        <p:nvPr/>
      </p:nvGrpSpPr>
      <p:grpSpPr>
        <a:xfrm>
          <a:off x="0" y="0"/>
          <a:ext cx="0" cy="0"/>
          <a:chOff x="0" y="0"/>
          <a:chExt cx="0" cy="0"/>
        </a:xfrm>
      </p:grpSpPr>
      <p:sp>
        <p:nvSpPr>
          <p:cNvPr id="2828" name="Google Shape;2828;p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9" name="Google Shape;282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4" name="Shape 2834"/>
        <p:cNvGrpSpPr/>
        <p:nvPr/>
      </p:nvGrpSpPr>
      <p:grpSpPr>
        <a:xfrm>
          <a:off x="0" y="0"/>
          <a:ext cx="0" cy="0"/>
          <a:chOff x="0" y="0"/>
          <a:chExt cx="0" cy="0"/>
        </a:xfrm>
      </p:grpSpPr>
      <p:sp>
        <p:nvSpPr>
          <p:cNvPr id="2835" name="Google Shape;2835;g3f890c3dd1d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6" name="Google Shape;2836;g3f890c3dd1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1" name="Shape 2841"/>
        <p:cNvGrpSpPr/>
        <p:nvPr/>
      </p:nvGrpSpPr>
      <p:grpSpPr>
        <a:xfrm>
          <a:off x="0" y="0"/>
          <a:ext cx="0" cy="0"/>
          <a:chOff x="0" y="0"/>
          <a:chExt cx="0" cy="0"/>
        </a:xfrm>
      </p:grpSpPr>
      <p:sp>
        <p:nvSpPr>
          <p:cNvPr id="2842" name="Google Shape;2842;p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3" name="Google Shape;284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3" name="Shape 2863"/>
        <p:cNvGrpSpPr/>
        <p:nvPr/>
      </p:nvGrpSpPr>
      <p:grpSpPr>
        <a:xfrm>
          <a:off x="0" y="0"/>
          <a:ext cx="0" cy="0"/>
          <a:chOff x="0" y="0"/>
          <a:chExt cx="0" cy="0"/>
        </a:xfrm>
      </p:grpSpPr>
      <p:sp>
        <p:nvSpPr>
          <p:cNvPr id="2864" name="Google Shape;2864;p1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5" name="Google Shape;286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6" name="Shape 2876"/>
        <p:cNvGrpSpPr/>
        <p:nvPr/>
      </p:nvGrpSpPr>
      <p:grpSpPr>
        <a:xfrm>
          <a:off x="0" y="0"/>
          <a:ext cx="0" cy="0"/>
          <a:chOff x="0" y="0"/>
          <a:chExt cx="0" cy="0"/>
        </a:xfrm>
      </p:grpSpPr>
      <p:sp>
        <p:nvSpPr>
          <p:cNvPr id="2877" name="Google Shape;2877;p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8" name="Google Shape;287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5" name="Shape 2895"/>
        <p:cNvGrpSpPr/>
        <p:nvPr/>
      </p:nvGrpSpPr>
      <p:grpSpPr>
        <a:xfrm>
          <a:off x="0" y="0"/>
          <a:ext cx="0" cy="0"/>
          <a:chOff x="0" y="0"/>
          <a:chExt cx="0" cy="0"/>
        </a:xfrm>
      </p:grpSpPr>
      <p:sp>
        <p:nvSpPr>
          <p:cNvPr id="2896" name="Google Shape;2896;p1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7" name="Google Shape;289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3" name="Shape 2903"/>
        <p:cNvGrpSpPr/>
        <p:nvPr/>
      </p:nvGrpSpPr>
      <p:grpSpPr>
        <a:xfrm>
          <a:off x="0" y="0"/>
          <a:ext cx="0" cy="0"/>
          <a:chOff x="0" y="0"/>
          <a:chExt cx="0" cy="0"/>
        </a:xfrm>
      </p:grpSpPr>
      <p:sp>
        <p:nvSpPr>
          <p:cNvPr id="2904" name="Google Shape;2904;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5" name="Google Shape;290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0" name="Shape 2910"/>
        <p:cNvGrpSpPr/>
        <p:nvPr/>
      </p:nvGrpSpPr>
      <p:grpSpPr>
        <a:xfrm>
          <a:off x="0" y="0"/>
          <a:ext cx="0" cy="0"/>
          <a:chOff x="0" y="0"/>
          <a:chExt cx="0" cy="0"/>
        </a:xfrm>
      </p:grpSpPr>
      <p:sp>
        <p:nvSpPr>
          <p:cNvPr id="2911" name="Google Shape;2911;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2" name="Google Shape;2912;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8" name="Shape 2918"/>
        <p:cNvGrpSpPr/>
        <p:nvPr/>
      </p:nvGrpSpPr>
      <p:grpSpPr>
        <a:xfrm>
          <a:off x="0" y="0"/>
          <a:ext cx="0" cy="0"/>
          <a:chOff x="0" y="0"/>
          <a:chExt cx="0" cy="0"/>
        </a:xfrm>
      </p:grpSpPr>
      <p:sp>
        <p:nvSpPr>
          <p:cNvPr id="2919" name="Google Shape;2919;p1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0" name="Google Shape;292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4" name="Shape 2924"/>
        <p:cNvGrpSpPr/>
        <p:nvPr/>
      </p:nvGrpSpPr>
      <p:grpSpPr>
        <a:xfrm>
          <a:off x="0" y="0"/>
          <a:ext cx="0" cy="0"/>
          <a:chOff x="0" y="0"/>
          <a:chExt cx="0" cy="0"/>
        </a:xfrm>
      </p:grpSpPr>
      <p:sp>
        <p:nvSpPr>
          <p:cNvPr id="2925" name="Google Shape;2925;p2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6" name="Google Shape;292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0" name="Shape 2930"/>
        <p:cNvGrpSpPr/>
        <p:nvPr/>
      </p:nvGrpSpPr>
      <p:grpSpPr>
        <a:xfrm>
          <a:off x="0" y="0"/>
          <a:ext cx="0" cy="0"/>
          <a:chOff x="0" y="0"/>
          <a:chExt cx="0" cy="0"/>
        </a:xfrm>
      </p:grpSpPr>
      <p:sp>
        <p:nvSpPr>
          <p:cNvPr id="2931" name="Google Shape;2931;p2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2" name="Google Shape;293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8" name="Shape 2938"/>
        <p:cNvGrpSpPr/>
        <p:nvPr/>
      </p:nvGrpSpPr>
      <p:grpSpPr>
        <a:xfrm>
          <a:off x="0" y="0"/>
          <a:ext cx="0" cy="0"/>
          <a:chOff x="0" y="0"/>
          <a:chExt cx="0" cy="0"/>
        </a:xfrm>
      </p:grpSpPr>
      <p:sp>
        <p:nvSpPr>
          <p:cNvPr id="2939" name="Google Shape;2939;p2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0" name="Google Shape;294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6" name="Shape 2946"/>
        <p:cNvGrpSpPr/>
        <p:nvPr/>
      </p:nvGrpSpPr>
      <p:grpSpPr>
        <a:xfrm>
          <a:off x="0" y="0"/>
          <a:ext cx="0" cy="0"/>
          <a:chOff x="0" y="0"/>
          <a:chExt cx="0" cy="0"/>
        </a:xfrm>
      </p:grpSpPr>
      <p:sp>
        <p:nvSpPr>
          <p:cNvPr id="2947" name="Google Shape;2947;p2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8" name="Google Shape;294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4" name="Shape 2954"/>
        <p:cNvGrpSpPr/>
        <p:nvPr/>
      </p:nvGrpSpPr>
      <p:grpSpPr>
        <a:xfrm>
          <a:off x="0" y="0"/>
          <a:ext cx="0" cy="0"/>
          <a:chOff x="0" y="0"/>
          <a:chExt cx="0" cy="0"/>
        </a:xfrm>
      </p:grpSpPr>
      <p:sp>
        <p:nvSpPr>
          <p:cNvPr id="2955" name="Google Shape;2955;p2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6" name="Google Shape;2956;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2" name="Shape 2962"/>
        <p:cNvGrpSpPr/>
        <p:nvPr/>
      </p:nvGrpSpPr>
      <p:grpSpPr>
        <a:xfrm>
          <a:off x="0" y="0"/>
          <a:ext cx="0" cy="0"/>
          <a:chOff x="0" y="0"/>
          <a:chExt cx="0" cy="0"/>
        </a:xfrm>
      </p:grpSpPr>
      <p:sp>
        <p:nvSpPr>
          <p:cNvPr id="2963" name="Google Shape;2963;p2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4" name="Google Shape;2964;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0" name="Shape 2970"/>
        <p:cNvGrpSpPr/>
        <p:nvPr/>
      </p:nvGrpSpPr>
      <p:grpSpPr>
        <a:xfrm>
          <a:off x="0" y="0"/>
          <a:ext cx="0" cy="0"/>
          <a:chOff x="0" y="0"/>
          <a:chExt cx="0" cy="0"/>
        </a:xfrm>
      </p:grpSpPr>
      <p:sp>
        <p:nvSpPr>
          <p:cNvPr id="2971" name="Google Shape;2971;p2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72" name="Google Shape;297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7" name="Shape 2977"/>
        <p:cNvGrpSpPr/>
        <p:nvPr/>
      </p:nvGrpSpPr>
      <p:grpSpPr>
        <a:xfrm>
          <a:off x="0" y="0"/>
          <a:ext cx="0" cy="0"/>
          <a:chOff x="0" y="0"/>
          <a:chExt cx="0" cy="0"/>
        </a:xfrm>
      </p:grpSpPr>
      <p:sp>
        <p:nvSpPr>
          <p:cNvPr id="2978" name="Google Shape;2978;p2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79" name="Google Shape;2979;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3" name="Shape 2983"/>
        <p:cNvGrpSpPr/>
        <p:nvPr/>
      </p:nvGrpSpPr>
      <p:grpSpPr>
        <a:xfrm>
          <a:off x="0" y="0"/>
          <a:ext cx="0" cy="0"/>
          <a:chOff x="0" y="0"/>
          <a:chExt cx="0" cy="0"/>
        </a:xfrm>
      </p:grpSpPr>
      <p:sp>
        <p:nvSpPr>
          <p:cNvPr id="2984" name="Google Shape;2984;p2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5" name="Google Shape;298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9" name="Shape 2989"/>
        <p:cNvGrpSpPr/>
        <p:nvPr/>
      </p:nvGrpSpPr>
      <p:grpSpPr>
        <a:xfrm>
          <a:off x="0" y="0"/>
          <a:ext cx="0" cy="0"/>
          <a:chOff x="0" y="0"/>
          <a:chExt cx="0" cy="0"/>
        </a:xfrm>
      </p:grpSpPr>
      <p:sp>
        <p:nvSpPr>
          <p:cNvPr id="2990" name="Google Shape;2990;p2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1" name="Google Shape;299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5" name="Shape 2995"/>
        <p:cNvGrpSpPr/>
        <p:nvPr/>
      </p:nvGrpSpPr>
      <p:grpSpPr>
        <a:xfrm>
          <a:off x="0" y="0"/>
          <a:ext cx="0" cy="0"/>
          <a:chOff x="0" y="0"/>
          <a:chExt cx="0" cy="0"/>
        </a:xfrm>
      </p:grpSpPr>
      <p:sp>
        <p:nvSpPr>
          <p:cNvPr id="2996" name="Google Shape;2996;p3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7" name="Google Shape;2997;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1" name="Shape 3001"/>
        <p:cNvGrpSpPr/>
        <p:nvPr/>
      </p:nvGrpSpPr>
      <p:grpSpPr>
        <a:xfrm>
          <a:off x="0" y="0"/>
          <a:ext cx="0" cy="0"/>
          <a:chOff x="0" y="0"/>
          <a:chExt cx="0" cy="0"/>
        </a:xfrm>
      </p:grpSpPr>
      <p:sp>
        <p:nvSpPr>
          <p:cNvPr id="3002" name="Google Shape;3002;p3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3" name="Google Shape;3003;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7" name="Shape 3007"/>
        <p:cNvGrpSpPr/>
        <p:nvPr/>
      </p:nvGrpSpPr>
      <p:grpSpPr>
        <a:xfrm>
          <a:off x="0" y="0"/>
          <a:ext cx="0" cy="0"/>
          <a:chOff x="0" y="0"/>
          <a:chExt cx="0" cy="0"/>
        </a:xfrm>
      </p:grpSpPr>
      <p:sp>
        <p:nvSpPr>
          <p:cNvPr id="3008" name="Google Shape;3008;p3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9" name="Google Shape;300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3" name="Shape 3013"/>
        <p:cNvGrpSpPr/>
        <p:nvPr/>
      </p:nvGrpSpPr>
      <p:grpSpPr>
        <a:xfrm>
          <a:off x="0" y="0"/>
          <a:ext cx="0" cy="0"/>
          <a:chOff x="0" y="0"/>
          <a:chExt cx="0" cy="0"/>
        </a:xfrm>
      </p:grpSpPr>
      <p:sp>
        <p:nvSpPr>
          <p:cNvPr id="3014" name="Google Shape;3014;g3ed01901b3b_0_1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5" name="Google Shape;3015;g3ed01901b3b_0_1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2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 Id="rId4" Type="http://schemas.openxmlformats.org/officeDocument/2006/relationships/image" Target="../media/image8.png"/><Relationship Id="rId5" Type="http://schemas.openxmlformats.org/officeDocument/2006/relationships/image" Target="../media/image25.png"/><Relationship Id="rId6" Type="http://schemas.openxmlformats.org/officeDocument/2006/relationships/image" Target="../media/image4.png"/><Relationship Id="rId7" Type="http://schemas.openxmlformats.org/officeDocument/2006/relationships/image" Target="../media/image1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28.png"/><Relationship Id="rId4" Type="http://schemas.openxmlformats.org/officeDocument/2006/relationships/image" Target="../media/image18.png"/><Relationship Id="rId5" Type="http://schemas.openxmlformats.org/officeDocument/2006/relationships/image" Target="../media/image23.png"/><Relationship Id="rId6" Type="http://schemas.openxmlformats.org/officeDocument/2006/relationships/image" Target="../media/image22.png"/><Relationship Id="rId7" Type="http://schemas.openxmlformats.org/officeDocument/2006/relationships/image" Target="../media/image1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1.png"/><Relationship Id="rId4" Type="http://schemas.openxmlformats.org/officeDocument/2006/relationships/image" Target="../media/image10.png"/><Relationship Id="rId5" Type="http://schemas.openxmlformats.org/officeDocument/2006/relationships/image" Target="../media/image20.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7.png"/><Relationship Id="rId4"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0.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0.png"/><Relationship Id="rId5" Type="http://schemas.openxmlformats.org/officeDocument/2006/relationships/image" Target="../media/image3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0.png"/><Relationship Id="rId5" Type="http://schemas.openxmlformats.org/officeDocument/2006/relationships/image" Target="../media/image2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0.png"/><Relationship Id="rId5" Type="http://schemas.openxmlformats.org/officeDocument/2006/relationships/image" Target="../media/image3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0.png"/><Relationship Id="rId5" Type="http://schemas.openxmlformats.org/officeDocument/2006/relationships/image" Target="../media/image4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2.png"/><Relationship Id="rId4" Type="http://schemas.openxmlformats.org/officeDocument/2006/relationships/image" Target="../media/image1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0.png"/><Relationship Id="rId5" Type="http://schemas.openxmlformats.org/officeDocument/2006/relationships/image" Target="../media/image2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8.png"/><Relationship Id="rId5" Type="http://schemas.openxmlformats.org/officeDocument/2006/relationships/image" Target="../media/image4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11.png"/><Relationship Id="rId4" Type="http://schemas.openxmlformats.org/officeDocument/2006/relationships/image" Target="../media/image6.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5.png"/><Relationship Id="rId3" Type="http://schemas.openxmlformats.org/officeDocument/2006/relationships/image" Target="../media/image11.png"/><Relationship Id="rId4"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0.png"/><Relationship Id="rId5" Type="http://schemas.openxmlformats.org/officeDocument/2006/relationships/image" Target="../media/image3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7.png"/><Relationship Id="rId5" Type="http://schemas.openxmlformats.org/officeDocument/2006/relationships/image" Target="../media/image45.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0.png"/><Relationship Id="rId5" Type="http://schemas.openxmlformats.org/officeDocument/2006/relationships/image" Target="../media/image39.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0.png"/><Relationship Id="rId5" Type="http://schemas.openxmlformats.org/officeDocument/2006/relationships/image" Target="../media/image39.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0.png"/><Relationship Id="rId5" Type="http://schemas.openxmlformats.org/officeDocument/2006/relationships/image" Target="../media/image50.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0.png"/><Relationship Id="rId5" Type="http://schemas.openxmlformats.org/officeDocument/2006/relationships/image" Target="../media/image4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12.png"/><Relationship Id="rId5" Type="http://schemas.openxmlformats.org/officeDocument/2006/relationships/image" Target="../media/image28.png"/><Relationship Id="rId6" Type="http://schemas.openxmlformats.org/officeDocument/2006/relationships/image" Target="../media/image46.png"/><Relationship Id="rId7" Type="http://schemas.openxmlformats.org/officeDocument/2006/relationships/image" Target="../media/image23.png"/><Relationship Id="rId8" Type="http://schemas.openxmlformats.org/officeDocument/2006/relationships/image" Target="../media/image2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18.png"/><Relationship Id="rId4" Type="http://schemas.openxmlformats.org/officeDocument/2006/relationships/image" Target="../media/image48.png"/><Relationship Id="rId11" Type="http://schemas.openxmlformats.org/officeDocument/2006/relationships/image" Target="../media/image12.png"/><Relationship Id="rId10" Type="http://schemas.openxmlformats.org/officeDocument/2006/relationships/image" Target="../media/image49.png"/><Relationship Id="rId9"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8.png"/><Relationship Id="rId7" Type="http://schemas.openxmlformats.org/officeDocument/2006/relationships/image" Target="../media/image46.png"/><Relationship Id="rId8" Type="http://schemas.openxmlformats.org/officeDocument/2006/relationships/image" Target="../media/image2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24.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2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24.png"/><Relationship Id="rId4" Type="http://schemas.openxmlformats.org/officeDocument/2006/relationships/image" Target="../media/image2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4.png"/><Relationship Id="rId4" Type="http://schemas.openxmlformats.org/officeDocument/2006/relationships/image" Target="../media/image2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24.png"/><Relationship Id="rId4" Type="http://schemas.openxmlformats.org/officeDocument/2006/relationships/image" Target="../media/image2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24.png"/><Relationship Id="rId4" Type="http://schemas.openxmlformats.org/officeDocument/2006/relationships/image" Target="../media/image2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21.png"/><Relationship Id="rId4" Type="http://schemas.openxmlformats.org/officeDocument/2006/relationships/image" Target="../media/image10.png"/><Relationship Id="rId5" Type="http://schemas.openxmlformats.org/officeDocument/2006/relationships/image" Target="../media/image20.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21.png"/><Relationship Id="rId4" Type="http://schemas.openxmlformats.org/officeDocument/2006/relationships/image" Target="../media/image10.png"/><Relationship Id="rId5" Type="http://schemas.openxmlformats.org/officeDocument/2006/relationships/image" Target="../media/image20.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21.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1.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21.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21.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9.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9.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17.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17.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9.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0.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14.png"/><Relationship Id="rId4" Type="http://schemas.openxmlformats.org/officeDocument/2006/relationships/image" Target="../media/image8.png"/><Relationship Id="rId5" Type="http://schemas.openxmlformats.org/officeDocument/2006/relationships/image" Target="../media/image25.png"/><Relationship Id="rId6" Type="http://schemas.openxmlformats.org/officeDocument/2006/relationships/image" Target="../media/image4.png"/><Relationship Id="rId7" Type="http://schemas.openxmlformats.org/officeDocument/2006/relationships/image" Target="../media/image16.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28.png"/><Relationship Id="rId4" Type="http://schemas.openxmlformats.org/officeDocument/2006/relationships/image" Target="../media/image18.png"/><Relationship Id="rId5" Type="http://schemas.openxmlformats.org/officeDocument/2006/relationships/image" Target="../media/image23.png"/><Relationship Id="rId6" Type="http://schemas.openxmlformats.org/officeDocument/2006/relationships/image" Target="../media/image22.png"/><Relationship Id="rId7" Type="http://schemas.openxmlformats.org/officeDocument/2006/relationships/image" Target="../media/image12.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24.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image" Target="../media/image10.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7.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24.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9.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17.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6.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27.png"/><Relationship Id="rId4" Type="http://schemas.openxmlformats.org/officeDocument/2006/relationships/image" Target="../media/image11.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0.png"/><Relationship Id="rId5" Type="http://schemas.openxmlformats.org/officeDocument/2006/relationships/image" Target="../media/image33.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0.png"/><Relationship Id="rId5" Type="http://schemas.openxmlformats.org/officeDocument/2006/relationships/image" Target="../media/image26.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0.png"/><Relationship Id="rId5" Type="http://schemas.openxmlformats.org/officeDocument/2006/relationships/image" Target="../media/image35.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4.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0.png"/><Relationship Id="rId5" Type="http://schemas.openxmlformats.org/officeDocument/2006/relationships/image" Target="../media/image52.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42.png"/><Relationship Id="rId4" Type="http://schemas.openxmlformats.org/officeDocument/2006/relationships/image" Target="../media/image11.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0.png"/><Relationship Id="rId5" Type="http://schemas.openxmlformats.org/officeDocument/2006/relationships/image" Target="../media/image83.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8.png"/><Relationship Id="rId5" Type="http://schemas.openxmlformats.org/officeDocument/2006/relationships/image" Target="../media/image44.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6.png"/><Relationship Id="rId3" Type="http://schemas.openxmlformats.org/officeDocument/2006/relationships/image" Target="../media/image11.png"/><Relationship Id="rId4" Type="http://schemas.openxmlformats.org/officeDocument/2006/relationships/image" Target="../media/image6.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5.png"/><Relationship Id="rId3" Type="http://schemas.openxmlformats.org/officeDocument/2006/relationships/image" Target="../media/image11.png"/><Relationship Id="rId4" Type="http://schemas.openxmlformats.org/officeDocument/2006/relationships/image" Target="../media/image6.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0.png"/><Relationship Id="rId5" Type="http://schemas.openxmlformats.org/officeDocument/2006/relationships/image" Target="../media/image32.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7.png"/><Relationship Id="rId5" Type="http://schemas.openxmlformats.org/officeDocument/2006/relationships/image" Target="../media/image45.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0.png"/><Relationship Id="rId5" Type="http://schemas.openxmlformats.org/officeDocument/2006/relationships/image" Target="../media/image39.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0.png"/><Relationship Id="rId5" Type="http://schemas.openxmlformats.org/officeDocument/2006/relationships/image" Target="../media/image39.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0.png"/><Relationship Id="rId5" Type="http://schemas.openxmlformats.org/officeDocument/2006/relationships/image" Target="../media/image50.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1.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0.png"/><Relationship Id="rId5" Type="http://schemas.openxmlformats.org/officeDocument/2006/relationships/image" Target="../media/image53.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7.png"/><Relationship Id="rId3"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12.png"/><Relationship Id="rId5" Type="http://schemas.openxmlformats.org/officeDocument/2006/relationships/image" Target="../media/image28.png"/><Relationship Id="rId6" Type="http://schemas.openxmlformats.org/officeDocument/2006/relationships/image" Target="../media/image46.png"/><Relationship Id="rId7" Type="http://schemas.openxmlformats.org/officeDocument/2006/relationships/image" Target="../media/image23.png"/><Relationship Id="rId8" Type="http://schemas.openxmlformats.org/officeDocument/2006/relationships/image" Target="../media/image22.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7.png"/><Relationship Id="rId3" Type="http://schemas.openxmlformats.org/officeDocument/2006/relationships/image" Target="../media/image18.png"/><Relationship Id="rId4" Type="http://schemas.openxmlformats.org/officeDocument/2006/relationships/image" Target="../media/image48.png"/><Relationship Id="rId11" Type="http://schemas.openxmlformats.org/officeDocument/2006/relationships/image" Target="../media/image12.png"/><Relationship Id="rId10" Type="http://schemas.openxmlformats.org/officeDocument/2006/relationships/image" Target="../media/image49.png"/><Relationship Id="rId9"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8.png"/><Relationship Id="rId7" Type="http://schemas.openxmlformats.org/officeDocument/2006/relationships/image" Target="../media/image46.png"/><Relationship Id="rId8" Type="http://schemas.openxmlformats.org/officeDocument/2006/relationships/image" Target="../media/image23.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1.png"/><Relationship Id="rId3" Type="http://schemas.openxmlformats.org/officeDocument/2006/relationships/image" Target="../media/image24.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24.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24.png"/><Relationship Id="rId4" Type="http://schemas.openxmlformats.org/officeDocument/2006/relationships/image" Target="../media/image21.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24.png"/><Relationship Id="rId4" Type="http://schemas.openxmlformats.org/officeDocument/2006/relationships/image" Target="../media/image21.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1.png"/><Relationship Id="rId3" Type="http://schemas.openxmlformats.org/officeDocument/2006/relationships/image" Target="../media/image24.png"/><Relationship Id="rId4" Type="http://schemas.openxmlformats.org/officeDocument/2006/relationships/image" Target="../media/image21.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24.png"/><Relationship Id="rId4" Type="http://schemas.openxmlformats.org/officeDocument/2006/relationships/image" Target="../media/image21.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21.png"/><Relationship Id="rId4" Type="http://schemas.openxmlformats.org/officeDocument/2006/relationships/image" Target="../media/image10.png"/><Relationship Id="rId5" Type="http://schemas.openxmlformats.org/officeDocument/2006/relationships/image" Target="../media/image20.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1.png"/><Relationship Id="rId3" Type="http://schemas.openxmlformats.org/officeDocument/2006/relationships/image" Target="../media/image21.png"/><Relationship Id="rId4" Type="http://schemas.openxmlformats.org/officeDocument/2006/relationships/image" Target="../media/image10.png"/><Relationship Id="rId5" Type="http://schemas.openxmlformats.org/officeDocument/2006/relationships/image" Target="../media/image20.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21.png"/><Relationship Id="rId4" Type="http://schemas.openxmlformats.org/officeDocument/2006/relationships/image" Target="../media/image10.png"/><Relationship Id="rId5" Type="http://schemas.openxmlformats.org/officeDocument/2006/relationships/image" Target="../media/image20.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1.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1.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1.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21.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21.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1.png"/><Relationship Id="rId3" Type="http://schemas.openxmlformats.org/officeDocument/2006/relationships/image" Target="../media/image21.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21.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1.png"/><Relationship Id="rId3" Type="http://schemas.openxmlformats.org/officeDocument/2006/relationships/image" Target="../media/image9.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9.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1.png"/><Relationship Id="rId3" Type="http://schemas.openxmlformats.org/officeDocument/2006/relationships/image" Target="../media/image17.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17.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24.pn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0.png"/><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image" Target="../media/image10.png"/></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9.png"/></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17.pn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0.png"/><Relationship Id="rId3" Type="http://schemas.openxmlformats.org/officeDocument/2006/relationships/image" Target="../media/image24.pn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24.pn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30.png"/><Relationship Id="rId4" Type="http://schemas.openxmlformats.org/officeDocument/2006/relationships/image" Target="../media/image11.pn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4.png"/><Relationship Id="rId4" Type="http://schemas.openxmlformats.org/officeDocument/2006/relationships/image" Target="../media/image8.png"/><Relationship Id="rId5" Type="http://schemas.openxmlformats.org/officeDocument/2006/relationships/image" Target="../media/image25.png"/><Relationship Id="rId6" Type="http://schemas.openxmlformats.org/officeDocument/2006/relationships/image" Target="../media/image4.png"/><Relationship Id="rId7" Type="http://schemas.openxmlformats.org/officeDocument/2006/relationships/image" Target="../media/image16.pn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 Id="rId3" Type="http://schemas.openxmlformats.org/officeDocument/2006/relationships/image" Target="../media/image28.png"/><Relationship Id="rId4" Type="http://schemas.openxmlformats.org/officeDocument/2006/relationships/image" Target="../media/image18.png"/><Relationship Id="rId5" Type="http://schemas.openxmlformats.org/officeDocument/2006/relationships/image" Target="../media/image23.png"/><Relationship Id="rId6" Type="http://schemas.openxmlformats.org/officeDocument/2006/relationships/image" Target="../media/image22.png"/><Relationship Id="rId7" Type="http://schemas.openxmlformats.org/officeDocument/2006/relationships/image" Target="../media/image12.png"/></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21.png"/><Relationship Id="rId4" Type="http://schemas.openxmlformats.org/officeDocument/2006/relationships/image" Target="../media/image10.png"/><Relationship Id="rId5" Type="http://schemas.openxmlformats.org/officeDocument/2006/relationships/image" Target="../media/image20.png"/></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9.png"/></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17.png"/></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4.png"/></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6.png"/><Relationship Id="rId3" Type="http://schemas.openxmlformats.org/officeDocument/2006/relationships/image" Target="../media/image11.png"/><Relationship Id="rId4" Type="http://schemas.openxmlformats.org/officeDocument/2006/relationships/image" Target="../media/image6.png"/></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42.png"/><Relationship Id="rId4" Type="http://schemas.openxmlformats.org/officeDocument/2006/relationships/image" Target="../media/image11.png"/></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8.png"/><Relationship Id="rId5" Type="http://schemas.openxmlformats.org/officeDocument/2006/relationships/image" Target="../media/image44.png"/></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5.png"/><Relationship Id="rId3" Type="http://schemas.openxmlformats.org/officeDocument/2006/relationships/image" Target="../media/image11.png"/><Relationship Id="rId4" Type="http://schemas.openxmlformats.org/officeDocument/2006/relationships/image" Target="../media/image6.pn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1.png"/></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27.png"/><Relationship Id="rId4" Type="http://schemas.openxmlformats.org/officeDocument/2006/relationships/image" Target="../media/image11.png"/></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7.png"/><Relationship Id="rId5" Type="http://schemas.openxmlformats.org/officeDocument/2006/relationships/image" Target="../media/image45.png"/></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7.png"/><Relationship Id="rId3"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12.png"/><Relationship Id="rId5" Type="http://schemas.openxmlformats.org/officeDocument/2006/relationships/image" Target="../media/image28.png"/><Relationship Id="rId6" Type="http://schemas.openxmlformats.org/officeDocument/2006/relationships/image" Target="../media/image46.png"/><Relationship Id="rId7" Type="http://schemas.openxmlformats.org/officeDocument/2006/relationships/image" Target="../media/image23.png"/><Relationship Id="rId8" Type="http://schemas.openxmlformats.org/officeDocument/2006/relationships/image" Target="../media/image22.png"/></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7.png"/><Relationship Id="rId3" Type="http://schemas.openxmlformats.org/officeDocument/2006/relationships/image" Target="../media/image18.png"/><Relationship Id="rId4" Type="http://schemas.openxmlformats.org/officeDocument/2006/relationships/image" Target="../media/image48.png"/><Relationship Id="rId11" Type="http://schemas.openxmlformats.org/officeDocument/2006/relationships/image" Target="../media/image12.png"/><Relationship Id="rId10" Type="http://schemas.openxmlformats.org/officeDocument/2006/relationships/image" Target="../media/image49.png"/><Relationship Id="rId9"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8.png"/><Relationship Id="rId7" Type="http://schemas.openxmlformats.org/officeDocument/2006/relationships/image" Target="../media/image46.png"/><Relationship Id="rId8" Type="http://schemas.openxmlformats.org/officeDocument/2006/relationships/image" Target="../media/image23.png"/></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1.png"/><Relationship Id="rId3" Type="http://schemas.openxmlformats.org/officeDocument/2006/relationships/image" Target="../media/image24.png"/></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24.png"/><Relationship Id="rId4" Type="http://schemas.openxmlformats.org/officeDocument/2006/relationships/image" Target="../media/image21.png"/></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24.png"/><Relationship Id="rId4" Type="http://schemas.openxmlformats.org/officeDocument/2006/relationships/image" Target="../media/image21.pn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1.png"/><Relationship Id="rId3" Type="http://schemas.openxmlformats.org/officeDocument/2006/relationships/image" Target="../media/image24.png"/><Relationship Id="rId4" Type="http://schemas.openxmlformats.org/officeDocument/2006/relationships/image" Target="../media/image21.png"/></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0.png"/><Relationship Id="rId3" Type="http://schemas.openxmlformats.org/officeDocument/2006/relationships/image" Target="../media/image24.png"/><Relationship Id="rId4" Type="http://schemas.openxmlformats.org/officeDocument/2006/relationships/image" Target="../media/image21.png"/></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1.png"/><Relationship Id="rId3" Type="http://schemas.openxmlformats.org/officeDocument/2006/relationships/image" Target="../media/image21.png"/><Relationship Id="rId4" Type="http://schemas.openxmlformats.org/officeDocument/2006/relationships/image" Target="../media/image10.png"/><Relationship Id="rId5" Type="http://schemas.openxmlformats.org/officeDocument/2006/relationships/image" Target="../media/image20.png"/></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0.png"/><Relationship Id="rId3" Type="http://schemas.openxmlformats.org/officeDocument/2006/relationships/image" Target="../media/image21.png"/><Relationship Id="rId4" Type="http://schemas.openxmlformats.org/officeDocument/2006/relationships/image" Target="../media/image10.png"/><Relationship Id="rId5" Type="http://schemas.openxmlformats.org/officeDocument/2006/relationships/image" Target="../media/image20.pn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1.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0.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1.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0.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1.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0.png"/><Relationship Id="rId3" Type="http://schemas.openxmlformats.org/officeDocument/2006/relationships/image" Target="../media/image21.png"/><Relationship Id="rId4" Type="http://schemas.openxmlformats.org/officeDocument/2006/relationships/image" Target="../media/image10.png"/></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21.png"/></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21.png"/></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1.png"/><Relationship Id="rId3" Type="http://schemas.openxmlformats.org/officeDocument/2006/relationships/image" Target="../media/image21.png"/></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0.png"/><Relationship Id="rId3" Type="http://schemas.openxmlformats.org/officeDocument/2006/relationships/image" Target="../media/image21.png"/></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9.png"/></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9.png"/></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1.png"/><Relationship Id="rId3" Type="http://schemas.openxmlformats.org/officeDocument/2006/relationships/image" Target="../media/image9.png"/></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0.png"/><Relationship Id="rId3" Type="http://schemas.openxmlformats.org/officeDocument/2006/relationships/image" Target="../media/image9.png"/></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17.png"/></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17.png"/></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1.png"/><Relationship Id="rId3" Type="http://schemas.openxmlformats.org/officeDocument/2006/relationships/image" Target="../media/image17.png"/></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0.png"/><Relationship Id="rId3" Type="http://schemas.openxmlformats.org/officeDocument/2006/relationships/image" Target="../media/image17.png"/></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9.png"/></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9" name="Shape 9"/>
        <p:cNvGrpSpPr/>
        <p:nvPr/>
      </p:nvGrpSpPr>
      <p:grpSpPr>
        <a:xfrm>
          <a:off x="0" y="0"/>
          <a:ext cx="0" cy="0"/>
          <a:chOff x="0" y="0"/>
          <a:chExt cx="0" cy="0"/>
        </a:xfrm>
      </p:grpSpPr>
      <p:pic>
        <p:nvPicPr>
          <p:cNvPr id="10" name="Google Shape;10;p34"/>
          <p:cNvPicPr preferRelativeResize="0"/>
          <p:nvPr/>
        </p:nvPicPr>
        <p:blipFill rotWithShape="1">
          <a:blip r:embed="rId2">
            <a:alphaModFix/>
          </a:blip>
          <a:srcRect b="0" l="0" r="0" t="0"/>
          <a:stretch/>
        </p:blipFill>
        <p:spPr>
          <a:xfrm>
            <a:off x="0" y="532525"/>
            <a:ext cx="9151202" cy="116700"/>
          </a:xfrm>
          <a:prstGeom prst="rect">
            <a:avLst/>
          </a:prstGeom>
          <a:noFill/>
          <a:ln>
            <a:noFill/>
          </a:ln>
        </p:spPr>
      </p:pic>
      <p:sp>
        <p:nvSpPr>
          <p:cNvPr id="11" name="Google Shape;11;p34"/>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34"/>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13" name="Google Shape;13;p34"/>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4" name="Google Shape;14;p3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15" name="Google Shape;15;p3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3EEFB"/>
                </a:solidFill>
                <a:latin typeface="Lexend"/>
                <a:ea typeface="Lexend"/>
                <a:cs typeface="Lexend"/>
                <a:sym typeface="Lexend"/>
              </a:rPr>
              <a:t>Explanation</a:t>
            </a:r>
            <a:endParaRPr b="1" i="0" sz="900" u="none" cap="none" strike="noStrike">
              <a:solidFill>
                <a:srgbClr val="F3EEFB"/>
              </a:solidFill>
              <a:latin typeface="Lexend"/>
              <a:ea typeface="Lexend"/>
              <a:cs typeface="Lexend"/>
              <a:sym typeface="Lexen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16" name="Shape 16"/>
        <p:cNvGrpSpPr/>
        <p:nvPr/>
      </p:nvGrpSpPr>
      <p:grpSpPr>
        <a:xfrm>
          <a:off x="0" y="0"/>
          <a:ext cx="0" cy="0"/>
          <a:chOff x="0" y="0"/>
          <a:chExt cx="0" cy="0"/>
        </a:xfrm>
      </p:grpSpPr>
      <p:sp>
        <p:nvSpPr>
          <p:cNvPr id="17" name="Google Shape;17;p35"/>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18" name="Shape 18"/>
        <p:cNvGrpSpPr/>
        <p:nvPr/>
      </p:nvGrpSpPr>
      <p:grpSpPr>
        <a:xfrm>
          <a:off x="0" y="0"/>
          <a:ext cx="0" cy="0"/>
          <a:chOff x="0" y="0"/>
          <a:chExt cx="0" cy="0"/>
        </a:xfrm>
      </p:grpSpPr>
      <p:pic>
        <p:nvPicPr>
          <p:cNvPr id="19" name="Google Shape;19;p36"/>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0" name="Google Shape;20;p3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36"/>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22" name="Google Shape;22;p36"/>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Explanation</a:t>
            </a:r>
            <a:endParaRPr b="1" i="0" sz="900" u="none" cap="none" strike="noStrike">
              <a:solidFill>
                <a:srgbClr val="E6F2F2"/>
              </a:solidFill>
              <a:latin typeface="Lexend"/>
              <a:ea typeface="Lexend"/>
              <a:cs typeface="Lexend"/>
              <a:sym typeface="Lexend"/>
            </a:endParaRPr>
          </a:p>
        </p:txBody>
      </p:sp>
      <p:sp>
        <p:nvSpPr>
          <p:cNvPr id="23" name="Google Shape;23;p36"/>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4" name="Google Shape;24;p36"/>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25" name="Shape 25"/>
        <p:cNvGrpSpPr/>
        <p:nvPr/>
      </p:nvGrpSpPr>
      <p:grpSpPr>
        <a:xfrm>
          <a:off x="0" y="0"/>
          <a:ext cx="0" cy="0"/>
          <a:chOff x="0" y="0"/>
          <a:chExt cx="0" cy="0"/>
        </a:xfrm>
      </p:grpSpPr>
      <p:pic>
        <p:nvPicPr>
          <p:cNvPr id="26" name="Google Shape;26;p37"/>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7" name="Google Shape;27;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37"/>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29" name="Google Shape;29;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Practice</a:t>
            </a:r>
            <a:endParaRPr b="1" i="0" sz="900" u="none" cap="none" strike="noStrike">
              <a:solidFill>
                <a:srgbClr val="E6F2F2"/>
              </a:solidFill>
              <a:latin typeface="Lexend"/>
              <a:ea typeface="Lexend"/>
              <a:cs typeface="Lexend"/>
              <a:sym typeface="Lexend"/>
            </a:endParaRPr>
          </a:p>
        </p:txBody>
      </p:sp>
      <p:pic>
        <p:nvPicPr>
          <p:cNvPr id="30" name="Google Shape;30;p37"/>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31" name="Google Shape;31;p37"/>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32" name="Google Shape;32;p3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Lexend"/>
                <a:ea typeface="Lexend"/>
                <a:cs typeface="Lexend"/>
                <a:sym typeface="Lexend"/>
              </a:rPr>
              <a:t>Task B</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_2">
    <p:bg>
      <p:bgPr>
        <a:solidFill>
          <a:srgbClr val="BEF2BD"/>
        </a:solidFill>
      </p:bgPr>
    </p:bg>
    <p:spTree>
      <p:nvGrpSpPr>
        <p:cNvPr id="33" name="Shape 33"/>
        <p:cNvGrpSpPr/>
        <p:nvPr/>
      </p:nvGrpSpPr>
      <p:grpSpPr>
        <a:xfrm>
          <a:off x="0" y="0"/>
          <a:ext cx="0" cy="0"/>
          <a:chOff x="0" y="0"/>
          <a:chExt cx="0" cy="0"/>
        </a:xfrm>
      </p:grpSpPr>
      <p:sp>
        <p:nvSpPr>
          <p:cNvPr id="34" name="Google Shape;34;p52"/>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 name="Google Shape;35;p5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Science</a:t>
            </a:r>
            <a:endParaRPr b="1" i="0" sz="1700" u="none" cap="none" strike="noStrike">
              <a:solidFill>
                <a:srgbClr val="000000"/>
              </a:solidFill>
              <a:latin typeface="Lexend"/>
              <a:ea typeface="Lexend"/>
              <a:cs typeface="Lexend"/>
              <a:sym typeface="Lexend"/>
            </a:endParaRPr>
          </a:p>
        </p:txBody>
      </p:sp>
      <p:sp>
        <p:nvSpPr>
          <p:cNvPr id="36" name="Google Shape;36;p52"/>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37" name="Google Shape;37;p52"/>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38" name="Google Shape;38;p5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pic>
        <p:nvPicPr>
          <p:cNvPr id="39" name="Google Shape;39;p52"/>
          <p:cNvPicPr preferRelativeResize="0"/>
          <p:nvPr/>
        </p:nvPicPr>
        <p:blipFill rotWithShape="1">
          <a:blip r:embed="rId3">
            <a:alphaModFix/>
          </a:blip>
          <a:srcRect b="0" l="6209" r="6210" t="0"/>
          <a:stretch/>
        </p:blipFill>
        <p:spPr>
          <a:xfrm>
            <a:off x="324000" y="4008600"/>
            <a:ext cx="859400" cy="127996"/>
          </a:xfrm>
          <a:prstGeom prst="rect">
            <a:avLst/>
          </a:prstGeom>
          <a:noFill/>
          <a:ln>
            <a:noFill/>
          </a:ln>
        </p:spPr>
      </p:pic>
      <p:grpSp>
        <p:nvGrpSpPr>
          <p:cNvPr id="40" name="Google Shape;40;p52"/>
          <p:cNvGrpSpPr/>
          <p:nvPr/>
        </p:nvGrpSpPr>
        <p:grpSpPr>
          <a:xfrm>
            <a:off x="6156975" y="0"/>
            <a:ext cx="2987025" cy="3854074"/>
            <a:chOff x="6156975" y="0"/>
            <a:chExt cx="2987025" cy="3854074"/>
          </a:xfrm>
        </p:grpSpPr>
        <p:pic>
          <p:nvPicPr>
            <p:cNvPr id="41" name="Google Shape;41;p52"/>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2"/>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3" name="Google Shape;43;p52"/>
            <p:cNvPicPr preferRelativeResize="0"/>
            <p:nvPr/>
          </p:nvPicPr>
          <p:blipFill rotWithShape="1">
            <a:blip r:embed="rId5">
              <a:alphaModFix/>
            </a:blip>
            <a:srcRect b="0" l="0" r="0" t="0"/>
            <a:stretch/>
          </p:blipFill>
          <p:spPr>
            <a:xfrm rot="-311816">
              <a:off x="7083000" y="1110274"/>
              <a:ext cx="1514398" cy="1526398"/>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44" name="Shape 44"/>
        <p:cNvGrpSpPr/>
        <p:nvPr/>
      </p:nvGrpSpPr>
      <p:grpSpPr>
        <a:xfrm>
          <a:off x="0" y="0"/>
          <a:ext cx="0" cy="0"/>
          <a:chOff x="0" y="0"/>
          <a:chExt cx="0" cy="0"/>
        </a:xfrm>
      </p:grpSpPr>
      <p:sp>
        <p:nvSpPr>
          <p:cNvPr id="45" name="Google Shape;45;p53"/>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Clr>
                <a:srgbClr val="000000"/>
              </a:buClr>
              <a:buSzPts val="1200"/>
              <a:buFont typeface="Arial"/>
              <a:buNone/>
            </a:pPr>
            <a:r>
              <a:rPr b="0" i="0" lang="en" sz="1200" u="none" cap="none" strike="noStrike">
                <a:solidFill>
                  <a:srgbClr val="000000"/>
                </a:solidFill>
                <a:latin typeface="Lexend"/>
                <a:ea typeface="Lexend"/>
                <a:cs typeface="Lexend"/>
                <a:sym typeface="Lexend"/>
              </a:rPr>
              <a:t>Oak’s lessons are structured around </a:t>
            </a:r>
            <a:r>
              <a:rPr b="1" i="0" lang="en" sz="1200" u="none" cap="none" strike="noStrike">
                <a:solidFill>
                  <a:srgbClr val="000000"/>
                </a:solidFill>
                <a:latin typeface="Lexend"/>
                <a:ea typeface="Lexend"/>
                <a:cs typeface="Lexend"/>
                <a:sym typeface="Lexend"/>
              </a:rPr>
              <a:t>learning cycles</a:t>
            </a:r>
            <a:r>
              <a:rPr b="0" i="1" lang="en" sz="1200" u="none" cap="none" strike="noStrike">
                <a:solidFill>
                  <a:srgbClr val="000000"/>
                </a:solidFill>
                <a:latin typeface="Lexend"/>
                <a:ea typeface="Lexend"/>
                <a:cs typeface="Lexend"/>
                <a:sym typeface="Lexend"/>
              </a:rPr>
              <a:t>.</a:t>
            </a:r>
            <a:r>
              <a:rPr b="0" i="0" lang="en" sz="1200" u="none" cap="none" strike="noStrike">
                <a:solidFill>
                  <a:srgbClr val="000000"/>
                </a:solidFill>
                <a:latin typeface="Lexend"/>
                <a:ea typeface="Lexend"/>
                <a:cs typeface="Lexend"/>
                <a:sym typeface="Lexend"/>
              </a:rPr>
              <a:t> These are indicated through colour in the slide deck:</a:t>
            </a:r>
            <a:endParaRPr b="0" i="0" sz="1200" u="none" cap="none" strike="noStrike">
              <a:solidFill>
                <a:srgbClr val="000000"/>
              </a:solidFill>
              <a:latin typeface="Lexend"/>
              <a:ea typeface="Lexend"/>
              <a:cs typeface="Lexend"/>
              <a:sym typeface="Lexend"/>
            </a:endParaRPr>
          </a:p>
        </p:txBody>
      </p:sp>
      <p:sp>
        <p:nvSpPr>
          <p:cNvPr id="46" name="Google Shape;46;p53"/>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Lexend"/>
                <a:ea typeface="Lexend"/>
                <a:cs typeface="Lexend"/>
                <a:sym typeface="Lexend"/>
              </a:rPr>
              <a:t>Oak’s lesson structure</a:t>
            </a:r>
            <a:endParaRPr b="1" i="0" sz="1600" u="none" cap="none" strike="noStrike">
              <a:solidFill>
                <a:srgbClr val="000000"/>
              </a:solidFill>
              <a:latin typeface="Lexend"/>
              <a:ea typeface="Lexend"/>
              <a:cs typeface="Lexend"/>
              <a:sym typeface="Lexend"/>
            </a:endParaRPr>
          </a:p>
        </p:txBody>
      </p:sp>
      <p:sp>
        <p:nvSpPr>
          <p:cNvPr id="47" name="Google Shape;47;p53"/>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Lexend"/>
                <a:ea typeface="Lexend"/>
                <a:cs typeface="Lexend"/>
                <a:sym typeface="Lexend"/>
              </a:rPr>
              <a:t>Useful links</a:t>
            </a:r>
            <a:endParaRPr b="1" i="0" sz="1600" u="none" cap="none" strike="noStrike">
              <a:solidFill>
                <a:srgbClr val="000000"/>
              </a:solidFill>
              <a:latin typeface="Lexend"/>
              <a:ea typeface="Lexend"/>
              <a:cs typeface="Lexend"/>
              <a:sym typeface="Lexend"/>
            </a:endParaRPr>
          </a:p>
        </p:txBody>
      </p:sp>
      <p:sp>
        <p:nvSpPr>
          <p:cNvPr id="48" name="Google Shape;48;p53"/>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Clr>
                <a:srgbClr val="000000"/>
              </a:buClr>
              <a:buSzPts val="1200"/>
              <a:buFont typeface="Arial"/>
              <a:buNone/>
            </a:pPr>
            <a:r>
              <a:rPr b="0" i="0" lang="en" sz="1200" u="none" cap="none" strike="noStrike">
                <a:solidFill>
                  <a:srgbClr val="000000"/>
                </a:solidFill>
                <a:latin typeface="Lexend"/>
                <a:ea typeface="Lexend"/>
                <a:cs typeface="Lexend"/>
                <a:sym typeface="Lexend"/>
              </a:rPr>
              <a:t>Each</a:t>
            </a:r>
            <a:r>
              <a:rPr b="1" i="0" lang="en" sz="1200" u="none" cap="none" strike="noStrike">
                <a:solidFill>
                  <a:srgbClr val="000000"/>
                </a:solidFill>
                <a:latin typeface="Lexend"/>
                <a:ea typeface="Lexend"/>
                <a:cs typeface="Lexend"/>
                <a:sym typeface="Lexend"/>
              </a:rPr>
              <a:t> learning cycle</a:t>
            </a:r>
            <a:r>
              <a:rPr b="0" i="0" lang="en" sz="1200" u="none" cap="none" strike="noStrike">
                <a:solidFill>
                  <a:srgbClr val="000000"/>
                </a:solidFill>
                <a:latin typeface="Lexend"/>
                <a:ea typeface="Lexend"/>
                <a:cs typeface="Lexend"/>
                <a:sym typeface="Lexend"/>
              </a:rPr>
              <a:t> covers several phases:</a:t>
            </a:r>
            <a:endParaRPr b="0" i="0" sz="1200" u="none" cap="none" strike="noStrike">
              <a:solidFill>
                <a:srgbClr val="000000"/>
              </a:solidFill>
              <a:latin typeface="Lexend"/>
              <a:ea typeface="Lexend"/>
              <a:cs typeface="Lexend"/>
              <a:sym typeface="Lexend"/>
            </a:endParaRPr>
          </a:p>
        </p:txBody>
      </p:sp>
      <p:grpSp>
        <p:nvGrpSpPr>
          <p:cNvPr id="49" name="Google Shape;49;p53"/>
          <p:cNvGrpSpPr/>
          <p:nvPr/>
        </p:nvGrpSpPr>
        <p:grpSpPr>
          <a:xfrm>
            <a:off x="2650916" y="1644416"/>
            <a:ext cx="1745271" cy="1430724"/>
            <a:chOff x="2642961" y="1644312"/>
            <a:chExt cx="1454635" cy="1195658"/>
          </a:xfrm>
        </p:grpSpPr>
        <p:pic>
          <p:nvPicPr>
            <p:cNvPr id="50" name="Google Shape;50;p53"/>
            <p:cNvPicPr preferRelativeResize="0"/>
            <p:nvPr/>
          </p:nvPicPr>
          <p:blipFill rotWithShape="1">
            <a:blip r:embed="rId2">
              <a:alphaModFix/>
            </a:blip>
            <a:srcRect b="0" l="0" r="0" t="0"/>
            <a:stretch/>
          </p:blipFill>
          <p:spPr>
            <a:xfrm>
              <a:off x="2642975" y="1644312"/>
              <a:ext cx="1454621" cy="287396"/>
            </a:xfrm>
            <a:prstGeom prst="rect">
              <a:avLst/>
            </a:prstGeom>
            <a:noFill/>
            <a:ln>
              <a:noFill/>
            </a:ln>
            <a:effectLst>
              <a:outerShdw blurRad="57150" rotWithShape="0" algn="bl" dir="5400000" dist="19050">
                <a:srgbClr val="000000">
                  <a:alpha val="49804"/>
                </a:srgbClr>
              </a:outerShdw>
            </a:effectLst>
          </p:spPr>
        </p:pic>
        <p:pic>
          <p:nvPicPr>
            <p:cNvPr id="51" name="Google Shape;51;p53"/>
            <p:cNvPicPr preferRelativeResize="0"/>
            <p:nvPr/>
          </p:nvPicPr>
          <p:blipFill rotWithShape="1">
            <a:blip r:embed="rId3">
              <a:alphaModFix/>
            </a:blip>
            <a:srcRect b="0" l="0" r="0" t="0"/>
            <a:stretch/>
          </p:blipFill>
          <p:spPr>
            <a:xfrm>
              <a:off x="2642975" y="1936215"/>
              <a:ext cx="1454618" cy="287940"/>
            </a:xfrm>
            <a:prstGeom prst="rect">
              <a:avLst/>
            </a:prstGeom>
            <a:noFill/>
            <a:ln>
              <a:noFill/>
            </a:ln>
            <a:effectLst>
              <a:outerShdw blurRad="57150" rotWithShape="0" algn="bl" dir="5400000" dist="19050">
                <a:srgbClr val="000000">
                  <a:alpha val="49804"/>
                </a:srgbClr>
              </a:outerShdw>
            </a:effectLst>
          </p:spPr>
        </p:pic>
        <p:pic>
          <p:nvPicPr>
            <p:cNvPr id="52" name="Google Shape;52;p53"/>
            <p:cNvPicPr preferRelativeResize="0"/>
            <p:nvPr/>
          </p:nvPicPr>
          <p:blipFill rotWithShape="1">
            <a:blip r:embed="rId4">
              <a:alphaModFix/>
            </a:blip>
            <a:srcRect b="0" l="0" r="0" t="0"/>
            <a:stretch/>
          </p:blipFill>
          <p:spPr>
            <a:xfrm>
              <a:off x="2642965" y="2251391"/>
              <a:ext cx="1454621" cy="284581"/>
            </a:xfrm>
            <a:prstGeom prst="rect">
              <a:avLst/>
            </a:prstGeom>
            <a:noFill/>
            <a:ln>
              <a:noFill/>
            </a:ln>
            <a:effectLst>
              <a:outerShdw blurRad="57150" rotWithShape="0" algn="bl" dir="5400000" dist="19050">
                <a:srgbClr val="000000">
                  <a:alpha val="49804"/>
                </a:srgbClr>
              </a:outerShdw>
            </a:effectLst>
          </p:spPr>
        </p:pic>
        <p:pic>
          <p:nvPicPr>
            <p:cNvPr id="53" name="Google Shape;53;p53"/>
            <p:cNvPicPr preferRelativeResize="0"/>
            <p:nvPr/>
          </p:nvPicPr>
          <p:blipFill rotWithShape="1">
            <a:blip r:embed="rId5">
              <a:alphaModFix/>
            </a:blip>
            <a:srcRect b="0" l="0" r="0" t="0"/>
            <a:stretch/>
          </p:blipFill>
          <p:spPr>
            <a:xfrm>
              <a:off x="2642961" y="2563206"/>
              <a:ext cx="1454620" cy="276764"/>
            </a:xfrm>
            <a:prstGeom prst="rect">
              <a:avLst/>
            </a:prstGeom>
            <a:noFill/>
            <a:ln>
              <a:noFill/>
            </a:ln>
            <a:effectLst>
              <a:outerShdw blurRad="57150" rotWithShape="0" algn="bl" dir="5400000" dist="19050">
                <a:srgbClr val="000000">
                  <a:alpha val="49804"/>
                </a:srgbClr>
              </a:outerShdw>
            </a:effectLst>
          </p:spPr>
        </p:pic>
      </p:grpSp>
      <p:pic>
        <p:nvPicPr>
          <p:cNvPr id="54" name="Google Shape;54;p53"/>
          <p:cNvPicPr preferRelativeResize="0"/>
          <p:nvPr/>
        </p:nvPicPr>
        <p:blipFill rotWithShape="1">
          <a:blip r:embed="rId6">
            <a:alphaModFix/>
          </a:blip>
          <a:srcRect b="5222" l="3911" r="0" t="0"/>
          <a:stretch/>
        </p:blipFill>
        <p:spPr>
          <a:xfrm>
            <a:off x="1328513" y="3569750"/>
            <a:ext cx="2057336" cy="1195675"/>
          </a:xfrm>
          <a:prstGeom prst="rect">
            <a:avLst/>
          </a:prstGeom>
          <a:noFill/>
          <a:ln>
            <a:noFill/>
          </a:ln>
        </p:spPr>
      </p:pic>
      <p:pic>
        <p:nvPicPr>
          <p:cNvPr id="55" name="Google Shape;55;p53"/>
          <p:cNvPicPr preferRelativeResize="0"/>
          <p:nvPr/>
        </p:nvPicPr>
        <p:blipFill rotWithShape="1">
          <a:blip r:embed="rId7">
            <a:alphaModFix/>
          </a:blip>
          <a:srcRect b="0" l="0" r="0" t="0"/>
          <a:stretch/>
        </p:blipFill>
        <p:spPr>
          <a:xfrm>
            <a:off x="398750" y="1778088"/>
            <a:ext cx="2057324" cy="1163398"/>
          </a:xfrm>
          <a:prstGeom prst="rect">
            <a:avLst/>
          </a:prstGeom>
          <a:noFill/>
          <a:ln>
            <a:noFill/>
          </a:ln>
          <a:effectLst>
            <a:outerShdw blurRad="57150" rotWithShape="0" algn="bl" dir="5400000" dist="19050">
              <a:srgbClr val="000000">
                <a:alpha val="49804"/>
              </a:srgbClr>
            </a:outerShdw>
          </a:effectLst>
        </p:spPr>
      </p:pic>
      <p:sp>
        <p:nvSpPr>
          <p:cNvPr id="56" name="Google Shape;56;p5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57" name="Shape 57"/>
        <p:cNvGrpSpPr/>
        <p:nvPr/>
      </p:nvGrpSpPr>
      <p:grpSpPr>
        <a:xfrm>
          <a:off x="0" y="0"/>
          <a:ext cx="0" cy="0"/>
          <a:chOff x="0" y="0"/>
          <a:chExt cx="0" cy="0"/>
        </a:xfrm>
      </p:grpSpPr>
      <p:pic>
        <p:nvPicPr>
          <p:cNvPr id="58" name="Google Shape;58;p54"/>
          <p:cNvPicPr preferRelativeResize="0"/>
          <p:nvPr/>
        </p:nvPicPr>
        <p:blipFill rotWithShape="1">
          <a:blip r:embed="rId2">
            <a:alphaModFix/>
          </a:blip>
          <a:srcRect b="0" l="0" r="0" t="0"/>
          <a:stretch/>
        </p:blipFill>
        <p:spPr>
          <a:xfrm>
            <a:off x="343225" y="1388370"/>
            <a:ext cx="7945600" cy="2919776"/>
          </a:xfrm>
          <a:prstGeom prst="rect">
            <a:avLst/>
          </a:prstGeom>
          <a:noFill/>
          <a:ln>
            <a:noFill/>
          </a:ln>
        </p:spPr>
      </p:pic>
      <p:sp>
        <p:nvSpPr>
          <p:cNvPr id="59" name="Google Shape;59;p54"/>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000000"/>
                </a:solidFill>
                <a:latin typeface="Lexend"/>
                <a:ea typeface="Lexend"/>
                <a:cs typeface="Lexend"/>
                <a:sym typeface="Lexend"/>
              </a:rPr>
              <a:t>Outcome</a:t>
            </a:r>
            <a:endParaRPr b="1" i="0" sz="2800" u="none" cap="none" strike="noStrike">
              <a:solidFill>
                <a:srgbClr val="000000"/>
              </a:solidFill>
              <a:latin typeface="Lexend"/>
              <a:ea typeface="Lexend"/>
              <a:cs typeface="Lexend"/>
              <a:sym typeface="Lexend"/>
            </a:endParaRPr>
          </a:p>
        </p:txBody>
      </p:sp>
      <p:sp>
        <p:nvSpPr>
          <p:cNvPr id="60" name="Google Shape;60;p54"/>
          <p:cNvSpPr txBox="1"/>
          <p:nvPr>
            <p:ph idx="1" type="subTitle"/>
          </p:nvPr>
        </p:nvSpPr>
        <p:spPr>
          <a:xfrm>
            <a:off x="585575" y="1463950"/>
            <a:ext cx="7351200" cy="27627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61" name="Shape 61"/>
        <p:cNvGrpSpPr/>
        <p:nvPr/>
      </p:nvGrpSpPr>
      <p:grpSpPr>
        <a:xfrm>
          <a:off x="0" y="0"/>
          <a:ext cx="0" cy="0"/>
          <a:chOff x="0" y="0"/>
          <a:chExt cx="0" cy="0"/>
        </a:xfrm>
      </p:grpSpPr>
      <p:sp>
        <p:nvSpPr>
          <p:cNvPr id="62" name="Google Shape;62;p5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3" name="Google Shape;63;p55"/>
          <p:cNvPicPr preferRelativeResize="0"/>
          <p:nvPr/>
        </p:nvPicPr>
        <p:blipFill rotWithShape="1">
          <a:blip r:embed="rId2">
            <a:alphaModFix/>
          </a:blip>
          <a:srcRect b="1710" l="0" r="0" t="1700"/>
          <a:stretch/>
        </p:blipFill>
        <p:spPr>
          <a:xfrm>
            <a:off x="0" y="532525"/>
            <a:ext cx="9151202" cy="116709"/>
          </a:xfrm>
          <a:prstGeom prst="rect">
            <a:avLst/>
          </a:prstGeom>
          <a:noFill/>
          <a:ln>
            <a:noFill/>
          </a:ln>
        </p:spPr>
      </p:pic>
      <p:sp>
        <p:nvSpPr>
          <p:cNvPr id="64" name="Google Shape;64;p5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65" name="Google Shape;65;p55"/>
          <p:cNvSpPr txBox="1"/>
          <p:nvPr>
            <p:ph idx="1" type="subTitle"/>
          </p:nvPr>
        </p:nvSpPr>
        <p:spPr>
          <a:xfrm>
            <a:off x="324000" y="8100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66" name="Google Shape;66;p55"/>
          <p:cNvSpPr txBox="1"/>
          <p:nvPr>
            <p:ph idx="2" type="subTitle"/>
          </p:nvPr>
        </p:nvSpPr>
        <p:spPr>
          <a:xfrm>
            <a:off x="2699325" y="8100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67" name="Google Shape;67;p55"/>
          <p:cNvSpPr txBox="1"/>
          <p:nvPr>
            <p:ph idx="3" type="subTitle"/>
          </p:nvPr>
        </p:nvSpPr>
        <p:spPr>
          <a:xfrm>
            <a:off x="324000" y="18006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68" name="Google Shape;68;p55"/>
          <p:cNvSpPr txBox="1"/>
          <p:nvPr>
            <p:ph idx="4" type="subTitle"/>
          </p:nvPr>
        </p:nvSpPr>
        <p:spPr>
          <a:xfrm>
            <a:off x="2699325" y="18006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69" name="Google Shape;69;p55"/>
          <p:cNvSpPr txBox="1"/>
          <p:nvPr>
            <p:ph idx="5" type="subTitle"/>
          </p:nvPr>
        </p:nvSpPr>
        <p:spPr>
          <a:xfrm>
            <a:off x="324000" y="27912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0" name="Google Shape;70;p55"/>
          <p:cNvSpPr txBox="1"/>
          <p:nvPr>
            <p:ph idx="6" type="subTitle"/>
          </p:nvPr>
        </p:nvSpPr>
        <p:spPr>
          <a:xfrm>
            <a:off x="2699325" y="27912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71" name="Google Shape;71;p55"/>
          <p:cNvSpPr txBox="1"/>
          <p:nvPr>
            <p:ph idx="7" type="subTitle"/>
          </p:nvPr>
        </p:nvSpPr>
        <p:spPr>
          <a:xfrm>
            <a:off x="324000" y="37818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2" name="Google Shape;72;p55"/>
          <p:cNvSpPr txBox="1"/>
          <p:nvPr>
            <p:ph idx="8" type="subTitle"/>
          </p:nvPr>
        </p:nvSpPr>
        <p:spPr>
          <a:xfrm>
            <a:off x="2699325" y="37818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73" name="Shape 73"/>
        <p:cNvGrpSpPr/>
        <p:nvPr/>
      </p:nvGrpSpPr>
      <p:grpSpPr>
        <a:xfrm>
          <a:off x="0" y="0"/>
          <a:ext cx="0" cy="0"/>
          <a:chOff x="0" y="0"/>
          <a:chExt cx="0" cy="0"/>
        </a:xfrm>
      </p:grpSpPr>
      <p:sp>
        <p:nvSpPr>
          <p:cNvPr id="74" name="Google Shape;74;p56"/>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5" name="Google Shape;75;p56"/>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76" name="Google Shape;76;p56"/>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77" name="Google Shape;77;p56"/>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78" name="Google Shape;78;p56"/>
          <p:cNvCxnSpPr>
            <a:endCxn id="79" idx="2"/>
          </p:cNvCxnSpPr>
          <p:nvPr/>
        </p:nvCxnSpPr>
        <p:spPr>
          <a:xfrm flipH="1">
            <a:off x="645063" y="2017282"/>
            <a:ext cx="2700" cy="1480500"/>
          </a:xfrm>
          <a:prstGeom prst="straightConnector1">
            <a:avLst/>
          </a:prstGeom>
          <a:noFill/>
          <a:ln cap="flat" cmpd="sng" w="38100">
            <a:solidFill>
              <a:srgbClr val="282828"/>
            </a:solidFill>
            <a:prstDash val="solid"/>
            <a:round/>
            <a:headEnd len="sm" w="sm" type="none"/>
            <a:tailEnd len="sm" w="sm" type="none"/>
          </a:ln>
        </p:spPr>
      </p:cxnSp>
      <p:pic>
        <p:nvPicPr>
          <p:cNvPr id="80" name="Google Shape;80;p56"/>
          <p:cNvPicPr preferRelativeResize="0"/>
          <p:nvPr/>
        </p:nvPicPr>
        <p:blipFill rotWithShape="1">
          <a:blip r:embed="rId5">
            <a:alphaModFix/>
          </a:blip>
          <a:srcRect b="0" l="0" r="0" t="0"/>
          <a:stretch/>
        </p:blipFill>
        <p:spPr>
          <a:xfrm>
            <a:off x="363482" y="1993619"/>
            <a:ext cx="563185" cy="572092"/>
          </a:xfrm>
          <a:prstGeom prst="rect">
            <a:avLst/>
          </a:prstGeom>
          <a:noFill/>
          <a:ln>
            <a:noFill/>
          </a:ln>
        </p:spPr>
      </p:pic>
      <p:sp>
        <p:nvSpPr>
          <p:cNvPr id="81" name="Google Shape;81;p56"/>
          <p:cNvSpPr txBox="1"/>
          <p:nvPr>
            <p:ph type="title"/>
          </p:nvPr>
        </p:nvSpPr>
        <p:spPr>
          <a:xfrm>
            <a:off x="1225225" y="2090813"/>
            <a:ext cx="6852300" cy="3693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82" name="Google Shape;82;p56"/>
          <p:cNvSpPr txBox="1"/>
          <p:nvPr>
            <p:ph idx="2" type="title"/>
          </p:nvPr>
        </p:nvSpPr>
        <p:spPr>
          <a:xfrm>
            <a:off x="1225225" y="3027088"/>
            <a:ext cx="6852300" cy="3693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pic>
        <p:nvPicPr>
          <p:cNvPr id="79" name="Google Shape;79;p56"/>
          <p:cNvPicPr preferRelativeResize="0"/>
          <p:nvPr/>
        </p:nvPicPr>
        <p:blipFill rotWithShape="1">
          <a:blip r:embed="rId6">
            <a:alphaModFix/>
          </a:blip>
          <a:srcRect b="0" l="0" r="0" t="0"/>
          <a:stretch/>
        </p:blipFill>
        <p:spPr>
          <a:xfrm>
            <a:off x="363340" y="2925705"/>
            <a:ext cx="563446" cy="572077"/>
          </a:xfrm>
          <a:prstGeom prst="rect">
            <a:avLst/>
          </a:prstGeom>
          <a:noFill/>
          <a:ln>
            <a:noFill/>
          </a:ln>
        </p:spPr>
      </p:pic>
      <p:pic>
        <p:nvPicPr>
          <p:cNvPr id="83" name="Google Shape;83;p56"/>
          <p:cNvPicPr preferRelativeResize="0"/>
          <p:nvPr/>
        </p:nvPicPr>
        <p:blipFill rotWithShape="1">
          <a:blip r:embed="rId7">
            <a:alphaModFix/>
          </a:blip>
          <a:srcRect b="1710" l="0" r="0" t="1700"/>
          <a:stretch/>
        </p:blipFill>
        <p:spPr>
          <a:xfrm>
            <a:off x="-12" y="481650"/>
            <a:ext cx="9151202" cy="116709"/>
          </a:xfrm>
          <a:prstGeom prst="rect">
            <a:avLst/>
          </a:prstGeom>
          <a:noFill/>
          <a:ln>
            <a:noFill/>
          </a:ln>
        </p:spPr>
      </p:pic>
      <p:sp>
        <p:nvSpPr>
          <p:cNvPr id="84" name="Google Shape;84;p56"/>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Lexend"/>
                <a:ea typeface="Lexend"/>
                <a:cs typeface="Lexend"/>
                <a:sym typeface="Lexend"/>
              </a:rPr>
              <a:t>Lesson outline</a:t>
            </a:r>
            <a:endParaRPr b="1" i="0" sz="2000" u="none" cap="none" strike="noStrike">
              <a:solidFill>
                <a:schemeClr val="dk1"/>
              </a:solidFill>
              <a:latin typeface="Lexend"/>
              <a:ea typeface="Lexend"/>
              <a:cs typeface="Lexend"/>
              <a:sym typeface="Lexend"/>
            </a:endParaRPr>
          </a:p>
        </p:txBody>
      </p:sp>
      <p:sp>
        <p:nvSpPr>
          <p:cNvPr id="85" name="Google Shape;85;p56"/>
          <p:cNvSpPr txBox="1"/>
          <p:nvPr>
            <p:ph idx="3" type="title"/>
          </p:nvPr>
        </p:nvSpPr>
        <p:spPr>
          <a:xfrm>
            <a:off x="324000" y="657600"/>
            <a:ext cx="5741400" cy="615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Font typeface="Lexend"/>
              <a:buNone/>
              <a:defRPr b="0" sz="1800">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86" name="Shape 86"/>
        <p:cNvGrpSpPr/>
        <p:nvPr/>
      </p:nvGrpSpPr>
      <p:grpSpPr>
        <a:xfrm>
          <a:off x="0" y="0"/>
          <a:ext cx="0" cy="0"/>
          <a:chOff x="0" y="0"/>
          <a:chExt cx="0" cy="0"/>
        </a:xfrm>
      </p:grpSpPr>
      <p:pic>
        <p:nvPicPr>
          <p:cNvPr id="87" name="Google Shape;87;p57"/>
          <p:cNvPicPr preferRelativeResize="0"/>
          <p:nvPr/>
        </p:nvPicPr>
        <p:blipFill rotWithShape="1">
          <a:blip r:embed="rId2">
            <a:alphaModFix/>
          </a:blip>
          <a:srcRect b="0" l="0" r="0" t="0"/>
          <a:stretch/>
        </p:blipFill>
        <p:spPr>
          <a:xfrm>
            <a:off x="2429763" y="1780516"/>
            <a:ext cx="457425" cy="457425"/>
          </a:xfrm>
          <a:prstGeom prst="rect">
            <a:avLst/>
          </a:prstGeom>
          <a:noFill/>
          <a:ln>
            <a:noFill/>
          </a:ln>
        </p:spPr>
      </p:pic>
      <p:pic>
        <p:nvPicPr>
          <p:cNvPr id="88" name="Google Shape;88;p57"/>
          <p:cNvPicPr preferRelativeResize="0"/>
          <p:nvPr/>
        </p:nvPicPr>
        <p:blipFill rotWithShape="1">
          <a:blip r:embed="rId2">
            <a:alphaModFix/>
          </a:blip>
          <a:srcRect b="0" l="0" r="0" t="0"/>
          <a:stretch/>
        </p:blipFill>
        <p:spPr>
          <a:xfrm>
            <a:off x="4823988" y="1780516"/>
            <a:ext cx="457425" cy="457425"/>
          </a:xfrm>
          <a:prstGeom prst="rect">
            <a:avLst/>
          </a:prstGeom>
          <a:noFill/>
          <a:ln>
            <a:noFill/>
          </a:ln>
        </p:spPr>
      </p:pic>
      <p:pic>
        <p:nvPicPr>
          <p:cNvPr id="89" name="Google Shape;89;p57"/>
          <p:cNvPicPr preferRelativeResize="0"/>
          <p:nvPr/>
        </p:nvPicPr>
        <p:blipFill rotWithShape="1">
          <a:blip r:embed="rId3">
            <a:alphaModFix/>
          </a:blip>
          <a:srcRect b="0" l="0" r="0" t="0"/>
          <a:stretch/>
        </p:blipFill>
        <p:spPr>
          <a:xfrm>
            <a:off x="0" y="532525"/>
            <a:ext cx="9151202" cy="116709"/>
          </a:xfrm>
          <a:prstGeom prst="rect">
            <a:avLst/>
          </a:prstGeom>
          <a:noFill/>
          <a:ln>
            <a:noFill/>
          </a:ln>
        </p:spPr>
      </p:pic>
      <p:sp>
        <p:nvSpPr>
          <p:cNvPr id="90" name="Google Shape;90;p5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57"/>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a:t>
            </a:r>
            <a:endParaRPr b="1" i="0" sz="2200" u="none" cap="none" strike="noStrike">
              <a:solidFill>
                <a:schemeClr val="dk1"/>
              </a:solidFill>
              <a:latin typeface="Lexend"/>
              <a:ea typeface="Lexend"/>
              <a:cs typeface="Lexend"/>
              <a:sym typeface="Lexend"/>
            </a:endParaRPr>
          </a:p>
        </p:txBody>
      </p:sp>
      <p:sp>
        <p:nvSpPr>
          <p:cNvPr id="92" name="Google Shape;92;p57"/>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False</a:t>
            </a:r>
            <a:endParaRPr b="1" i="0" sz="2200" u="none" cap="none" strike="noStrike">
              <a:solidFill>
                <a:schemeClr val="dk1"/>
              </a:solidFill>
              <a:latin typeface="Lexend"/>
              <a:ea typeface="Lexend"/>
              <a:cs typeface="Lexend"/>
              <a:sym typeface="Lexend"/>
            </a:endParaRPr>
          </a:p>
        </p:txBody>
      </p:sp>
      <p:sp>
        <p:nvSpPr>
          <p:cNvPr id="93" name="Google Shape;93;p57"/>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Justify your answer</a:t>
            </a:r>
            <a:endParaRPr b="1" i="0" sz="2200" u="none" cap="none" strike="noStrike">
              <a:solidFill>
                <a:schemeClr val="dk1"/>
              </a:solidFill>
              <a:latin typeface="Lexend"/>
              <a:ea typeface="Lexend"/>
              <a:cs typeface="Lexend"/>
              <a:sym typeface="Lexend"/>
            </a:endParaRPr>
          </a:p>
        </p:txBody>
      </p:sp>
      <p:sp>
        <p:nvSpPr>
          <p:cNvPr id="94" name="Google Shape;94;p57"/>
          <p:cNvSpPr txBox="1"/>
          <p:nvPr>
            <p:ph idx="1" type="subTitle"/>
          </p:nvPr>
        </p:nvSpPr>
        <p:spPr>
          <a:xfrm>
            <a:off x="980575" y="3196113"/>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95" name="Google Shape;95;p57"/>
          <p:cNvSpPr txBox="1"/>
          <p:nvPr>
            <p:ph idx="2" type="subTitle"/>
          </p:nvPr>
        </p:nvSpPr>
        <p:spPr>
          <a:xfrm>
            <a:off x="324000" y="1080000"/>
            <a:ext cx="6722400" cy="2505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96" name="Google Shape;96;p57"/>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 or false?</a:t>
            </a:r>
            <a:r>
              <a:rPr b="0" i="0" lang="en" sz="2400" u="none" cap="none" strike="noStrike">
                <a:solidFill>
                  <a:schemeClr val="dk1"/>
                </a:solidFill>
                <a:latin typeface="ABeeZee"/>
                <a:ea typeface="ABeeZee"/>
                <a:cs typeface="ABeeZee"/>
                <a:sym typeface="ABeeZee"/>
              </a:rPr>
              <a:t> </a:t>
            </a:r>
            <a:endParaRPr b="0" i="0" sz="2400" u="none" cap="none" strike="noStrike">
              <a:solidFill>
                <a:schemeClr val="dk1"/>
              </a:solidFill>
              <a:latin typeface="ABeeZee"/>
              <a:ea typeface="ABeeZee"/>
              <a:cs typeface="ABeeZee"/>
              <a:sym typeface="ABeeZee"/>
            </a:endParaRPr>
          </a:p>
        </p:txBody>
      </p:sp>
      <p:sp>
        <p:nvSpPr>
          <p:cNvPr id="97" name="Google Shape;97;p57"/>
          <p:cNvSpPr txBox="1"/>
          <p:nvPr>
            <p:ph idx="3" type="subTitle"/>
          </p:nvPr>
        </p:nvSpPr>
        <p:spPr>
          <a:xfrm>
            <a:off x="980575" y="4040345"/>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98" name="Google Shape;98;p57"/>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T</a:t>
            </a:r>
            <a:endParaRPr b="1" i="0" sz="1800" u="none" cap="none" strike="noStrike">
              <a:solidFill>
                <a:schemeClr val="lt1"/>
              </a:solidFill>
              <a:latin typeface="Lexend"/>
              <a:ea typeface="Lexend"/>
              <a:cs typeface="Lexend"/>
              <a:sym typeface="Lexend"/>
            </a:endParaRPr>
          </a:p>
        </p:txBody>
      </p:sp>
      <p:sp>
        <p:nvSpPr>
          <p:cNvPr id="99" name="Google Shape;99;p57"/>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F</a:t>
            </a:r>
            <a:endParaRPr b="1" i="0" sz="1800" u="none" cap="none" strike="noStrike">
              <a:solidFill>
                <a:schemeClr val="lt1"/>
              </a:solidFill>
              <a:latin typeface="Lexend"/>
              <a:ea typeface="Lexend"/>
              <a:cs typeface="Lexend"/>
              <a:sym typeface="Lexend"/>
            </a:endParaRPr>
          </a:p>
        </p:txBody>
      </p:sp>
      <p:pic>
        <p:nvPicPr>
          <p:cNvPr id="100" name="Google Shape;100;p57"/>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101" name="Google Shape;101;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3EEFB"/>
                </a:solidFill>
                <a:latin typeface="Lexend"/>
                <a:ea typeface="Lexend"/>
                <a:cs typeface="Lexend"/>
                <a:sym typeface="Lexend"/>
              </a:rPr>
              <a:t>Check</a:t>
            </a:r>
            <a:endParaRPr b="1" i="0" sz="900" u="none" cap="none" strike="noStrike">
              <a:solidFill>
                <a:srgbClr val="F3EEFB"/>
              </a:solidFill>
              <a:latin typeface="Lexend"/>
              <a:ea typeface="Lexend"/>
              <a:cs typeface="Lexend"/>
              <a:sym typeface="Lexend"/>
            </a:endParaRPr>
          </a:p>
        </p:txBody>
      </p:sp>
      <p:sp>
        <p:nvSpPr>
          <p:cNvPr id="102" name="Google Shape;102;p57"/>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03" name="Google Shape;103;p57"/>
          <p:cNvGrpSpPr/>
          <p:nvPr/>
        </p:nvGrpSpPr>
        <p:grpSpPr>
          <a:xfrm>
            <a:off x="324128" y="3139463"/>
            <a:ext cx="457200" cy="457200"/>
            <a:chOff x="1020916" y="1442088"/>
            <a:chExt cx="457200" cy="457200"/>
          </a:xfrm>
        </p:grpSpPr>
        <p:pic>
          <p:nvPicPr>
            <p:cNvPr id="104" name="Google Shape;104;p57"/>
            <p:cNvPicPr preferRelativeResize="0"/>
            <p:nvPr/>
          </p:nvPicPr>
          <p:blipFill rotWithShape="1">
            <a:blip r:embed="rId5">
              <a:alphaModFix/>
            </a:blip>
            <a:srcRect b="0" l="0" r="0" t="0"/>
            <a:stretch/>
          </p:blipFill>
          <p:spPr>
            <a:xfrm>
              <a:off x="1020916" y="1442088"/>
              <a:ext cx="457200" cy="457200"/>
            </a:xfrm>
            <a:prstGeom prst="rect">
              <a:avLst/>
            </a:prstGeom>
            <a:noFill/>
            <a:ln>
              <a:noFill/>
            </a:ln>
          </p:spPr>
        </p:pic>
        <p:sp>
          <p:nvSpPr>
            <p:cNvPr id="105" name="Google Shape;105;p5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06" name="Google Shape;106;p57"/>
          <p:cNvGrpSpPr/>
          <p:nvPr/>
        </p:nvGrpSpPr>
        <p:grpSpPr>
          <a:xfrm>
            <a:off x="324128" y="3987825"/>
            <a:ext cx="457200" cy="457200"/>
            <a:chOff x="1020916" y="1442088"/>
            <a:chExt cx="457200" cy="457200"/>
          </a:xfrm>
        </p:grpSpPr>
        <p:pic>
          <p:nvPicPr>
            <p:cNvPr id="107" name="Google Shape;107;p57"/>
            <p:cNvPicPr preferRelativeResize="0"/>
            <p:nvPr/>
          </p:nvPicPr>
          <p:blipFill rotWithShape="1">
            <a:blip r:embed="rId5">
              <a:alphaModFix/>
            </a:blip>
            <a:srcRect b="0" l="0" r="0" t="0"/>
            <a:stretch/>
          </p:blipFill>
          <p:spPr>
            <a:xfrm>
              <a:off x="1020916" y="1442088"/>
              <a:ext cx="457200" cy="457200"/>
            </a:xfrm>
            <a:prstGeom prst="rect">
              <a:avLst/>
            </a:prstGeom>
            <a:noFill/>
            <a:ln>
              <a:noFill/>
            </a:ln>
          </p:spPr>
        </p:pic>
        <p:sp>
          <p:nvSpPr>
            <p:cNvPr id="108" name="Google Shape;108;p5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109" name="Shape 109"/>
        <p:cNvGrpSpPr/>
        <p:nvPr/>
      </p:nvGrpSpPr>
      <p:grpSpPr>
        <a:xfrm>
          <a:off x="0" y="0"/>
          <a:ext cx="0" cy="0"/>
          <a:chOff x="0" y="0"/>
          <a:chExt cx="0" cy="0"/>
        </a:xfrm>
      </p:grpSpPr>
      <p:pic>
        <p:nvPicPr>
          <p:cNvPr id="110" name="Google Shape;110;p58"/>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111" name="Google Shape;111;p5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58"/>
          <p:cNvSpPr txBox="1"/>
          <p:nvPr>
            <p:ph type="title"/>
          </p:nvPr>
        </p:nvSpPr>
        <p:spPr>
          <a:xfrm>
            <a:off x="324000" y="809988"/>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13" name="Google Shape;113;p5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14" name="Google Shape;114;p5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115" name="Google Shape;115;p58"/>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6" name="Google Shape;116;p58"/>
          <p:cNvSpPr txBox="1"/>
          <p:nvPr>
            <p:ph idx="1" type="subTitle"/>
          </p:nvPr>
        </p:nvSpPr>
        <p:spPr>
          <a:xfrm>
            <a:off x="1034425" y="16853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17" name="Google Shape;117;p58"/>
          <p:cNvSpPr txBox="1"/>
          <p:nvPr>
            <p:ph idx="3" type="subTitle"/>
          </p:nvPr>
        </p:nvSpPr>
        <p:spPr>
          <a:xfrm>
            <a:off x="1034425" y="24894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18" name="Google Shape;118;p58"/>
          <p:cNvSpPr txBox="1"/>
          <p:nvPr>
            <p:ph idx="4" type="subTitle"/>
          </p:nvPr>
        </p:nvSpPr>
        <p:spPr>
          <a:xfrm>
            <a:off x="1034425" y="33097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19" name="Google Shape;119;p58"/>
          <p:cNvSpPr txBox="1"/>
          <p:nvPr>
            <p:ph idx="5" type="subTitle"/>
          </p:nvPr>
        </p:nvSpPr>
        <p:spPr>
          <a:xfrm>
            <a:off x="1034425" y="4113837"/>
            <a:ext cx="7506600" cy="3603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120" name="Google Shape;120;p58"/>
          <p:cNvGrpSpPr/>
          <p:nvPr/>
        </p:nvGrpSpPr>
        <p:grpSpPr>
          <a:xfrm>
            <a:off x="323653" y="1652038"/>
            <a:ext cx="457200" cy="457200"/>
            <a:chOff x="1020916" y="1442088"/>
            <a:chExt cx="457200" cy="457200"/>
          </a:xfrm>
        </p:grpSpPr>
        <p:pic>
          <p:nvPicPr>
            <p:cNvPr id="121" name="Google Shape;121;p58"/>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22" name="Google Shape;122;p5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23" name="Google Shape;123;p58"/>
          <p:cNvGrpSpPr/>
          <p:nvPr/>
        </p:nvGrpSpPr>
        <p:grpSpPr>
          <a:xfrm>
            <a:off x="323653" y="2461775"/>
            <a:ext cx="457200" cy="457200"/>
            <a:chOff x="1020916" y="1442088"/>
            <a:chExt cx="457200" cy="457200"/>
          </a:xfrm>
        </p:grpSpPr>
        <p:pic>
          <p:nvPicPr>
            <p:cNvPr id="124" name="Google Shape;124;p58"/>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25" name="Google Shape;125;p5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126" name="Google Shape;126;p58"/>
          <p:cNvGrpSpPr/>
          <p:nvPr/>
        </p:nvGrpSpPr>
        <p:grpSpPr>
          <a:xfrm>
            <a:off x="323641" y="3271838"/>
            <a:ext cx="457200" cy="457200"/>
            <a:chOff x="1020916" y="1442088"/>
            <a:chExt cx="457200" cy="457200"/>
          </a:xfrm>
        </p:grpSpPr>
        <p:pic>
          <p:nvPicPr>
            <p:cNvPr id="127" name="Google Shape;127;p58"/>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28" name="Google Shape;128;p5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grpSp>
        <p:nvGrpSpPr>
          <p:cNvPr id="129" name="Google Shape;129;p58"/>
          <p:cNvGrpSpPr/>
          <p:nvPr/>
        </p:nvGrpSpPr>
        <p:grpSpPr>
          <a:xfrm>
            <a:off x="323641" y="4081763"/>
            <a:ext cx="457200" cy="457200"/>
            <a:chOff x="1020916" y="1442088"/>
            <a:chExt cx="457200" cy="457200"/>
          </a:xfrm>
        </p:grpSpPr>
        <p:pic>
          <p:nvPicPr>
            <p:cNvPr id="130" name="Google Shape;130;p58"/>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31" name="Google Shape;131;p5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d</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132" name="Shape 132"/>
        <p:cNvGrpSpPr/>
        <p:nvPr/>
      </p:nvGrpSpPr>
      <p:grpSpPr>
        <a:xfrm>
          <a:off x="0" y="0"/>
          <a:ext cx="0" cy="0"/>
          <a:chOff x="0" y="0"/>
          <a:chExt cx="0" cy="0"/>
        </a:xfrm>
      </p:grpSpPr>
      <p:pic>
        <p:nvPicPr>
          <p:cNvPr id="133" name="Google Shape;133;p59"/>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134" name="Google Shape;134;p5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59"/>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pic>
        <p:nvPicPr>
          <p:cNvPr id="136" name="Google Shape;136;p5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137" name="Google Shape;137;p5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Practice</a:t>
            </a:r>
            <a:endParaRPr b="1" i="0" sz="900" u="none" cap="none" strike="noStrike">
              <a:solidFill>
                <a:srgbClr val="EBEDFE"/>
              </a:solidFill>
              <a:latin typeface="Lexend"/>
              <a:ea typeface="Lexend"/>
              <a:cs typeface="Lexend"/>
              <a:sym typeface="Lexend"/>
            </a:endParaRPr>
          </a:p>
        </p:txBody>
      </p:sp>
      <p:sp>
        <p:nvSpPr>
          <p:cNvPr id="138" name="Google Shape;138;p59"/>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139" name="Google Shape;139;p5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Lexend"/>
                <a:ea typeface="Lexend"/>
                <a:cs typeface="Lexend"/>
                <a:sym typeface="Lexend"/>
              </a:rPr>
              <a:t>Task A</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140" name="Shape 140"/>
        <p:cNvGrpSpPr/>
        <p:nvPr/>
      </p:nvGrpSpPr>
      <p:grpSpPr>
        <a:xfrm>
          <a:off x="0" y="0"/>
          <a:ext cx="0" cy="0"/>
          <a:chOff x="0" y="0"/>
          <a:chExt cx="0" cy="0"/>
        </a:xfrm>
      </p:grpSpPr>
      <p:pic>
        <p:nvPicPr>
          <p:cNvPr id="141" name="Google Shape;141;p60"/>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142" name="Google Shape;142;p6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60"/>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pic>
        <p:nvPicPr>
          <p:cNvPr id="144" name="Google Shape;144;p6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45" name="Google Shape;145;p6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3EEFB"/>
                </a:solidFill>
                <a:latin typeface="Lexend"/>
                <a:ea typeface="Lexend"/>
                <a:cs typeface="Lexend"/>
                <a:sym typeface="Lexend"/>
              </a:rPr>
              <a:t>Feedback</a:t>
            </a:r>
            <a:endParaRPr b="1" i="0" sz="900" u="none" cap="none" strike="noStrike">
              <a:solidFill>
                <a:srgbClr val="F3EEFB"/>
              </a:solidFill>
              <a:latin typeface="Lexend"/>
              <a:ea typeface="Lexend"/>
              <a:cs typeface="Lexend"/>
              <a:sym typeface="Lexend"/>
            </a:endParaRPr>
          </a:p>
        </p:txBody>
      </p:sp>
      <p:sp>
        <p:nvSpPr>
          <p:cNvPr id="146" name="Google Shape;146;p60"/>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147" name="Google Shape;147;p6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Lexend"/>
                <a:ea typeface="Lexend"/>
                <a:cs typeface="Lexend"/>
                <a:sym typeface="Lexend"/>
              </a:rPr>
              <a:t>Task A</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148" name="Shape 148"/>
        <p:cNvGrpSpPr/>
        <p:nvPr/>
      </p:nvGrpSpPr>
      <p:grpSpPr>
        <a:xfrm>
          <a:off x="0" y="0"/>
          <a:ext cx="0" cy="0"/>
          <a:chOff x="0" y="0"/>
          <a:chExt cx="0" cy="0"/>
        </a:xfrm>
      </p:grpSpPr>
      <p:pic>
        <p:nvPicPr>
          <p:cNvPr id="149" name="Google Shape;149;p61"/>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50" name="Google Shape;150;p6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61"/>
          <p:cNvSpPr txBox="1"/>
          <p:nvPr>
            <p:ph type="title"/>
          </p:nvPr>
        </p:nvSpPr>
        <p:spPr>
          <a:xfrm>
            <a:off x="324000" y="809988"/>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52" name="Google Shape;152;p6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53" name="Google Shape;153;p6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sp>
        <p:nvSpPr>
          <p:cNvPr id="154" name="Google Shape;154;p61"/>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5" name="Google Shape;155;p61"/>
          <p:cNvSpPr txBox="1"/>
          <p:nvPr>
            <p:ph idx="1" type="subTitle"/>
          </p:nvPr>
        </p:nvSpPr>
        <p:spPr>
          <a:xfrm>
            <a:off x="1034425" y="16853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56" name="Google Shape;156;p61"/>
          <p:cNvSpPr txBox="1"/>
          <p:nvPr>
            <p:ph idx="3" type="subTitle"/>
          </p:nvPr>
        </p:nvSpPr>
        <p:spPr>
          <a:xfrm>
            <a:off x="1034425" y="24894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57" name="Google Shape;157;p61"/>
          <p:cNvSpPr txBox="1"/>
          <p:nvPr>
            <p:ph idx="4" type="subTitle"/>
          </p:nvPr>
        </p:nvSpPr>
        <p:spPr>
          <a:xfrm>
            <a:off x="1034425" y="33097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58" name="Google Shape;158;p61"/>
          <p:cNvSpPr txBox="1"/>
          <p:nvPr>
            <p:ph idx="5" type="subTitle"/>
          </p:nvPr>
        </p:nvSpPr>
        <p:spPr>
          <a:xfrm>
            <a:off x="1034425" y="4113837"/>
            <a:ext cx="7506600" cy="3603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159" name="Google Shape;159;p61"/>
          <p:cNvGrpSpPr/>
          <p:nvPr/>
        </p:nvGrpSpPr>
        <p:grpSpPr>
          <a:xfrm>
            <a:off x="323653" y="1652038"/>
            <a:ext cx="457200" cy="457200"/>
            <a:chOff x="1020916" y="1442088"/>
            <a:chExt cx="457200" cy="457200"/>
          </a:xfrm>
        </p:grpSpPr>
        <p:pic>
          <p:nvPicPr>
            <p:cNvPr id="160" name="Google Shape;160;p61"/>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1" name="Google Shape;161;p6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62" name="Google Shape;162;p61"/>
          <p:cNvGrpSpPr/>
          <p:nvPr/>
        </p:nvGrpSpPr>
        <p:grpSpPr>
          <a:xfrm>
            <a:off x="323653" y="2461775"/>
            <a:ext cx="457200" cy="457200"/>
            <a:chOff x="1020916" y="1442088"/>
            <a:chExt cx="457200" cy="457200"/>
          </a:xfrm>
        </p:grpSpPr>
        <p:pic>
          <p:nvPicPr>
            <p:cNvPr id="163" name="Google Shape;163;p61"/>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4" name="Google Shape;164;p6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165" name="Google Shape;165;p61"/>
          <p:cNvGrpSpPr/>
          <p:nvPr/>
        </p:nvGrpSpPr>
        <p:grpSpPr>
          <a:xfrm>
            <a:off x="323641" y="3271838"/>
            <a:ext cx="457200" cy="457200"/>
            <a:chOff x="1020916" y="1442088"/>
            <a:chExt cx="457200" cy="457200"/>
          </a:xfrm>
        </p:grpSpPr>
        <p:pic>
          <p:nvPicPr>
            <p:cNvPr id="166" name="Google Shape;166;p61"/>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7" name="Google Shape;167;p6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grpSp>
        <p:nvGrpSpPr>
          <p:cNvPr id="168" name="Google Shape;168;p61"/>
          <p:cNvGrpSpPr/>
          <p:nvPr/>
        </p:nvGrpSpPr>
        <p:grpSpPr>
          <a:xfrm>
            <a:off x="323641" y="4081763"/>
            <a:ext cx="457200" cy="457200"/>
            <a:chOff x="1020916" y="1442088"/>
            <a:chExt cx="457200" cy="457200"/>
          </a:xfrm>
        </p:grpSpPr>
        <p:pic>
          <p:nvPicPr>
            <p:cNvPr id="169" name="Google Shape;169;p61"/>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70" name="Google Shape;170;p6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d</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171" name="Shape 171"/>
        <p:cNvGrpSpPr/>
        <p:nvPr/>
      </p:nvGrpSpPr>
      <p:grpSpPr>
        <a:xfrm>
          <a:off x="0" y="0"/>
          <a:ext cx="0" cy="0"/>
          <a:chOff x="0" y="0"/>
          <a:chExt cx="0" cy="0"/>
        </a:xfrm>
      </p:grpSpPr>
      <p:pic>
        <p:nvPicPr>
          <p:cNvPr id="172" name="Google Shape;172;p62"/>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73" name="Google Shape;173;p6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62"/>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a:t>
            </a:r>
            <a:endParaRPr b="1" i="0" sz="2200" u="none" cap="none" strike="noStrike">
              <a:solidFill>
                <a:schemeClr val="dk1"/>
              </a:solidFill>
              <a:latin typeface="Lexend"/>
              <a:ea typeface="Lexend"/>
              <a:cs typeface="Lexend"/>
              <a:sym typeface="Lexend"/>
            </a:endParaRPr>
          </a:p>
        </p:txBody>
      </p:sp>
      <p:sp>
        <p:nvSpPr>
          <p:cNvPr id="175" name="Google Shape;175;p62"/>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False</a:t>
            </a:r>
            <a:endParaRPr b="1" i="0" sz="2200" u="none" cap="none" strike="noStrike">
              <a:solidFill>
                <a:schemeClr val="dk1"/>
              </a:solidFill>
              <a:latin typeface="Lexend"/>
              <a:ea typeface="Lexend"/>
              <a:cs typeface="Lexend"/>
              <a:sym typeface="Lexend"/>
            </a:endParaRPr>
          </a:p>
        </p:txBody>
      </p:sp>
      <p:sp>
        <p:nvSpPr>
          <p:cNvPr id="176" name="Google Shape;176;p62"/>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Justify your answer</a:t>
            </a:r>
            <a:endParaRPr b="1" i="0" sz="2200" u="none" cap="none" strike="noStrike">
              <a:solidFill>
                <a:schemeClr val="dk1"/>
              </a:solidFill>
              <a:latin typeface="Lexend"/>
              <a:ea typeface="Lexend"/>
              <a:cs typeface="Lexend"/>
              <a:sym typeface="Lexend"/>
            </a:endParaRPr>
          </a:p>
        </p:txBody>
      </p:sp>
      <p:sp>
        <p:nvSpPr>
          <p:cNvPr id="177" name="Google Shape;177;p62"/>
          <p:cNvSpPr txBox="1"/>
          <p:nvPr>
            <p:ph idx="1" type="subTitle"/>
          </p:nvPr>
        </p:nvSpPr>
        <p:spPr>
          <a:xfrm>
            <a:off x="324000" y="1080000"/>
            <a:ext cx="6722400" cy="2505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78" name="Google Shape;178;p6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 or false?</a:t>
            </a:r>
            <a:r>
              <a:rPr b="0" i="0" lang="en" sz="2400" u="none" cap="none" strike="noStrike">
                <a:solidFill>
                  <a:schemeClr val="dk1"/>
                </a:solidFill>
                <a:latin typeface="ABeeZee"/>
                <a:ea typeface="ABeeZee"/>
                <a:cs typeface="ABeeZee"/>
                <a:sym typeface="ABeeZee"/>
              </a:rPr>
              <a:t> </a:t>
            </a:r>
            <a:endParaRPr b="0" i="0" sz="2400" u="none" cap="none" strike="noStrike">
              <a:solidFill>
                <a:schemeClr val="dk1"/>
              </a:solidFill>
              <a:latin typeface="ABeeZee"/>
              <a:ea typeface="ABeeZee"/>
              <a:cs typeface="ABeeZee"/>
              <a:sym typeface="ABeeZee"/>
            </a:endParaRPr>
          </a:p>
        </p:txBody>
      </p:sp>
      <p:pic>
        <p:nvPicPr>
          <p:cNvPr id="179" name="Google Shape;179;p6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80" name="Google Shape;180;p6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sp>
        <p:nvSpPr>
          <p:cNvPr id="181" name="Google Shape;181;p62"/>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2" name="Google Shape;182;p62"/>
          <p:cNvSpPr txBox="1"/>
          <p:nvPr>
            <p:ph idx="2" type="subTitle"/>
          </p:nvPr>
        </p:nvSpPr>
        <p:spPr>
          <a:xfrm>
            <a:off x="980575" y="3196113"/>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83" name="Google Shape;183;p62"/>
          <p:cNvSpPr txBox="1"/>
          <p:nvPr>
            <p:ph idx="3" type="subTitle"/>
          </p:nvPr>
        </p:nvSpPr>
        <p:spPr>
          <a:xfrm>
            <a:off x="980575" y="4040345"/>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184" name="Google Shape;184;p62"/>
          <p:cNvGrpSpPr/>
          <p:nvPr/>
        </p:nvGrpSpPr>
        <p:grpSpPr>
          <a:xfrm>
            <a:off x="324128" y="3139463"/>
            <a:ext cx="457200" cy="457200"/>
            <a:chOff x="1020916" y="1442088"/>
            <a:chExt cx="457200" cy="457200"/>
          </a:xfrm>
        </p:grpSpPr>
        <p:pic>
          <p:nvPicPr>
            <p:cNvPr id="185" name="Google Shape;185;p62"/>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86" name="Google Shape;186;p6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87" name="Google Shape;187;p62"/>
          <p:cNvGrpSpPr/>
          <p:nvPr/>
        </p:nvGrpSpPr>
        <p:grpSpPr>
          <a:xfrm>
            <a:off x="324128" y="3987825"/>
            <a:ext cx="457200" cy="457200"/>
            <a:chOff x="1020916" y="1442088"/>
            <a:chExt cx="457200" cy="457200"/>
          </a:xfrm>
        </p:grpSpPr>
        <p:pic>
          <p:nvPicPr>
            <p:cNvPr id="188" name="Google Shape;188;p62"/>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89" name="Google Shape;189;p6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pic>
        <p:nvPicPr>
          <p:cNvPr id="190" name="Google Shape;190;p62"/>
          <p:cNvPicPr preferRelativeResize="0"/>
          <p:nvPr/>
        </p:nvPicPr>
        <p:blipFill rotWithShape="1">
          <a:blip r:embed="rId5">
            <a:alphaModFix/>
          </a:blip>
          <a:srcRect b="0" l="0" r="0" t="0"/>
          <a:stretch/>
        </p:blipFill>
        <p:spPr>
          <a:xfrm>
            <a:off x="2429763" y="1780516"/>
            <a:ext cx="457425" cy="457425"/>
          </a:xfrm>
          <a:prstGeom prst="rect">
            <a:avLst/>
          </a:prstGeom>
          <a:noFill/>
          <a:ln>
            <a:noFill/>
          </a:ln>
        </p:spPr>
      </p:pic>
      <p:pic>
        <p:nvPicPr>
          <p:cNvPr id="191" name="Google Shape;191;p62"/>
          <p:cNvPicPr preferRelativeResize="0"/>
          <p:nvPr/>
        </p:nvPicPr>
        <p:blipFill rotWithShape="1">
          <a:blip r:embed="rId5">
            <a:alphaModFix/>
          </a:blip>
          <a:srcRect b="0" l="0" r="0" t="0"/>
          <a:stretch/>
        </p:blipFill>
        <p:spPr>
          <a:xfrm>
            <a:off x="4823988" y="1780516"/>
            <a:ext cx="457425" cy="457425"/>
          </a:xfrm>
          <a:prstGeom prst="rect">
            <a:avLst/>
          </a:prstGeom>
          <a:noFill/>
          <a:ln>
            <a:noFill/>
          </a:ln>
        </p:spPr>
      </p:pic>
      <p:sp>
        <p:nvSpPr>
          <p:cNvPr id="192" name="Google Shape;192;p62"/>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T</a:t>
            </a:r>
            <a:endParaRPr b="1" i="0" sz="1800" u="none" cap="none" strike="noStrike">
              <a:solidFill>
                <a:schemeClr val="lt1"/>
              </a:solidFill>
              <a:latin typeface="Lexend"/>
              <a:ea typeface="Lexend"/>
              <a:cs typeface="Lexend"/>
              <a:sym typeface="Lexend"/>
            </a:endParaRPr>
          </a:p>
        </p:txBody>
      </p:sp>
      <p:sp>
        <p:nvSpPr>
          <p:cNvPr id="193" name="Google Shape;193;p62"/>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F</a:t>
            </a:r>
            <a:endParaRPr b="1" i="0" sz="1800" u="none" cap="none" strike="noStrike">
              <a:solidFill>
                <a:schemeClr val="lt1"/>
              </a:solidFill>
              <a:latin typeface="Lexend"/>
              <a:ea typeface="Lexend"/>
              <a:cs typeface="Lexend"/>
              <a:sym typeface="Lexen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194" name="Shape 194"/>
        <p:cNvGrpSpPr/>
        <p:nvPr/>
      </p:nvGrpSpPr>
      <p:grpSpPr>
        <a:xfrm>
          <a:off x="0" y="0"/>
          <a:ext cx="0" cy="0"/>
          <a:chOff x="0" y="0"/>
          <a:chExt cx="0" cy="0"/>
        </a:xfrm>
      </p:grpSpPr>
      <p:pic>
        <p:nvPicPr>
          <p:cNvPr id="195" name="Google Shape;195;p63"/>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96" name="Google Shape;196;p6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63"/>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198" name="Google Shape;198;p6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Feedback</a:t>
            </a:r>
            <a:endParaRPr b="1" i="0" sz="900" u="none" cap="none" strike="noStrike">
              <a:solidFill>
                <a:srgbClr val="E6F2F2"/>
              </a:solidFill>
              <a:latin typeface="Lexend"/>
              <a:ea typeface="Lexend"/>
              <a:cs typeface="Lexend"/>
              <a:sym typeface="Lexend"/>
            </a:endParaRPr>
          </a:p>
        </p:txBody>
      </p:sp>
      <p:pic>
        <p:nvPicPr>
          <p:cNvPr id="199" name="Google Shape;199;p6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00" name="Google Shape;200;p63"/>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201" name="Google Shape;201;p6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Lexend"/>
                <a:ea typeface="Lexend"/>
                <a:cs typeface="Lexend"/>
                <a:sym typeface="Lexend"/>
              </a:rPr>
              <a:t>Task B</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202" name="Shape 202"/>
        <p:cNvGrpSpPr/>
        <p:nvPr/>
      </p:nvGrpSpPr>
      <p:grpSpPr>
        <a:xfrm>
          <a:off x="0" y="0"/>
          <a:ext cx="0" cy="0"/>
          <a:chOff x="0" y="0"/>
          <a:chExt cx="0" cy="0"/>
        </a:xfrm>
      </p:grpSpPr>
      <p:sp>
        <p:nvSpPr>
          <p:cNvPr id="203" name="Google Shape;203;p64"/>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4" name="Google Shape;204;p64"/>
          <p:cNvPicPr preferRelativeResize="0"/>
          <p:nvPr/>
        </p:nvPicPr>
        <p:blipFill rotWithShape="1">
          <a:blip r:embed="rId2">
            <a:alphaModFix/>
          </a:blip>
          <a:srcRect b="1710" l="0" r="0" t="1700"/>
          <a:stretch/>
        </p:blipFill>
        <p:spPr>
          <a:xfrm>
            <a:off x="0" y="535825"/>
            <a:ext cx="9151202" cy="116709"/>
          </a:xfrm>
          <a:prstGeom prst="rect">
            <a:avLst/>
          </a:prstGeom>
          <a:noFill/>
          <a:ln>
            <a:noFill/>
          </a:ln>
        </p:spPr>
      </p:pic>
      <p:sp>
        <p:nvSpPr>
          <p:cNvPr id="205" name="Google Shape;205;p64"/>
          <p:cNvSpPr txBox="1"/>
          <p:nvPr>
            <p:ph idx="1" type="body"/>
          </p:nvPr>
        </p:nvSpPr>
        <p:spPr>
          <a:xfrm>
            <a:off x="324000" y="1080000"/>
            <a:ext cx="8113800" cy="37404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206" name="Google Shape;206;p6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Lexend"/>
                <a:ea typeface="Lexend"/>
                <a:cs typeface="Lexend"/>
                <a:sym typeface="Lexend"/>
              </a:rPr>
              <a:t>Summary</a:t>
            </a:r>
            <a:endParaRPr b="1" i="0" sz="2000" u="none" cap="none" strike="noStrike">
              <a:solidFill>
                <a:schemeClr val="dk1"/>
              </a:solidFill>
              <a:latin typeface="Lexend"/>
              <a:ea typeface="Lexend"/>
              <a:cs typeface="Lexend"/>
              <a:sym typeface="Lexend"/>
            </a:endParaRPr>
          </a:p>
        </p:txBody>
      </p:sp>
      <p:sp>
        <p:nvSpPr>
          <p:cNvPr id="207" name="Google Shape;207;p64"/>
          <p:cNvSpPr txBox="1"/>
          <p:nvPr>
            <p:ph type="title"/>
          </p:nvPr>
        </p:nvSpPr>
        <p:spPr>
          <a:xfrm>
            <a:off x="1684800" y="43825"/>
            <a:ext cx="57414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000"/>
              <a:buFont typeface="Lexend"/>
              <a:buNone/>
              <a:defRPr b="0" sz="2000">
                <a:latin typeface="Lexend"/>
                <a:ea typeface="Lexend"/>
                <a:cs typeface="Lexend"/>
                <a:sym typeface="Lexend"/>
              </a:defRPr>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208" name="Shape 208"/>
        <p:cNvGrpSpPr/>
        <p:nvPr/>
      </p:nvGrpSpPr>
      <p:grpSpPr>
        <a:xfrm>
          <a:off x="0" y="0"/>
          <a:ext cx="0" cy="0"/>
          <a:chOff x="0" y="0"/>
          <a:chExt cx="0" cy="0"/>
        </a:xfrm>
      </p:grpSpPr>
      <p:pic>
        <p:nvPicPr>
          <p:cNvPr id="209" name="Google Shape;209;p65"/>
          <p:cNvPicPr preferRelativeResize="0"/>
          <p:nvPr/>
        </p:nvPicPr>
        <p:blipFill rotWithShape="1">
          <a:blip r:embed="rId2">
            <a:alphaModFix/>
          </a:blip>
          <a:srcRect b="0" l="0" r="0" t="0"/>
          <a:stretch/>
        </p:blipFill>
        <p:spPr>
          <a:xfrm>
            <a:off x="347200" y="1111870"/>
            <a:ext cx="7945600" cy="2919776"/>
          </a:xfrm>
          <a:prstGeom prst="rect">
            <a:avLst/>
          </a:prstGeom>
          <a:noFill/>
          <a:ln>
            <a:noFill/>
          </a:ln>
        </p:spPr>
      </p:pic>
      <p:sp>
        <p:nvSpPr>
          <p:cNvPr id="210" name="Google Shape;210;p65"/>
          <p:cNvSpPr txBox="1"/>
          <p:nvPr>
            <p:ph idx="1" type="subTitle"/>
          </p:nvPr>
        </p:nvSpPr>
        <p:spPr>
          <a:xfrm>
            <a:off x="661775" y="1190413"/>
            <a:ext cx="7351200" cy="27627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800"/>
              <a:buNone/>
              <a:defRPr sz="1800"/>
            </a:lvl1pPr>
            <a:lvl2pPr lvl="1" algn="l">
              <a:lnSpc>
                <a:spcPct val="130000"/>
              </a:lnSpc>
              <a:spcBef>
                <a:spcPts val="1000"/>
              </a:spcBef>
              <a:spcAft>
                <a:spcPts val="0"/>
              </a:spcAft>
              <a:buSzPts val="1800"/>
              <a:buNone/>
              <a:defRPr sz="1800"/>
            </a:lvl2pPr>
            <a:lvl3pPr lvl="2" algn="l">
              <a:lnSpc>
                <a:spcPct val="130000"/>
              </a:lnSpc>
              <a:spcBef>
                <a:spcPts val="1000"/>
              </a:spcBef>
              <a:spcAft>
                <a:spcPts val="0"/>
              </a:spcAft>
              <a:buSzPts val="1800"/>
              <a:buNone/>
              <a:defRPr sz="1800"/>
            </a:lvl3pPr>
            <a:lvl4pPr lvl="3" algn="l">
              <a:lnSpc>
                <a:spcPct val="130000"/>
              </a:lnSpc>
              <a:spcBef>
                <a:spcPts val="800"/>
              </a:spcBef>
              <a:spcAft>
                <a:spcPts val="0"/>
              </a:spcAft>
              <a:buSzPts val="1800"/>
              <a:buNone/>
              <a:defRPr sz="1800"/>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Art and design" showMasterSp="0">
  <p:cSld name="Title Slide 2_1">
    <p:bg>
      <p:bgPr>
        <a:solidFill>
          <a:srgbClr val="BEF2BD"/>
        </a:solidFill>
      </p:bgPr>
    </p:bg>
    <p:spTree>
      <p:nvGrpSpPr>
        <p:cNvPr id="211" name="Shape 211"/>
        <p:cNvGrpSpPr/>
        <p:nvPr/>
      </p:nvGrpSpPr>
      <p:grpSpPr>
        <a:xfrm>
          <a:off x="0" y="0"/>
          <a:ext cx="0" cy="0"/>
          <a:chOff x="0" y="0"/>
          <a:chExt cx="0" cy="0"/>
        </a:xfrm>
      </p:grpSpPr>
      <p:sp>
        <p:nvSpPr>
          <p:cNvPr id="212" name="Google Shape;212;p66"/>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3" name="Google Shape;213;p66"/>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214" name="Google Shape;214;p66"/>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215" name="Google Shape;215;p6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216" name="Google Shape;216;p66"/>
          <p:cNvGrpSpPr/>
          <p:nvPr/>
        </p:nvGrpSpPr>
        <p:grpSpPr>
          <a:xfrm>
            <a:off x="6156975" y="0"/>
            <a:ext cx="2987025" cy="3854074"/>
            <a:chOff x="6156975" y="0"/>
            <a:chExt cx="2987025" cy="3854074"/>
          </a:xfrm>
        </p:grpSpPr>
        <p:pic>
          <p:nvPicPr>
            <p:cNvPr id="217" name="Google Shape;217;p66"/>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18" name="Google Shape;218;p66"/>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grpSp>
      <p:pic>
        <p:nvPicPr>
          <p:cNvPr id="219" name="Google Shape;219;p66"/>
          <p:cNvPicPr preferRelativeResize="0"/>
          <p:nvPr/>
        </p:nvPicPr>
        <p:blipFill rotWithShape="1">
          <a:blip r:embed="rId4">
            <a:alphaModFix/>
          </a:blip>
          <a:srcRect b="0" l="0" r="0" t="0"/>
          <a:stretch/>
        </p:blipFill>
        <p:spPr>
          <a:xfrm rot="-360030">
            <a:off x="6753314" y="1132068"/>
            <a:ext cx="2063340" cy="1643029"/>
          </a:xfrm>
          <a:prstGeom prst="rect">
            <a:avLst/>
          </a:prstGeom>
          <a:noFill/>
          <a:ln>
            <a:noFill/>
          </a:ln>
        </p:spPr>
      </p:pic>
      <p:pic>
        <p:nvPicPr>
          <p:cNvPr id="220" name="Google Shape;220;p66"/>
          <p:cNvPicPr preferRelativeResize="0"/>
          <p:nvPr/>
        </p:nvPicPr>
        <p:blipFill rotWithShape="1">
          <a:blip r:embed="rId5">
            <a:alphaModFix/>
          </a:blip>
          <a:srcRect b="0" l="6209" r="6210" t="0"/>
          <a:stretch/>
        </p:blipFill>
        <p:spPr>
          <a:xfrm>
            <a:off x="324000" y="4008600"/>
            <a:ext cx="1705150" cy="128000"/>
          </a:xfrm>
          <a:prstGeom prst="rect">
            <a:avLst/>
          </a:prstGeom>
          <a:noFill/>
          <a:ln>
            <a:noFill/>
          </a:ln>
        </p:spPr>
      </p:pic>
      <p:sp>
        <p:nvSpPr>
          <p:cNvPr id="221" name="Google Shape;221;p6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Art and design</a:t>
            </a:r>
            <a:endParaRPr b="1" i="0" sz="1700" u="none" cap="none" strike="noStrike">
              <a:solidFill>
                <a:srgbClr val="000000"/>
              </a:solidFill>
              <a:latin typeface="Lexend"/>
              <a:ea typeface="Lexend"/>
              <a:cs typeface="Lexend"/>
              <a:sym typeface="Lexend"/>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222" name="Shape 222"/>
        <p:cNvGrpSpPr/>
        <p:nvPr/>
      </p:nvGrpSpPr>
      <p:grpSpPr>
        <a:xfrm>
          <a:off x="0" y="0"/>
          <a:ext cx="0" cy="0"/>
          <a:chOff x="0" y="0"/>
          <a:chExt cx="0" cy="0"/>
        </a:xfrm>
      </p:grpSpPr>
      <p:pic>
        <p:nvPicPr>
          <p:cNvPr id="223" name="Google Shape;223;p67"/>
          <p:cNvPicPr preferRelativeResize="0"/>
          <p:nvPr/>
        </p:nvPicPr>
        <p:blipFill rotWithShape="1">
          <a:blip r:embed="rId2">
            <a:alphaModFix/>
          </a:blip>
          <a:srcRect b="0" l="6209" r="6210" t="0"/>
          <a:stretch/>
        </p:blipFill>
        <p:spPr>
          <a:xfrm>
            <a:off x="324000" y="4008600"/>
            <a:ext cx="859400" cy="127996"/>
          </a:xfrm>
          <a:prstGeom prst="rect">
            <a:avLst/>
          </a:prstGeom>
          <a:noFill/>
          <a:ln>
            <a:noFill/>
          </a:ln>
        </p:spPr>
      </p:pic>
      <p:pic>
        <p:nvPicPr>
          <p:cNvPr id="224" name="Google Shape;224;p67"/>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25" name="Google Shape;225;p6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6" name="Google Shape;226;p6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Biology</a:t>
            </a:r>
            <a:endParaRPr b="1" i="0" sz="1700" u="none" cap="none" strike="noStrike">
              <a:solidFill>
                <a:srgbClr val="000000"/>
              </a:solidFill>
              <a:latin typeface="Lexend"/>
              <a:ea typeface="Lexend"/>
              <a:cs typeface="Lexend"/>
              <a:sym typeface="Lexend"/>
            </a:endParaRPr>
          </a:p>
        </p:txBody>
      </p:sp>
      <p:sp>
        <p:nvSpPr>
          <p:cNvPr id="227" name="Google Shape;227;p67"/>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228" name="Google Shape;228;p67"/>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229" name="Google Shape;229;p6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230" name="Shape 230"/>
        <p:cNvGrpSpPr/>
        <p:nvPr/>
      </p:nvGrpSpPr>
      <p:grpSpPr>
        <a:xfrm>
          <a:off x="0" y="0"/>
          <a:ext cx="0" cy="0"/>
          <a:chOff x="0" y="0"/>
          <a:chExt cx="0" cy="0"/>
        </a:xfrm>
      </p:grpSpPr>
      <p:pic>
        <p:nvPicPr>
          <p:cNvPr id="231" name="Google Shape;231;p68"/>
          <p:cNvPicPr preferRelativeResize="0"/>
          <p:nvPr/>
        </p:nvPicPr>
        <p:blipFill rotWithShape="1">
          <a:blip r:embed="rId2">
            <a:alphaModFix/>
          </a:blip>
          <a:srcRect b="0" l="6209" r="6210" t="0"/>
          <a:stretch/>
        </p:blipFill>
        <p:spPr>
          <a:xfrm>
            <a:off x="324000" y="4008600"/>
            <a:ext cx="1117400" cy="128000"/>
          </a:xfrm>
          <a:prstGeom prst="rect">
            <a:avLst/>
          </a:prstGeom>
          <a:noFill/>
          <a:ln>
            <a:noFill/>
          </a:ln>
        </p:spPr>
      </p:pic>
      <p:sp>
        <p:nvSpPr>
          <p:cNvPr id="232" name="Google Shape;232;p6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3" name="Google Shape;233;p6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Chemistry</a:t>
            </a:r>
            <a:endParaRPr b="1" i="0" sz="1700" u="none" cap="none" strike="noStrike">
              <a:solidFill>
                <a:srgbClr val="000000"/>
              </a:solidFill>
              <a:latin typeface="Lexend"/>
              <a:ea typeface="Lexend"/>
              <a:cs typeface="Lexend"/>
              <a:sym typeface="Lexend"/>
            </a:endParaRPr>
          </a:p>
        </p:txBody>
      </p:sp>
      <p:sp>
        <p:nvSpPr>
          <p:cNvPr id="234" name="Google Shape;234;p68"/>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235" name="Google Shape;235;p68"/>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6" name="Google Shape;236;p6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pic>
        <p:nvPicPr>
          <p:cNvPr id="237" name="Google Shape;237;p68"/>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itizenship" showMasterSp="0">
  <p:cSld name="Title Slide 2_1_1_1_1_1_1_1_1_1_1_5">
    <p:bg>
      <p:bgPr>
        <a:solidFill>
          <a:srgbClr val="BEF2BD"/>
        </a:solidFill>
      </p:bgPr>
    </p:bg>
    <p:spTree>
      <p:nvGrpSpPr>
        <p:cNvPr id="238" name="Shape 238"/>
        <p:cNvGrpSpPr/>
        <p:nvPr/>
      </p:nvGrpSpPr>
      <p:grpSpPr>
        <a:xfrm>
          <a:off x="0" y="0"/>
          <a:ext cx="0" cy="0"/>
          <a:chOff x="0" y="0"/>
          <a:chExt cx="0" cy="0"/>
        </a:xfrm>
      </p:grpSpPr>
      <p:pic>
        <p:nvPicPr>
          <p:cNvPr id="239" name="Google Shape;239;p69"/>
          <p:cNvPicPr preferRelativeResize="0"/>
          <p:nvPr/>
        </p:nvPicPr>
        <p:blipFill rotWithShape="1">
          <a:blip r:embed="rId2">
            <a:alphaModFix/>
          </a:blip>
          <a:srcRect b="0" l="6209" r="6210" t="0"/>
          <a:stretch/>
        </p:blipFill>
        <p:spPr>
          <a:xfrm>
            <a:off x="324000" y="4008600"/>
            <a:ext cx="1245800" cy="128000"/>
          </a:xfrm>
          <a:prstGeom prst="rect">
            <a:avLst/>
          </a:prstGeom>
          <a:noFill/>
          <a:ln>
            <a:noFill/>
          </a:ln>
        </p:spPr>
      </p:pic>
      <p:sp>
        <p:nvSpPr>
          <p:cNvPr id="240" name="Google Shape;240;p6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1" name="Google Shape;241;p6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Citizenship</a:t>
            </a:r>
            <a:endParaRPr b="1" i="0" sz="1700" u="none" cap="none" strike="noStrike">
              <a:solidFill>
                <a:srgbClr val="000000"/>
              </a:solidFill>
              <a:latin typeface="Lexend"/>
              <a:ea typeface="Lexend"/>
              <a:cs typeface="Lexend"/>
              <a:sym typeface="Lexend"/>
            </a:endParaRPr>
          </a:p>
        </p:txBody>
      </p:sp>
      <p:sp>
        <p:nvSpPr>
          <p:cNvPr id="242" name="Google Shape;242;p69"/>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243" name="Google Shape;243;p6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44" name="Google Shape;244;p6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245" name="Google Shape;245;p69"/>
          <p:cNvGrpSpPr/>
          <p:nvPr/>
        </p:nvGrpSpPr>
        <p:grpSpPr>
          <a:xfrm>
            <a:off x="6156975" y="0"/>
            <a:ext cx="2987025" cy="3854074"/>
            <a:chOff x="6156975" y="0"/>
            <a:chExt cx="2987025" cy="3854074"/>
          </a:xfrm>
        </p:grpSpPr>
        <p:pic>
          <p:nvPicPr>
            <p:cNvPr id="246" name="Google Shape;246;p6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47" name="Google Shape;247;p6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grpSp>
      <p:pic>
        <p:nvPicPr>
          <p:cNvPr id="248" name="Google Shape;248;p69"/>
          <p:cNvPicPr preferRelativeResize="0"/>
          <p:nvPr/>
        </p:nvPicPr>
        <p:blipFill rotWithShape="1">
          <a:blip r:embed="rId5">
            <a:alphaModFix/>
          </a:blip>
          <a:srcRect b="0" l="0" r="0" t="0"/>
          <a:stretch/>
        </p:blipFill>
        <p:spPr>
          <a:xfrm rot="-360025">
            <a:off x="6945328" y="787504"/>
            <a:ext cx="1710318" cy="2052379"/>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omputing" showMasterSp="0">
  <p:cSld name="Title Slide 2_1_1_1_1_1_1_1_1_1_1_3">
    <p:bg>
      <p:bgPr>
        <a:solidFill>
          <a:srgbClr val="BEF2BD"/>
        </a:solidFill>
      </p:bgPr>
    </p:bg>
    <p:spTree>
      <p:nvGrpSpPr>
        <p:cNvPr id="249" name="Shape 249"/>
        <p:cNvGrpSpPr/>
        <p:nvPr/>
      </p:nvGrpSpPr>
      <p:grpSpPr>
        <a:xfrm>
          <a:off x="0" y="0"/>
          <a:ext cx="0" cy="0"/>
          <a:chOff x="0" y="0"/>
          <a:chExt cx="0" cy="0"/>
        </a:xfrm>
      </p:grpSpPr>
      <p:pic>
        <p:nvPicPr>
          <p:cNvPr id="250" name="Google Shape;250;p70"/>
          <p:cNvPicPr preferRelativeResize="0"/>
          <p:nvPr/>
        </p:nvPicPr>
        <p:blipFill rotWithShape="1">
          <a:blip r:embed="rId2">
            <a:alphaModFix/>
          </a:blip>
          <a:srcRect b="0" l="6209" r="6210" t="0"/>
          <a:stretch/>
        </p:blipFill>
        <p:spPr>
          <a:xfrm>
            <a:off x="324000" y="4008600"/>
            <a:ext cx="1258950" cy="128000"/>
          </a:xfrm>
          <a:prstGeom prst="rect">
            <a:avLst/>
          </a:prstGeom>
          <a:noFill/>
          <a:ln>
            <a:noFill/>
          </a:ln>
        </p:spPr>
      </p:pic>
      <p:sp>
        <p:nvSpPr>
          <p:cNvPr id="251" name="Google Shape;251;p7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2" name="Google Shape;252;p7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Computing</a:t>
            </a:r>
            <a:endParaRPr b="1" i="0" sz="1700" u="none" cap="none" strike="noStrike">
              <a:solidFill>
                <a:srgbClr val="000000"/>
              </a:solidFill>
              <a:latin typeface="Lexend"/>
              <a:ea typeface="Lexend"/>
              <a:cs typeface="Lexend"/>
              <a:sym typeface="Lexend"/>
            </a:endParaRPr>
          </a:p>
        </p:txBody>
      </p:sp>
      <p:sp>
        <p:nvSpPr>
          <p:cNvPr id="253" name="Google Shape;253;p7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254" name="Google Shape;254;p70"/>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55" name="Google Shape;255;p7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256" name="Google Shape;256;p70"/>
          <p:cNvGrpSpPr/>
          <p:nvPr/>
        </p:nvGrpSpPr>
        <p:grpSpPr>
          <a:xfrm>
            <a:off x="6156975" y="0"/>
            <a:ext cx="2987025" cy="3854074"/>
            <a:chOff x="6156975" y="0"/>
            <a:chExt cx="2987025" cy="3854074"/>
          </a:xfrm>
        </p:grpSpPr>
        <p:pic>
          <p:nvPicPr>
            <p:cNvPr id="257" name="Google Shape;257;p70"/>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58" name="Google Shape;258;p70"/>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grpSp>
      <p:pic>
        <p:nvPicPr>
          <p:cNvPr id="259" name="Google Shape;259;p70"/>
          <p:cNvPicPr preferRelativeResize="0"/>
          <p:nvPr/>
        </p:nvPicPr>
        <p:blipFill rotWithShape="1">
          <a:blip r:embed="rId5">
            <a:alphaModFix/>
          </a:blip>
          <a:srcRect b="0" l="0" r="0" t="0"/>
          <a:stretch/>
        </p:blipFill>
        <p:spPr>
          <a:xfrm rot="-359982">
            <a:off x="6923956" y="1273792"/>
            <a:ext cx="1784155" cy="140454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Design and technology" showMasterSp="0">
  <p:cSld name="Title Slide 2_1_1_1_1_1_1_1_1_1_1_2">
    <p:bg>
      <p:bgPr>
        <a:solidFill>
          <a:srgbClr val="BEF2BD"/>
        </a:solidFill>
      </p:bgPr>
    </p:bg>
    <p:spTree>
      <p:nvGrpSpPr>
        <p:cNvPr id="260" name="Shape 260"/>
        <p:cNvGrpSpPr/>
        <p:nvPr/>
      </p:nvGrpSpPr>
      <p:grpSpPr>
        <a:xfrm>
          <a:off x="0" y="0"/>
          <a:ext cx="0" cy="0"/>
          <a:chOff x="0" y="0"/>
          <a:chExt cx="0" cy="0"/>
        </a:xfrm>
      </p:grpSpPr>
      <p:pic>
        <p:nvPicPr>
          <p:cNvPr id="261" name="Google Shape;261;p71"/>
          <p:cNvPicPr preferRelativeResize="0"/>
          <p:nvPr/>
        </p:nvPicPr>
        <p:blipFill rotWithShape="1">
          <a:blip r:embed="rId2">
            <a:alphaModFix/>
          </a:blip>
          <a:srcRect b="0" l="6209" r="6210" t="0"/>
          <a:stretch/>
        </p:blipFill>
        <p:spPr>
          <a:xfrm>
            <a:off x="324000" y="4008600"/>
            <a:ext cx="2705850" cy="128000"/>
          </a:xfrm>
          <a:prstGeom prst="rect">
            <a:avLst/>
          </a:prstGeom>
          <a:noFill/>
          <a:ln>
            <a:noFill/>
          </a:ln>
        </p:spPr>
      </p:pic>
      <p:sp>
        <p:nvSpPr>
          <p:cNvPr id="262" name="Google Shape;262;p7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3" name="Google Shape;263;p71"/>
          <p:cNvSpPr txBox="1"/>
          <p:nvPr/>
        </p:nvSpPr>
        <p:spPr>
          <a:xfrm>
            <a:off x="323850" y="3781525"/>
            <a:ext cx="2706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Design and technology</a:t>
            </a:r>
            <a:endParaRPr b="1" i="0" sz="1700" u="none" cap="none" strike="noStrike">
              <a:solidFill>
                <a:srgbClr val="000000"/>
              </a:solidFill>
              <a:latin typeface="Lexend"/>
              <a:ea typeface="Lexend"/>
              <a:cs typeface="Lexend"/>
              <a:sym typeface="Lexend"/>
            </a:endParaRPr>
          </a:p>
        </p:txBody>
      </p:sp>
      <p:sp>
        <p:nvSpPr>
          <p:cNvPr id="264" name="Google Shape;264;p71"/>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265" name="Google Shape;265;p7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66" name="Google Shape;266;p71"/>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267" name="Google Shape;267;p71"/>
          <p:cNvGrpSpPr/>
          <p:nvPr/>
        </p:nvGrpSpPr>
        <p:grpSpPr>
          <a:xfrm>
            <a:off x="6156975" y="0"/>
            <a:ext cx="2987025" cy="3854074"/>
            <a:chOff x="6156975" y="0"/>
            <a:chExt cx="2987025" cy="3854074"/>
          </a:xfrm>
        </p:grpSpPr>
        <p:pic>
          <p:nvPicPr>
            <p:cNvPr id="268" name="Google Shape;268;p7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69" name="Google Shape;269;p71"/>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grpSp>
      <p:pic>
        <p:nvPicPr>
          <p:cNvPr id="270" name="Google Shape;270;p71"/>
          <p:cNvPicPr preferRelativeResize="0"/>
          <p:nvPr/>
        </p:nvPicPr>
        <p:blipFill rotWithShape="1">
          <a:blip r:embed="rId5">
            <a:alphaModFix/>
          </a:blip>
          <a:srcRect b="0" l="0" r="0" t="0"/>
          <a:stretch/>
        </p:blipFill>
        <p:spPr>
          <a:xfrm rot="-362791">
            <a:off x="6884380" y="985388"/>
            <a:ext cx="1846116" cy="1852594"/>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_2">
    <p:bg>
      <p:bgPr>
        <a:solidFill>
          <a:srgbClr val="BEF2BD"/>
        </a:solidFill>
      </p:bgPr>
    </p:bg>
    <p:spTree>
      <p:nvGrpSpPr>
        <p:cNvPr id="271" name="Shape 271"/>
        <p:cNvGrpSpPr/>
        <p:nvPr/>
      </p:nvGrpSpPr>
      <p:grpSpPr>
        <a:xfrm>
          <a:off x="0" y="0"/>
          <a:ext cx="0" cy="0"/>
          <a:chOff x="0" y="0"/>
          <a:chExt cx="0" cy="0"/>
        </a:xfrm>
      </p:grpSpPr>
      <p:pic>
        <p:nvPicPr>
          <p:cNvPr id="272" name="Google Shape;272;p72"/>
          <p:cNvPicPr preferRelativeResize="0"/>
          <p:nvPr/>
        </p:nvPicPr>
        <p:blipFill rotWithShape="1">
          <a:blip r:embed="rId2">
            <a:alphaModFix/>
          </a:blip>
          <a:srcRect b="0" l="6209" r="6210" t="0"/>
          <a:stretch/>
        </p:blipFill>
        <p:spPr>
          <a:xfrm>
            <a:off x="324000" y="4008600"/>
            <a:ext cx="859400" cy="127996"/>
          </a:xfrm>
          <a:prstGeom prst="rect">
            <a:avLst/>
          </a:prstGeom>
          <a:noFill/>
          <a:ln>
            <a:noFill/>
          </a:ln>
        </p:spPr>
      </p:pic>
      <p:sp>
        <p:nvSpPr>
          <p:cNvPr id="273" name="Google Shape;273;p7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English</a:t>
            </a:r>
            <a:endParaRPr b="1" i="0" sz="1700" u="none" cap="none" strike="noStrike">
              <a:solidFill>
                <a:srgbClr val="000000"/>
              </a:solidFill>
              <a:latin typeface="Lexend"/>
              <a:ea typeface="Lexend"/>
              <a:cs typeface="Lexend"/>
              <a:sym typeface="Lexend"/>
            </a:endParaRPr>
          </a:p>
        </p:txBody>
      </p:sp>
      <p:sp>
        <p:nvSpPr>
          <p:cNvPr id="274" name="Google Shape;274;p7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5" name="Google Shape;275;p7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276" name="Google Shape;276;p7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277" name="Google Shape;277;p72"/>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78" name="Google Shape;278;p7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French" showMasterSp="0">
  <p:cSld name="Title Slide 2_1_1_1_1_1_1_1_1_1_1_1">
    <p:bg>
      <p:bgPr>
        <a:solidFill>
          <a:srgbClr val="BEF2BD"/>
        </a:solidFill>
      </p:bgPr>
    </p:bg>
    <p:spTree>
      <p:nvGrpSpPr>
        <p:cNvPr id="279" name="Shape 279"/>
        <p:cNvGrpSpPr/>
        <p:nvPr/>
      </p:nvGrpSpPr>
      <p:grpSpPr>
        <a:xfrm>
          <a:off x="0" y="0"/>
          <a:ext cx="0" cy="0"/>
          <a:chOff x="0" y="0"/>
          <a:chExt cx="0" cy="0"/>
        </a:xfrm>
      </p:grpSpPr>
      <p:pic>
        <p:nvPicPr>
          <p:cNvPr id="280" name="Google Shape;280;p73"/>
          <p:cNvPicPr preferRelativeResize="0"/>
          <p:nvPr/>
        </p:nvPicPr>
        <p:blipFill rotWithShape="1">
          <a:blip r:embed="rId2">
            <a:alphaModFix/>
          </a:blip>
          <a:srcRect b="0" l="6209" r="6210" t="0"/>
          <a:stretch/>
        </p:blipFill>
        <p:spPr>
          <a:xfrm>
            <a:off x="324000" y="4008600"/>
            <a:ext cx="772225" cy="128000"/>
          </a:xfrm>
          <a:prstGeom prst="rect">
            <a:avLst/>
          </a:prstGeom>
          <a:noFill/>
          <a:ln>
            <a:noFill/>
          </a:ln>
        </p:spPr>
      </p:pic>
      <p:sp>
        <p:nvSpPr>
          <p:cNvPr id="281" name="Google Shape;281;p7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2" name="Google Shape;282;p7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French</a:t>
            </a:r>
            <a:endParaRPr b="1" i="0" sz="1700" u="none" cap="none" strike="noStrike">
              <a:solidFill>
                <a:srgbClr val="000000"/>
              </a:solidFill>
              <a:latin typeface="Lexend"/>
              <a:ea typeface="Lexend"/>
              <a:cs typeface="Lexend"/>
              <a:sym typeface="Lexend"/>
            </a:endParaRPr>
          </a:p>
        </p:txBody>
      </p:sp>
      <p:sp>
        <p:nvSpPr>
          <p:cNvPr id="283" name="Google Shape;283;p73"/>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284" name="Google Shape;284;p7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85" name="Google Shape;285;p7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286" name="Google Shape;286;p73"/>
          <p:cNvGrpSpPr/>
          <p:nvPr/>
        </p:nvGrpSpPr>
        <p:grpSpPr>
          <a:xfrm>
            <a:off x="6156975" y="0"/>
            <a:ext cx="2987025" cy="3854074"/>
            <a:chOff x="6156975" y="0"/>
            <a:chExt cx="2987025" cy="3854074"/>
          </a:xfrm>
        </p:grpSpPr>
        <p:pic>
          <p:nvPicPr>
            <p:cNvPr id="287" name="Google Shape;287;p73"/>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88" name="Google Shape;288;p73"/>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grpSp>
      <p:pic>
        <p:nvPicPr>
          <p:cNvPr id="289" name="Google Shape;289;p73"/>
          <p:cNvPicPr preferRelativeResize="0"/>
          <p:nvPr/>
        </p:nvPicPr>
        <p:blipFill rotWithShape="1">
          <a:blip r:embed="rId5">
            <a:alphaModFix/>
          </a:blip>
          <a:srcRect b="0" l="0" r="0" t="0"/>
          <a:stretch/>
        </p:blipFill>
        <p:spPr>
          <a:xfrm rot="-360000">
            <a:off x="6960295" y="1032880"/>
            <a:ext cx="1690503" cy="1834581"/>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90" name="Shape 290"/>
        <p:cNvGrpSpPr/>
        <p:nvPr/>
      </p:nvGrpSpPr>
      <p:grpSpPr>
        <a:xfrm>
          <a:off x="0" y="0"/>
          <a:ext cx="0" cy="0"/>
          <a:chOff x="0" y="0"/>
          <a:chExt cx="0" cy="0"/>
        </a:xfrm>
      </p:grpSpPr>
      <p:pic>
        <p:nvPicPr>
          <p:cNvPr id="291" name="Google Shape;291;p74"/>
          <p:cNvPicPr preferRelativeResize="0"/>
          <p:nvPr/>
        </p:nvPicPr>
        <p:blipFill rotWithShape="1">
          <a:blip r:embed="rId2">
            <a:alphaModFix/>
          </a:blip>
          <a:srcRect b="0" l="6209" r="6210" t="0"/>
          <a:stretch/>
        </p:blipFill>
        <p:spPr>
          <a:xfrm>
            <a:off x="324000" y="4008600"/>
            <a:ext cx="1259825" cy="128000"/>
          </a:xfrm>
          <a:prstGeom prst="rect">
            <a:avLst/>
          </a:prstGeom>
          <a:noFill/>
          <a:ln>
            <a:noFill/>
          </a:ln>
        </p:spPr>
      </p:pic>
      <p:pic>
        <p:nvPicPr>
          <p:cNvPr id="292" name="Google Shape;292;p7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93" name="Google Shape;293;p7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4" name="Google Shape;294;p7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Geography</a:t>
            </a:r>
            <a:endParaRPr b="1" i="0" sz="1700" u="none" cap="none" strike="noStrike">
              <a:solidFill>
                <a:srgbClr val="000000"/>
              </a:solidFill>
              <a:latin typeface="Lexend"/>
              <a:ea typeface="Lexend"/>
              <a:cs typeface="Lexend"/>
              <a:sym typeface="Lexend"/>
            </a:endParaRPr>
          </a:p>
        </p:txBody>
      </p:sp>
      <p:sp>
        <p:nvSpPr>
          <p:cNvPr id="295" name="Google Shape;295;p7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296" name="Google Shape;296;p7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297" name="Google Shape;297;p7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rman" showMasterSp="0">
  <p:cSld name="Title Slide 2_1_1_1_1_1_1_1_1_1_1_1_1">
    <p:bg>
      <p:bgPr>
        <a:solidFill>
          <a:srgbClr val="BEF2BD"/>
        </a:solidFill>
      </p:bgPr>
    </p:bg>
    <p:spTree>
      <p:nvGrpSpPr>
        <p:cNvPr id="298" name="Shape 298"/>
        <p:cNvGrpSpPr/>
        <p:nvPr/>
      </p:nvGrpSpPr>
      <p:grpSpPr>
        <a:xfrm>
          <a:off x="0" y="0"/>
          <a:ext cx="0" cy="0"/>
          <a:chOff x="0" y="0"/>
          <a:chExt cx="0" cy="0"/>
        </a:xfrm>
      </p:grpSpPr>
      <p:pic>
        <p:nvPicPr>
          <p:cNvPr id="299" name="Google Shape;299;p75"/>
          <p:cNvPicPr preferRelativeResize="0"/>
          <p:nvPr/>
        </p:nvPicPr>
        <p:blipFill rotWithShape="1">
          <a:blip r:embed="rId2">
            <a:alphaModFix/>
          </a:blip>
          <a:srcRect b="0" l="6209" r="6210" t="0"/>
          <a:stretch/>
        </p:blipFill>
        <p:spPr>
          <a:xfrm>
            <a:off x="324000" y="4008600"/>
            <a:ext cx="916925" cy="128000"/>
          </a:xfrm>
          <a:prstGeom prst="rect">
            <a:avLst/>
          </a:prstGeom>
          <a:noFill/>
          <a:ln>
            <a:noFill/>
          </a:ln>
        </p:spPr>
      </p:pic>
      <p:sp>
        <p:nvSpPr>
          <p:cNvPr id="300" name="Google Shape;300;p7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1" name="Google Shape;301;p7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German</a:t>
            </a:r>
            <a:endParaRPr b="1" i="0" sz="1700" u="none" cap="none" strike="noStrike">
              <a:solidFill>
                <a:srgbClr val="000000"/>
              </a:solidFill>
              <a:latin typeface="Lexend"/>
              <a:ea typeface="Lexend"/>
              <a:cs typeface="Lexend"/>
              <a:sym typeface="Lexend"/>
            </a:endParaRPr>
          </a:p>
        </p:txBody>
      </p:sp>
      <p:sp>
        <p:nvSpPr>
          <p:cNvPr id="302" name="Google Shape;302;p75"/>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303" name="Google Shape;303;p7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04" name="Google Shape;304;p7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305" name="Google Shape;305;p75"/>
          <p:cNvGrpSpPr/>
          <p:nvPr/>
        </p:nvGrpSpPr>
        <p:grpSpPr>
          <a:xfrm>
            <a:off x="6156975" y="0"/>
            <a:ext cx="2987025" cy="3854074"/>
            <a:chOff x="6156975" y="0"/>
            <a:chExt cx="2987025" cy="3854074"/>
          </a:xfrm>
        </p:grpSpPr>
        <p:pic>
          <p:nvPicPr>
            <p:cNvPr id="306" name="Google Shape;306;p7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307" name="Google Shape;307;p7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grpSp>
      <p:pic>
        <p:nvPicPr>
          <p:cNvPr id="308" name="Google Shape;308;p75"/>
          <p:cNvPicPr preferRelativeResize="0"/>
          <p:nvPr/>
        </p:nvPicPr>
        <p:blipFill rotWithShape="1">
          <a:blip r:embed="rId5">
            <a:alphaModFix/>
          </a:blip>
          <a:srcRect b="0" l="0" r="0" t="0"/>
          <a:stretch/>
        </p:blipFill>
        <p:spPr>
          <a:xfrm rot="-359963">
            <a:off x="6821686" y="1467541"/>
            <a:ext cx="1981958" cy="1067211"/>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_2">
    <p:bg>
      <p:bgPr>
        <a:solidFill>
          <a:srgbClr val="BEF2BD"/>
        </a:solidFill>
      </p:bgPr>
    </p:bg>
    <p:spTree>
      <p:nvGrpSpPr>
        <p:cNvPr id="309" name="Shape 309"/>
        <p:cNvGrpSpPr/>
        <p:nvPr/>
      </p:nvGrpSpPr>
      <p:grpSpPr>
        <a:xfrm>
          <a:off x="0" y="0"/>
          <a:ext cx="0" cy="0"/>
          <a:chOff x="0" y="0"/>
          <a:chExt cx="0" cy="0"/>
        </a:xfrm>
      </p:grpSpPr>
      <p:pic>
        <p:nvPicPr>
          <p:cNvPr id="310" name="Google Shape;310;p76"/>
          <p:cNvPicPr preferRelativeResize="0"/>
          <p:nvPr/>
        </p:nvPicPr>
        <p:blipFill rotWithShape="1">
          <a:blip r:embed="rId2">
            <a:alphaModFix/>
          </a:blip>
          <a:srcRect b="0" l="6209" r="6210" t="0"/>
          <a:stretch/>
        </p:blipFill>
        <p:spPr>
          <a:xfrm>
            <a:off x="324000" y="4008600"/>
            <a:ext cx="859400" cy="127996"/>
          </a:xfrm>
          <a:prstGeom prst="rect">
            <a:avLst/>
          </a:prstGeom>
          <a:noFill/>
          <a:ln>
            <a:noFill/>
          </a:ln>
        </p:spPr>
      </p:pic>
      <p:sp>
        <p:nvSpPr>
          <p:cNvPr id="311" name="Google Shape;311;p7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2" name="Google Shape;312;p7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History</a:t>
            </a:r>
            <a:endParaRPr b="1" i="0" sz="1700" u="none" cap="none" strike="noStrike">
              <a:solidFill>
                <a:srgbClr val="000000"/>
              </a:solidFill>
              <a:latin typeface="Lexend"/>
              <a:ea typeface="Lexend"/>
              <a:cs typeface="Lexend"/>
              <a:sym typeface="Lexend"/>
            </a:endParaRPr>
          </a:p>
        </p:txBody>
      </p:sp>
      <p:sp>
        <p:nvSpPr>
          <p:cNvPr id="313" name="Google Shape;313;p76"/>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314" name="Google Shape;314;p7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15" name="Google Shape;315;p7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316" name="Google Shape;316;p76"/>
          <p:cNvGrpSpPr/>
          <p:nvPr/>
        </p:nvGrpSpPr>
        <p:grpSpPr>
          <a:xfrm>
            <a:off x="6156975" y="0"/>
            <a:ext cx="2987025" cy="3854074"/>
            <a:chOff x="6156975" y="0"/>
            <a:chExt cx="2987025" cy="3854074"/>
          </a:xfrm>
        </p:grpSpPr>
        <p:pic>
          <p:nvPicPr>
            <p:cNvPr id="317" name="Google Shape;317;p7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318" name="Google Shape;318;p76"/>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19" name="Google Shape;319;p76"/>
            <p:cNvPicPr preferRelativeResize="0"/>
            <p:nvPr/>
          </p:nvPicPr>
          <p:blipFill rotWithShape="1">
            <a:blip r:embed="rId5">
              <a:alphaModFix/>
            </a:blip>
            <a:srcRect b="0" l="0" r="0" t="0"/>
            <a:stretch/>
          </p:blipFill>
          <p:spPr>
            <a:xfrm rot="-378432">
              <a:off x="7001357" y="1317070"/>
              <a:ext cx="1677682" cy="1143462"/>
            </a:xfrm>
            <a:prstGeom prst="rect">
              <a:avLst/>
            </a:prstGeom>
            <a:noFill/>
            <a:ln>
              <a:noFill/>
            </a:ln>
          </p:spPr>
        </p:pic>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_2">
    <p:bg>
      <p:bgPr>
        <a:solidFill>
          <a:srgbClr val="BEF2BD"/>
        </a:solidFill>
      </p:bgPr>
    </p:bg>
    <p:spTree>
      <p:nvGrpSpPr>
        <p:cNvPr id="320" name="Shape 320"/>
        <p:cNvGrpSpPr/>
        <p:nvPr/>
      </p:nvGrpSpPr>
      <p:grpSpPr>
        <a:xfrm>
          <a:off x="0" y="0"/>
          <a:ext cx="0" cy="0"/>
          <a:chOff x="0" y="0"/>
          <a:chExt cx="0" cy="0"/>
        </a:xfrm>
      </p:grpSpPr>
      <p:pic>
        <p:nvPicPr>
          <p:cNvPr id="321" name="Google Shape;321;p77"/>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322" name="Google Shape;322;p7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23" name="Google Shape;323;p7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Maths</a:t>
            </a:r>
            <a:endParaRPr b="1" i="0" sz="1700" u="none" cap="none" strike="noStrike">
              <a:solidFill>
                <a:srgbClr val="000000"/>
              </a:solidFill>
              <a:latin typeface="Lexend"/>
              <a:ea typeface="Lexend"/>
              <a:cs typeface="Lexend"/>
              <a:sym typeface="Lexend"/>
            </a:endParaRPr>
          </a:p>
        </p:txBody>
      </p:sp>
      <p:sp>
        <p:nvSpPr>
          <p:cNvPr id="324" name="Google Shape;324;p77"/>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325" name="Google Shape;325;p7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26" name="Google Shape;326;p7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pic>
        <p:nvPicPr>
          <p:cNvPr id="327" name="Google Shape;327;p77"/>
          <p:cNvPicPr preferRelativeResize="0"/>
          <p:nvPr/>
        </p:nvPicPr>
        <p:blipFill rotWithShape="1">
          <a:blip r:embed="rId4">
            <a:alphaModFix/>
          </a:blip>
          <a:srcRect b="0" l="6209" r="6210" t="0"/>
          <a:stretch/>
        </p:blipFill>
        <p:spPr>
          <a:xfrm>
            <a:off x="324000" y="4008600"/>
            <a:ext cx="707200" cy="12800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328" name="Shape 328"/>
        <p:cNvGrpSpPr/>
        <p:nvPr/>
      </p:nvGrpSpPr>
      <p:grpSpPr>
        <a:xfrm>
          <a:off x="0" y="0"/>
          <a:ext cx="0" cy="0"/>
          <a:chOff x="0" y="0"/>
          <a:chExt cx="0" cy="0"/>
        </a:xfrm>
      </p:grpSpPr>
      <p:pic>
        <p:nvPicPr>
          <p:cNvPr id="329" name="Google Shape;329;p78"/>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330" name="Google Shape;330;p7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1" name="Google Shape;331;p7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Music</a:t>
            </a:r>
            <a:endParaRPr b="1" i="0" sz="1700" u="none" cap="none" strike="noStrike">
              <a:solidFill>
                <a:srgbClr val="000000"/>
              </a:solidFill>
              <a:latin typeface="Lexend"/>
              <a:ea typeface="Lexend"/>
              <a:cs typeface="Lexend"/>
              <a:sym typeface="Lexend"/>
            </a:endParaRPr>
          </a:p>
        </p:txBody>
      </p:sp>
      <p:sp>
        <p:nvSpPr>
          <p:cNvPr id="332" name="Google Shape;332;p78"/>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333" name="Google Shape;333;p78"/>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34" name="Google Shape;334;p7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pic>
        <p:nvPicPr>
          <p:cNvPr id="335" name="Google Shape;335;p78"/>
          <p:cNvPicPr preferRelativeResize="0"/>
          <p:nvPr/>
        </p:nvPicPr>
        <p:blipFill rotWithShape="1">
          <a:blip r:embed="rId4">
            <a:alphaModFix/>
          </a:blip>
          <a:srcRect b="0" l="6209" r="6210" t="0"/>
          <a:stretch/>
        </p:blipFill>
        <p:spPr>
          <a:xfrm>
            <a:off x="324000" y="4008600"/>
            <a:ext cx="661625" cy="12800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al education" showMasterSp="0">
  <p:cSld name="Title Slide 2_1_1_1_1_1_1_1_1_1_1_1_1_2">
    <p:bg>
      <p:bgPr>
        <a:solidFill>
          <a:srgbClr val="BEF2BD"/>
        </a:solidFill>
      </p:bgPr>
    </p:bg>
    <p:spTree>
      <p:nvGrpSpPr>
        <p:cNvPr id="336" name="Shape 336"/>
        <p:cNvGrpSpPr/>
        <p:nvPr/>
      </p:nvGrpSpPr>
      <p:grpSpPr>
        <a:xfrm>
          <a:off x="0" y="0"/>
          <a:ext cx="0" cy="0"/>
          <a:chOff x="0" y="0"/>
          <a:chExt cx="0" cy="0"/>
        </a:xfrm>
      </p:grpSpPr>
      <p:pic>
        <p:nvPicPr>
          <p:cNvPr id="337" name="Google Shape;337;p79"/>
          <p:cNvPicPr preferRelativeResize="0"/>
          <p:nvPr/>
        </p:nvPicPr>
        <p:blipFill rotWithShape="1">
          <a:blip r:embed="rId2">
            <a:alphaModFix/>
          </a:blip>
          <a:srcRect b="0" l="6209" r="6210" t="0"/>
          <a:stretch/>
        </p:blipFill>
        <p:spPr>
          <a:xfrm>
            <a:off x="324000" y="4008600"/>
            <a:ext cx="2192950" cy="128000"/>
          </a:xfrm>
          <a:prstGeom prst="rect">
            <a:avLst/>
          </a:prstGeom>
          <a:noFill/>
          <a:ln>
            <a:noFill/>
          </a:ln>
        </p:spPr>
      </p:pic>
      <p:sp>
        <p:nvSpPr>
          <p:cNvPr id="338" name="Google Shape;338;p7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9" name="Google Shape;339;p79"/>
          <p:cNvSpPr txBox="1"/>
          <p:nvPr/>
        </p:nvSpPr>
        <p:spPr>
          <a:xfrm>
            <a:off x="323850" y="3781525"/>
            <a:ext cx="2456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Physical education</a:t>
            </a:r>
            <a:endParaRPr b="1" i="0" sz="1700" u="none" cap="none" strike="noStrike">
              <a:solidFill>
                <a:srgbClr val="000000"/>
              </a:solidFill>
              <a:latin typeface="Lexend"/>
              <a:ea typeface="Lexend"/>
              <a:cs typeface="Lexend"/>
              <a:sym typeface="Lexend"/>
            </a:endParaRPr>
          </a:p>
        </p:txBody>
      </p:sp>
      <p:sp>
        <p:nvSpPr>
          <p:cNvPr id="340" name="Google Shape;340;p79"/>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341" name="Google Shape;341;p7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42" name="Google Shape;342;p7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343" name="Google Shape;343;p79"/>
          <p:cNvGrpSpPr/>
          <p:nvPr/>
        </p:nvGrpSpPr>
        <p:grpSpPr>
          <a:xfrm>
            <a:off x="6156975" y="0"/>
            <a:ext cx="2987025" cy="3854074"/>
            <a:chOff x="6156975" y="0"/>
            <a:chExt cx="2987025" cy="3854074"/>
          </a:xfrm>
        </p:grpSpPr>
        <p:pic>
          <p:nvPicPr>
            <p:cNvPr id="344" name="Google Shape;344;p7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345" name="Google Shape;345;p7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grpSp>
      <p:pic>
        <p:nvPicPr>
          <p:cNvPr id="346" name="Google Shape;346;p79"/>
          <p:cNvPicPr preferRelativeResize="0"/>
          <p:nvPr/>
        </p:nvPicPr>
        <p:blipFill rotWithShape="1">
          <a:blip r:embed="rId5">
            <a:alphaModFix/>
          </a:blip>
          <a:srcRect b="0" l="0" r="0" t="0"/>
          <a:stretch/>
        </p:blipFill>
        <p:spPr>
          <a:xfrm rot="-359976">
            <a:off x="6935172" y="1377298"/>
            <a:ext cx="1845860" cy="130296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_2">
    <p:bg>
      <p:bgPr>
        <a:solidFill>
          <a:srgbClr val="BEF2BD"/>
        </a:solidFill>
      </p:bgPr>
    </p:bg>
    <p:spTree>
      <p:nvGrpSpPr>
        <p:cNvPr id="347" name="Shape 347"/>
        <p:cNvGrpSpPr/>
        <p:nvPr/>
      </p:nvGrpSpPr>
      <p:grpSpPr>
        <a:xfrm>
          <a:off x="0" y="0"/>
          <a:ext cx="0" cy="0"/>
          <a:chOff x="0" y="0"/>
          <a:chExt cx="0" cy="0"/>
        </a:xfrm>
      </p:grpSpPr>
      <p:pic>
        <p:nvPicPr>
          <p:cNvPr id="348" name="Google Shape;348;p80"/>
          <p:cNvPicPr preferRelativeResize="0"/>
          <p:nvPr/>
        </p:nvPicPr>
        <p:blipFill rotWithShape="1">
          <a:blip r:embed="rId2">
            <a:alphaModFix/>
          </a:blip>
          <a:srcRect b="0" l="6209" r="6210" t="0"/>
          <a:stretch/>
        </p:blipFill>
        <p:spPr>
          <a:xfrm>
            <a:off x="324000" y="4008600"/>
            <a:ext cx="859400" cy="127996"/>
          </a:xfrm>
          <a:prstGeom prst="rect">
            <a:avLst/>
          </a:prstGeom>
          <a:noFill/>
          <a:ln>
            <a:noFill/>
          </a:ln>
        </p:spPr>
      </p:pic>
      <p:sp>
        <p:nvSpPr>
          <p:cNvPr id="349" name="Google Shape;349;p8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0" name="Google Shape;350;p8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Physics</a:t>
            </a:r>
            <a:endParaRPr b="1" i="0" sz="1700" u="none" cap="none" strike="noStrike">
              <a:solidFill>
                <a:srgbClr val="000000"/>
              </a:solidFill>
              <a:latin typeface="Lexend"/>
              <a:ea typeface="Lexend"/>
              <a:cs typeface="Lexend"/>
              <a:sym typeface="Lexend"/>
            </a:endParaRPr>
          </a:p>
        </p:txBody>
      </p:sp>
      <p:sp>
        <p:nvSpPr>
          <p:cNvPr id="351" name="Google Shape;351;p80"/>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352" name="Google Shape;352;p80"/>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53" name="Google Shape;353;p8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354" name="Google Shape;354;p80"/>
          <p:cNvGrpSpPr/>
          <p:nvPr/>
        </p:nvGrpSpPr>
        <p:grpSpPr>
          <a:xfrm>
            <a:off x="6156975" y="0"/>
            <a:ext cx="2987025" cy="3854074"/>
            <a:chOff x="6156975" y="0"/>
            <a:chExt cx="2987025" cy="3854074"/>
          </a:xfrm>
        </p:grpSpPr>
        <p:pic>
          <p:nvPicPr>
            <p:cNvPr id="355" name="Google Shape;355;p80"/>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356" name="Google Shape;356;p80"/>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57" name="Google Shape;357;p80"/>
            <p:cNvPicPr preferRelativeResize="0"/>
            <p:nvPr/>
          </p:nvPicPr>
          <p:blipFill rotWithShape="1">
            <a:blip r:embed="rId5">
              <a:alphaModFix/>
            </a:blip>
            <a:srcRect b="0" l="0" r="0" t="0"/>
            <a:stretch/>
          </p:blipFill>
          <p:spPr>
            <a:xfrm rot="-384492">
              <a:off x="7235673" y="1037850"/>
              <a:ext cx="1204851" cy="1957577"/>
            </a:xfrm>
            <a:prstGeom prst="rect">
              <a:avLst/>
            </a:prstGeom>
            <a:noFill/>
            <a:ln>
              <a:noFill/>
            </a:ln>
          </p:spPr>
        </p:pic>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and health education" showMasterSp="0">
  <p:cSld name="Title Slide 2_1_1_1_1_1_1_1_1_1_1_7">
    <p:bg>
      <p:bgPr>
        <a:solidFill>
          <a:srgbClr val="BEF2BD"/>
        </a:solidFill>
      </p:bgPr>
    </p:bg>
    <p:spTree>
      <p:nvGrpSpPr>
        <p:cNvPr id="358" name="Shape 358"/>
        <p:cNvGrpSpPr/>
        <p:nvPr/>
      </p:nvGrpSpPr>
      <p:grpSpPr>
        <a:xfrm>
          <a:off x="0" y="0"/>
          <a:ext cx="0" cy="0"/>
          <a:chOff x="0" y="0"/>
          <a:chExt cx="0" cy="0"/>
        </a:xfrm>
      </p:grpSpPr>
      <p:pic>
        <p:nvPicPr>
          <p:cNvPr id="359" name="Google Shape;359;p81"/>
          <p:cNvPicPr preferRelativeResize="0"/>
          <p:nvPr/>
        </p:nvPicPr>
        <p:blipFill rotWithShape="1">
          <a:blip r:embed="rId2">
            <a:alphaModFix/>
          </a:blip>
          <a:srcRect b="0" l="6209" r="6210" t="0"/>
          <a:stretch/>
        </p:blipFill>
        <p:spPr>
          <a:xfrm>
            <a:off x="324000" y="4008600"/>
            <a:ext cx="4112000" cy="128000"/>
          </a:xfrm>
          <a:prstGeom prst="rect">
            <a:avLst/>
          </a:prstGeom>
          <a:noFill/>
          <a:ln>
            <a:noFill/>
          </a:ln>
        </p:spPr>
      </p:pic>
      <p:sp>
        <p:nvSpPr>
          <p:cNvPr id="360" name="Google Shape;360;p8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61" name="Google Shape;361;p81"/>
          <p:cNvSpPr txBox="1"/>
          <p:nvPr/>
        </p:nvSpPr>
        <p:spPr>
          <a:xfrm>
            <a:off x="323850" y="3781525"/>
            <a:ext cx="46233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Relationships and health education</a:t>
            </a:r>
            <a:endParaRPr b="1" i="0" sz="1700" u="none" cap="none" strike="noStrike">
              <a:solidFill>
                <a:srgbClr val="000000"/>
              </a:solidFill>
              <a:latin typeface="Lexend"/>
              <a:ea typeface="Lexend"/>
              <a:cs typeface="Lexend"/>
              <a:sym typeface="Lexend"/>
            </a:endParaRPr>
          </a:p>
        </p:txBody>
      </p:sp>
      <p:sp>
        <p:nvSpPr>
          <p:cNvPr id="362" name="Google Shape;362;p81"/>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363" name="Google Shape;363;p8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64" name="Google Shape;364;p81"/>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365" name="Google Shape;365;p81"/>
          <p:cNvGrpSpPr/>
          <p:nvPr/>
        </p:nvGrpSpPr>
        <p:grpSpPr>
          <a:xfrm>
            <a:off x="6156975" y="0"/>
            <a:ext cx="2987025" cy="3854074"/>
            <a:chOff x="6156975" y="0"/>
            <a:chExt cx="2987025" cy="3854074"/>
          </a:xfrm>
        </p:grpSpPr>
        <p:pic>
          <p:nvPicPr>
            <p:cNvPr id="366" name="Google Shape;366;p8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367" name="Google Shape;367;p81"/>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grpSp>
      <p:pic>
        <p:nvPicPr>
          <p:cNvPr id="368" name="Google Shape;368;p81"/>
          <p:cNvPicPr preferRelativeResize="0"/>
          <p:nvPr/>
        </p:nvPicPr>
        <p:blipFill rotWithShape="1">
          <a:blip r:embed="rId5">
            <a:alphaModFix/>
          </a:blip>
          <a:srcRect b="0" l="0" r="0" t="0"/>
          <a:stretch/>
        </p:blipFill>
        <p:spPr>
          <a:xfrm rot="-360033">
            <a:off x="6814805" y="1250542"/>
            <a:ext cx="1965462" cy="1393692"/>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sex and health education" showMasterSp="0">
  <p:cSld name="Title Slide 2_1_1_1_1_1_1_1_1_1_1_7_1">
    <p:bg>
      <p:bgPr>
        <a:solidFill>
          <a:srgbClr val="BEF2BD"/>
        </a:solidFill>
      </p:bgPr>
    </p:bg>
    <p:spTree>
      <p:nvGrpSpPr>
        <p:cNvPr id="369" name="Shape 369"/>
        <p:cNvGrpSpPr/>
        <p:nvPr/>
      </p:nvGrpSpPr>
      <p:grpSpPr>
        <a:xfrm>
          <a:off x="0" y="0"/>
          <a:ext cx="0" cy="0"/>
          <a:chOff x="0" y="0"/>
          <a:chExt cx="0" cy="0"/>
        </a:xfrm>
      </p:grpSpPr>
      <p:pic>
        <p:nvPicPr>
          <p:cNvPr id="370" name="Google Shape;370;p82"/>
          <p:cNvPicPr preferRelativeResize="0"/>
          <p:nvPr/>
        </p:nvPicPr>
        <p:blipFill rotWithShape="1">
          <a:blip r:embed="rId2">
            <a:alphaModFix/>
          </a:blip>
          <a:srcRect b="0" l="6209" r="6210" t="0"/>
          <a:stretch/>
        </p:blipFill>
        <p:spPr>
          <a:xfrm>
            <a:off x="324000" y="4008600"/>
            <a:ext cx="4639725" cy="128000"/>
          </a:xfrm>
          <a:prstGeom prst="rect">
            <a:avLst/>
          </a:prstGeom>
          <a:noFill/>
          <a:ln>
            <a:noFill/>
          </a:ln>
        </p:spPr>
      </p:pic>
      <p:sp>
        <p:nvSpPr>
          <p:cNvPr id="371" name="Google Shape;371;p82"/>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72" name="Google Shape;372;p82"/>
          <p:cNvSpPr txBox="1"/>
          <p:nvPr/>
        </p:nvSpPr>
        <p:spPr>
          <a:xfrm>
            <a:off x="323850" y="3781525"/>
            <a:ext cx="5087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Relationships, sex and health education</a:t>
            </a:r>
            <a:endParaRPr b="1" i="0" sz="1700" u="none" cap="none" strike="noStrike">
              <a:solidFill>
                <a:srgbClr val="000000"/>
              </a:solidFill>
              <a:latin typeface="Lexend"/>
              <a:ea typeface="Lexend"/>
              <a:cs typeface="Lexend"/>
              <a:sym typeface="Lexend"/>
            </a:endParaRPr>
          </a:p>
        </p:txBody>
      </p:sp>
      <p:sp>
        <p:nvSpPr>
          <p:cNvPr id="373" name="Google Shape;373;p82"/>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374" name="Google Shape;374;p8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75" name="Google Shape;375;p8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376" name="Google Shape;376;p82"/>
          <p:cNvGrpSpPr/>
          <p:nvPr/>
        </p:nvGrpSpPr>
        <p:grpSpPr>
          <a:xfrm>
            <a:off x="6156975" y="0"/>
            <a:ext cx="2987025" cy="3854074"/>
            <a:chOff x="6156975" y="0"/>
            <a:chExt cx="2987025" cy="3854074"/>
          </a:xfrm>
        </p:grpSpPr>
        <p:pic>
          <p:nvPicPr>
            <p:cNvPr id="377" name="Google Shape;377;p82"/>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378" name="Google Shape;378;p82"/>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grpSp>
      <p:pic>
        <p:nvPicPr>
          <p:cNvPr id="379" name="Google Shape;379;p82"/>
          <p:cNvPicPr preferRelativeResize="0"/>
          <p:nvPr/>
        </p:nvPicPr>
        <p:blipFill rotWithShape="1">
          <a:blip r:embed="rId5">
            <a:alphaModFix/>
          </a:blip>
          <a:srcRect b="0" l="0" r="0" t="0"/>
          <a:stretch/>
        </p:blipFill>
        <p:spPr>
          <a:xfrm rot="-360033">
            <a:off x="6814805" y="1250542"/>
            <a:ext cx="1965462" cy="1393692"/>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igious education" showMasterSp="0">
  <p:cSld name="Title Slide 2_1_1_1_1_1_1_1_1_1_1_1_1_1">
    <p:bg>
      <p:bgPr>
        <a:solidFill>
          <a:srgbClr val="BEF2BD"/>
        </a:solidFill>
      </p:bgPr>
    </p:bg>
    <p:spTree>
      <p:nvGrpSpPr>
        <p:cNvPr id="380" name="Shape 380"/>
        <p:cNvGrpSpPr/>
        <p:nvPr/>
      </p:nvGrpSpPr>
      <p:grpSpPr>
        <a:xfrm>
          <a:off x="0" y="0"/>
          <a:ext cx="0" cy="0"/>
          <a:chOff x="0" y="0"/>
          <a:chExt cx="0" cy="0"/>
        </a:xfrm>
      </p:grpSpPr>
      <p:pic>
        <p:nvPicPr>
          <p:cNvPr id="381" name="Google Shape;381;p83"/>
          <p:cNvPicPr preferRelativeResize="0"/>
          <p:nvPr/>
        </p:nvPicPr>
        <p:blipFill rotWithShape="1">
          <a:blip r:embed="rId2">
            <a:alphaModFix/>
          </a:blip>
          <a:srcRect b="0" l="6209" r="6210" t="0"/>
          <a:stretch/>
        </p:blipFill>
        <p:spPr>
          <a:xfrm>
            <a:off x="324000" y="4008600"/>
            <a:ext cx="2271875" cy="128000"/>
          </a:xfrm>
          <a:prstGeom prst="rect">
            <a:avLst/>
          </a:prstGeom>
          <a:noFill/>
          <a:ln>
            <a:noFill/>
          </a:ln>
        </p:spPr>
      </p:pic>
      <p:sp>
        <p:nvSpPr>
          <p:cNvPr id="382" name="Google Shape;382;p8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83" name="Google Shape;383;p83"/>
          <p:cNvSpPr txBox="1"/>
          <p:nvPr/>
        </p:nvSpPr>
        <p:spPr>
          <a:xfrm>
            <a:off x="323850" y="3781525"/>
            <a:ext cx="2798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Religious education</a:t>
            </a:r>
            <a:endParaRPr b="1" i="0" sz="1700" u="none" cap="none" strike="noStrike">
              <a:solidFill>
                <a:srgbClr val="000000"/>
              </a:solidFill>
              <a:latin typeface="Lexend"/>
              <a:ea typeface="Lexend"/>
              <a:cs typeface="Lexend"/>
              <a:sym typeface="Lexend"/>
            </a:endParaRPr>
          </a:p>
        </p:txBody>
      </p:sp>
      <p:sp>
        <p:nvSpPr>
          <p:cNvPr id="384" name="Google Shape;384;p83"/>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385" name="Google Shape;385;p8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86" name="Google Shape;386;p8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387" name="Google Shape;387;p83"/>
          <p:cNvGrpSpPr/>
          <p:nvPr/>
        </p:nvGrpSpPr>
        <p:grpSpPr>
          <a:xfrm>
            <a:off x="6156975" y="0"/>
            <a:ext cx="2987025" cy="3854074"/>
            <a:chOff x="6156975" y="0"/>
            <a:chExt cx="2987025" cy="3854074"/>
          </a:xfrm>
        </p:grpSpPr>
        <p:pic>
          <p:nvPicPr>
            <p:cNvPr id="388" name="Google Shape;388;p83"/>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389" name="Google Shape;389;p83"/>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grpSp>
      <p:pic>
        <p:nvPicPr>
          <p:cNvPr id="390" name="Google Shape;390;p83"/>
          <p:cNvPicPr preferRelativeResize="0"/>
          <p:nvPr/>
        </p:nvPicPr>
        <p:blipFill rotWithShape="1">
          <a:blip r:embed="rId5">
            <a:alphaModFix/>
          </a:blip>
          <a:srcRect b="0" l="0" r="0" t="0"/>
          <a:stretch/>
        </p:blipFill>
        <p:spPr>
          <a:xfrm rot="-360003">
            <a:off x="6754135" y="1062731"/>
            <a:ext cx="2012844" cy="1854018"/>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panish" showMasterSp="0">
  <p:cSld name="Title Slide 2_1_1_1_1_1_1_1_1_1_1_1_2_1">
    <p:bg>
      <p:bgPr>
        <a:solidFill>
          <a:srgbClr val="BEF2BD"/>
        </a:solidFill>
      </p:bgPr>
    </p:bg>
    <p:spTree>
      <p:nvGrpSpPr>
        <p:cNvPr id="391" name="Shape 391"/>
        <p:cNvGrpSpPr/>
        <p:nvPr/>
      </p:nvGrpSpPr>
      <p:grpSpPr>
        <a:xfrm>
          <a:off x="0" y="0"/>
          <a:ext cx="0" cy="0"/>
          <a:chOff x="0" y="0"/>
          <a:chExt cx="0" cy="0"/>
        </a:xfrm>
      </p:grpSpPr>
      <p:pic>
        <p:nvPicPr>
          <p:cNvPr id="392" name="Google Shape;392;p84"/>
          <p:cNvPicPr preferRelativeResize="0"/>
          <p:nvPr/>
        </p:nvPicPr>
        <p:blipFill rotWithShape="1">
          <a:blip r:embed="rId2">
            <a:alphaModFix/>
          </a:blip>
          <a:srcRect b="0" l="6209" r="6210" t="0"/>
          <a:stretch/>
        </p:blipFill>
        <p:spPr>
          <a:xfrm>
            <a:off x="324000" y="4008600"/>
            <a:ext cx="890625" cy="128000"/>
          </a:xfrm>
          <a:prstGeom prst="rect">
            <a:avLst/>
          </a:prstGeom>
          <a:noFill/>
          <a:ln>
            <a:noFill/>
          </a:ln>
        </p:spPr>
      </p:pic>
      <p:sp>
        <p:nvSpPr>
          <p:cNvPr id="393" name="Google Shape;393;p8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94" name="Google Shape;394;p8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Spanish</a:t>
            </a:r>
            <a:endParaRPr b="1" i="0" sz="1700" u="none" cap="none" strike="noStrike">
              <a:solidFill>
                <a:srgbClr val="000000"/>
              </a:solidFill>
              <a:latin typeface="Lexend"/>
              <a:ea typeface="Lexend"/>
              <a:cs typeface="Lexend"/>
              <a:sym typeface="Lexend"/>
            </a:endParaRPr>
          </a:p>
        </p:txBody>
      </p:sp>
      <p:sp>
        <p:nvSpPr>
          <p:cNvPr id="395" name="Google Shape;395;p84"/>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396" name="Google Shape;396;p8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7" name="Google Shape;397;p8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398" name="Google Shape;398;p84"/>
          <p:cNvGrpSpPr/>
          <p:nvPr/>
        </p:nvGrpSpPr>
        <p:grpSpPr>
          <a:xfrm>
            <a:off x="6156975" y="0"/>
            <a:ext cx="2987025" cy="3854074"/>
            <a:chOff x="6156975" y="0"/>
            <a:chExt cx="2987025" cy="3854074"/>
          </a:xfrm>
        </p:grpSpPr>
        <p:pic>
          <p:nvPicPr>
            <p:cNvPr id="399" name="Google Shape;399;p84"/>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00" name="Google Shape;400;p84"/>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grpSp>
      <p:pic>
        <p:nvPicPr>
          <p:cNvPr id="401" name="Google Shape;401;p84"/>
          <p:cNvPicPr preferRelativeResize="0"/>
          <p:nvPr/>
        </p:nvPicPr>
        <p:blipFill rotWithShape="1">
          <a:blip r:embed="rId5">
            <a:alphaModFix/>
          </a:blip>
          <a:srcRect b="0" l="0" r="0" t="0"/>
          <a:stretch/>
        </p:blipFill>
        <p:spPr>
          <a:xfrm rot="-360035">
            <a:off x="6985482" y="1098759"/>
            <a:ext cx="1731447" cy="1769924"/>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402" name="Shape 402"/>
        <p:cNvGrpSpPr/>
        <p:nvPr/>
      </p:nvGrpSpPr>
      <p:grpSpPr>
        <a:xfrm>
          <a:off x="0" y="0"/>
          <a:ext cx="0" cy="0"/>
          <a:chOff x="0" y="0"/>
          <a:chExt cx="0" cy="0"/>
        </a:xfrm>
      </p:grpSpPr>
      <p:sp>
        <p:nvSpPr>
          <p:cNvPr id="403" name="Google Shape;403;p8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04" name="Google Shape;404;p85"/>
          <p:cNvPicPr preferRelativeResize="0"/>
          <p:nvPr/>
        </p:nvPicPr>
        <p:blipFill rotWithShape="1">
          <a:blip r:embed="rId2">
            <a:alphaModFix/>
          </a:blip>
          <a:srcRect b="1710" l="0" r="0" t="1700"/>
          <a:stretch/>
        </p:blipFill>
        <p:spPr>
          <a:xfrm>
            <a:off x="0" y="532525"/>
            <a:ext cx="9151202" cy="116709"/>
          </a:xfrm>
          <a:prstGeom prst="rect">
            <a:avLst/>
          </a:prstGeom>
          <a:noFill/>
          <a:ln>
            <a:noFill/>
          </a:ln>
        </p:spPr>
      </p:pic>
      <p:sp>
        <p:nvSpPr>
          <p:cNvPr id="405" name="Google Shape;405;p8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406" name="Google Shape;406;p85"/>
          <p:cNvSpPr txBox="1"/>
          <p:nvPr>
            <p:ph idx="1" type="subTitle"/>
          </p:nvPr>
        </p:nvSpPr>
        <p:spPr>
          <a:xfrm>
            <a:off x="324000" y="8100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407" name="Google Shape;407;p85"/>
          <p:cNvSpPr txBox="1"/>
          <p:nvPr>
            <p:ph idx="2" type="subTitle"/>
          </p:nvPr>
        </p:nvSpPr>
        <p:spPr>
          <a:xfrm>
            <a:off x="2699325" y="8100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408" name="Google Shape;408;p85"/>
          <p:cNvSpPr txBox="1"/>
          <p:nvPr>
            <p:ph idx="3" type="subTitle"/>
          </p:nvPr>
        </p:nvSpPr>
        <p:spPr>
          <a:xfrm>
            <a:off x="324000" y="21054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409" name="Google Shape;409;p85"/>
          <p:cNvSpPr txBox="1"/>
          <p:nvPr>
            <p:ph idx="4" type="subTitle"/>
          </p:nvPr>
        </p:nvSpPr>
        <p:spPr>
          <a:xfrm>
            <a:off x="2699325" y="21054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410" name="Google Shape;410;p85"/>
          <p:cNvSpPr txBox="1"/>
          <p:nvPr>
            <p:ph idx="5" type="subTitle"/>
          </p:nvPr>
        </p:nvSpPr>
        <p:spPr>
          <a:xfrm>
            <a:off x="324000" y="34008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411" name="Google Shape;411;p85"/>
          <p:cNvSpPr txBox="1"/>
          <p:nvPr>
            <p:ph idx="6" type="subTitle"/>
          </p:nvPr>
        </p:nvSpPr>
        <p:spPr>
          <a:xfrm>
            <a:off x="2699325" y="34008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412" name="Shape 412"/>
        <p:cNvGrpSpPr/>
        <p:nvPr/>
      </p:nvGrpSpPr>
      <p:grpSpPr>
        <a:xfrm>
          <a:off x="0" y="0"/>
          <a:ext cx="0" cy="0"/>
          <a:chOff x="0" y="0"/>
          <a:chExt cx="0" cy="0"/>
        </a:xfrm>
      </p:grpSpPr>
      <p:sp>
        <p:nvSpPr>
          <p:cNvPr id="413" name="Google Shape;413;p8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14" name="Google Shape;414;p86"/>
          <p:cNvPicPr preferRelativeResize="0"/>
          <p:nvPr/>
        </p:nvPicPr>
        <p:blipFill rotWithShape="1">
          <a:blip r:embed="rId2">
            <a:alphaModFix/>
          </a:blip>
          <a:srcRect b="1710" l="0" r="0" t="1700"/>
          <a:stretch/>
        </p:blipFill>
        <p:spPr>
          <a:xfrm>
            <a:off x="0" y="532525"/>
            <a:ext cx="9151202" cy="116709"/>
          </a:xfrm>
          <a:prstGeom prst="rect">
            <a:avLst/>
          </a:prstGeom>
          <a:noFill/>
          <a:ln>
            <a:noFill/>
          </a:ln>
        </p:spPr>
      </p:pic>
      <p:sp>
        <p:nvSpPr>
          <p:cNvPr id="415" name="Google Shape;415;p8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416" name="Google Shape;416;p86"/>
          <p:cNvSpPr txBox="1"/>
          <p:nvPr>
            <p:ph idx="1" type="subTitle"/>
          </p:nvPr>
        </p:nvSpPr>
        <p:spPr>
          <a:xfrm>
            <a:off x="324000" y="8100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417" name="Google Shape;417;p86"/>
          <p:cNvSpPr txBox="1"/>
          <p:nvPr>
            <p:ph idx="2" type="subTitle"/>
          </p:nvPr>
        </p:nvSpPr>
        <p:spPr>
          <a:xfrm>
            <a:off x="2699325" y="8100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418" name="Google Shape;418;p86"/>
          <p:cNvSpPr txBox="1"/>
          <p:nvPr>
            <p:ph idx="3" type="subTitle"/>
          </p:nvPr>
        </p:nvSpPr>
        <p:spPr>
          <a:xfrm>
            <a:off x="324000" y="24864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419" name="Google Shape;419;p86"/>
          <p:cNvSpPr txBox="1"/>
          <p:nvPr>
            <p:ph idx="4" type="subTitle"/>
          </p:nvPr>
        </p:nvSpPr>
        <p:spPr>
          <a:xfrm>
            <a:off x="2699325" y="24864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420" name="Google Shape;420;p86"/>
          <p:cNvSpPr txBox="1"/>
          <p:nvPr>
            <p:ph idx="5" type="subTitle"/>
          </p:nvPr>
        </p:nvSpPr>
        <p:spPr>
          <a:xfrm>
            <a:off x="324000" y="41628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421" name="Google Shape;421;p86"/>
          <p:cNvSpPr txBox="1"/>
          <p:nvPr>
            <p:ph idx="6" type="subTitle"/>
          </p:nvPr>
        </p:nvSpPr>
        <p:spPr>
          <a:xfrm>
            <a:off x="2699325" y="41628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422" name="Google Shape;422;p86"/>
          <p:cNvSpPr txBox="1"/>
          <p:nvPr>
            <p:ph idx="7" type="subTitle"/>
          </p:nvPr>
        </p:nvSpPr>
        <p:spPr>
          <a:xfrm>
            <a:off x="324000" y="16482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423" name="Google Shape;423;p86"/>
          <p:cNvSpPr txBox="1"/>
          <p:nvPr>
            <p:ph idx="8" type="subTitle"/>
          </p:nvPr>
        </p:nvSpPr>
        <p:spPr>
          <a:xfrm>
            <a:off x="2699325" y="16482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424" name="Google Shape;424;p86"/>
          <p:cNvSpPr txBox="1"/>
          <p:nvPr>
            <p:ph idx="9" type="subTitle"/>
          </p:nvPr>
        </p:nvSpPr>
        <p:spPr>
          <a:xfrm>
            <a:off x="324000" y="33246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425" name="Google Shape;425;p86"/>
          <p:cNvSpPr txBox="1"/>
          <p:nvPr>
            <p:ph idx="13" type="subTitle"/>
          </p:nvPr>
        </p:nvSpPr>
        <p:spPr>
          <a:xfrm>
            <a:off x="2699325" y="33246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426" name="Shape 426"/>
        <p:cNvGrpSpPr/>
        <p:nvPr/>
      </p:nvGrpSpPr>
      <p:grpSpPr>
        <a:xfrm>
          <a:off x="0" y="0"/>
          <a:ext cx="0" cy="0"/>
          <a:chOff x="0" y="0"/>
          <a:chExt cx="0" cy="0"/>
        </a:xfrm>
      </p:grpSpPr>
      <p:sp>
        <p:nvSpPr>
          <p:cNvPr id="427" name="Google Shape;427;p8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8" name="Google Shape;428;p87"/>
          <p:cNvPicPr preferRelativeResize="0"/>
          <p:nvPr/>
        </p:nvPicPr>
        <p:blipFill rotWithShape="1">
          <a:blip r:embed="rId2">
            <a:alphaModFix/>
          </a:blip>
          <a:srcRect b="1710" l="0" r="0" t="1700"/>
          <a:stretch/>
        </p:blipFill>
        <p:spPr>
          <a:xfrm>
            <a:off x="0" y="532525"/>
            <a:ext cx="9151202" cy="116709"/>
          </a:xfrm>
          <a:prstGeom prst="rect">
            <a:avLst/>
          </a:prstGeom>
          <a:noFill/>
          <a:ln>
            <a:noFill/>
          </a:ln>
        </p:spPr>
      </p:pic>
      <p:sp>
        <p:nvSpPr>
          <p:cNvPr id="429" name="Google Shape;429;p8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430" name="Google Shape;430;p87"/>
          <p:cNvSpPr txBox="1"/>
          <p:nvPr>
            <p:ph idx="1" type="subTitle"/>
          </p:nvPr>
        </p:nvSpPr>
        <p:spPr>
          <a:xfrm>
            <a:off x="324000" y="8100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431" name="Google Shape;431;p87"/>
          <p:cNvSpPr txBox="1"/>
          <p:nvPr>
            <p:ph idx="2" type="subTitle"/>
          </p:nvPr>
        </p:nvSpPr>
        <p:spPr>
          <a:xfrm>
            <a:off x="2699325" y="8100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432" name="Google Shape;432;p87"/>
          <p:cNvSpPr txBox="1"/>
          <p:nvPr>
            <p:ph idx="3" type="subTitle"/>
          </p:nvPr>
        </p:nvSpPr>
        <p:spPr>
          <a:xfrm>
            <a:off x="324000" y="25626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433" name="Google Shape;433;p87"/>
          <p:cNvSpPr txBox="1"/>
          <p:nvPr>
            <p:ph idx="4" type="subTitle"/>
          </p:nvPr>
        </p:nvSpPr>
        <p:spPr>
          <a:xfrm>
            <a:off x="2699325" y="25626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434" name="Shape 434"/>
        <p:cNvGrpSpPr/>
        <p:nvPr/>
      </p:nvGrpSpPr>
      <p:grpSpPr>
        <a:xfrm>
          <a:off x="0" y="0"/>
          <a:ext cx="0" cy="0"/>
          <a:chOff x="0" y="0"/>
          <a:chExt cx="0" cy="0"/>
        </a:xfrm>
      </p:grpSpPr>
      <p:pic>
        <p:nvPicPr>
          <p:cNvPr id="435" name="Google Shape;435;p8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436" name="Google Shape;436;p8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437" name="Google Shape;437;p8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438" name="Google Shape;438;p8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439" name="Google Shape;439;p8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440" name="Google Shape;440;p8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441" name="Google Shape;441;p88"/>
          <p:cNvCxnSpPr>
            <a:endCxn id="442" idx="2"/>
          </p:cNvCxnSpPr>
          <p:nvPr/>
        </p:nvCxnSpPr>
        <p:spPr>
          <a:xfrm>
            <a:off x="647802" y="1841897"/>
            <a:ext cx="0" cy="2366400"/>
          </a:xfrm>
          <a:prstGeom prst="straightConnector1">
            <a:avLst/>
          </a:prstGeom>
          <a:noFill/>
          <a:ln cap="flat" cmpd="sng" w="38100">
            <a:solidFill>
              <a:srgbClr val="282828"/>
            </a:solidFill>
            <a:prstDash val="solid"/>
            <a:round/>
            <a:headEnd len="sm" w="sm" type="none"/>
            <a:tailEnd len="sm" w="sm" type="none"/>
          </a:ln>
        </p:spPr>
      </p:cxnSp>
      <p:pic>
        <p:nvPicPr>
          <p:cNvPr id="442" name="Google Shape;442;p88"/>
          <p:cNvPicPr preferRelativeResize="0"/>
          <p:nvPr/>
        </p:nvPicPr>
        <p:blipFill rotWithShape="1">
          <a:blip r:embed="rId6">
            <a:alphaModFix/>
          </a:blip>
          <a:srcRect b="0" l="0" r="0" t="0"/>
          <a:stretch/>
        </p:blipFill>
        <p:spPr>
          <a:xfrm>
            <a:off x="366079" y="3636220"/>
            <a:ext cx="563446" cy="572077"/>
          </a:xfrm>
          <a:prstGeom prst="rect">
            <a:avLst/>
          </a:prstGeom>
          <a:noFill/>
          <a:ln>
            <a:noFill/>
          </a:ln>
        </p:spPr>
      </p:pic>
      <p:pic>
        <p:nvPicPr>
          <p:cNvPr id="443" name="Google Shape;443;p88"/>
          <p:cNvPicPr preferRelativeResize="0"/>
          <p:nvPr/>
        </p:nvPicPr>
        <p:blipFill rotWithShape="1">
          <a:blip r:embed="rId7">
            <a:alphaModFix/>
          </a:blip>
          <a:srcRect b="0" l="0" r="0" t="0"/>
          <a:stretch/>
        </p:blipFill>
        <p:spPr>
          <a:xfrm>
            <a:off x="363482" y="1682508"/>
            <a:ext cx="563185" cy="572092"/>
          </a:xfrm>
          <a:prstGeom prst="rect">
            <a:avLst/>
          </a:prstGeom>
          <a:noFill/>
          <a:ln>
            <a:noFill/>
          </a:ln>
        </p:spPr>
      </p:pic>
      <p:sp>
        <p:nvSpPr>
          <p:cNvPr id="444" name="Google Shape;444;p88"/>
          <p:cNvSpPr txBox="1"/>
          <p:nvPr>
            <p:ph type="title"/>
          </p:nvPr>
        </p:nvSpPr>
        <p:spPr>
          <a:xfrm>
            <a:off x="1225200" y="1779713"/>
            <a:ext cx="6850800" cy="3693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445" name="Google Shape;445;p88"/>
          <p:cNvSpPr txBox="1"/>
          <p:nvPr>
            <p:ph idx="2" type="title"/>
          </p:nvPr>
        </p:nvSpPr>
        <p:spPr>
          <a:xfrm>
            <a:off x="1225200" y="2804800"/>
            <a:ext cx="6850800" cy="3693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446" name="Google Shape;446;p88"/>
          <p:cNvSpPr txBox="1"/>
          <p:nvPr>
            <p:ph idx="3" type="title"/>
          </p:nvPr>
        </p:nvSpPr>
        <p:spPr>
          <a:xfrm>
            <a:off x="1225200" y="3739189"/>
            <a:ext cx="6850800" cy="3693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pic>
        <p:nvPicPr>
          <p:cNvPr id="447" name="Google Shape;447;p88"/>
          <p:cNvPicPr preferRelativeResize="0"/>
          <p:nvPr/>
        </p:nvPicPr>
        <p:blipFill rotWithShape="1">
          <a:blip r:embed="rId8">
            <a:alphaModFix/>
          </a:blip>
          <a:srcRect b="0" l="0" r="0" t="0"/>
          <a:stretch/>
        </p:blipFill>
        <p:spPr>
          <a:xfrm>
            <a:off x="363340" y="2703416"/>
            <a:ext cx="563446" cy="572077"/>
          </a:xfrm>
          <a:prstGeom prst="rect">
            <a:avLst/>
          </a:prstGeom>
          <a:noFill/>
          <a:ln>
            <a:noFill/>
          </a:ln>
        </p:spPr>
      </p:pic>
      <p:sp>
        <p:nvSpPr>
          <p:cNvPr id="448" name="Google Shape;448;p8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49" name="Google Shape;449;p88"/>
          <p:cNvPicPr preferRelativeResize="0"/>
          <p:nvPr/>
        </p:nvPicPr>
        <p:blipFill rotWithShape="1">
          <a:blip r:embed="rId9">
            <a:alphaModFix/>
          </a:blip>
          <a:srcRect b="1710" l="0" r="0" t="1700"/>
          <a:stretch/>
        </p:blipFill>
        <p:spPr>
          <a:xfrm>
            <a:off x="-12" y="481650"/>
            <a:ext cx="9151202" cy="116709"/>
          </a:xfrm>
          <a:prstGeom prst="rect">
            <a:avLst/>
          </a:prstGeom>
          <a:noFill/>
          <a:ln>
            <a:noFill/>
          </a:ln>
        </p:spPr>
      </p:pic>
      <p:sp>
        <p:nvSpPr>
          <p:cNvPr id="450" name="Google Shape;450;p8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Lexend"/>
                <a:ea typeface="Lexend"/>
                <a:cs typeface="Lexend"/>
                <a:sym typeface="Lexend"/>
              </a:rPr>
              <a:t>Lesson outline</a:t>
            </a:r>
            <a:endParaRPr b="1" i="0" sz="2000" u="none" cap="none" strike="noStrike">
              <a:solidFill>
                <a:schemeClr val="dk1"/>
              </a:solidFill>
              <a:latin typeface="Lexend"/>
              <a:ea typeface="Lexend"/>
              <a:cs typeface="Lexend"/>
              <a:sym typeface="Lexend"/>
            </a:endParaRPr>
          </a:p>
        </p:txBody>
      </p:sp>
      <p:sp>
        <p:nvSpPr>
          <p:cNvPr id="451" name="Google Shape;451;p88"/>
          <p:cNvSpPr txBox="1"/>
          <p:nvPr>
            <p:ph idx="4" type="title"/>
          </p:nvPr>
        </p:nvSpPr>
        <p:spPr>
          <a:xfrm>
            <a:off x="324000" y="657600"/>
            <a:ext cx="5741400" cy="615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Font typeface="Lexend"/>
              <a:buNone/>
              <a:defRPr b="0" sz="1800">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452" name="Shape 452"/>
        <p:cNvGrpSpPr/>
        <p:nvPr/>
      </p:nvGrpSpPr>
      <p:grpSpPr>
        <a:xfrm>
          <a:off x="0" y="0"/>
          <a:ext cx="0" cy="0"/>
          <a:chOff x="0" y="0"/>
          <a:chExt cx="0" cy="0"/>
        </a:xfrm>
      </p:grpSpPr>
      <p:pic>
        <p:nvPicPr>
          <p:cNvPr id="453" name="Google Shape;453;p8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454" name="Google Shape;454;p8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455" name="Google Shape;455;p89"/>
          <p:cNvPicPr preferRelativeResize="0"/>
          <p:nvPr/>
        </p:nvPicPr>
        <p:blipFill rotWithShape="1">
          <a:blip r:embed="rId4">
            <a:alphaModFix/>
          </a:blip>
          <a:srcRect b="4397" l="0" r="0" t="4387"/>
          <a:stretch/>
        </p:blipFill>
        <p:spPr>
          <a:xfrm>
            <a:off x="863550" y="3971358"/>
            <a:ext cx="7439126" cy="563217"/>
          </a:xfrm>
          <a:prstGeom prst="rect">
            <a:avLst/>
          </a:prstGeom>
          <a:noFill/>
          <a:ln>
            <a:noFill/>
          </a:ln>
        </p:spPr>
      </p:pic>
      <p:pic>
        <p:nvPicPr>
          <p:cNvPr id="456" name="Google Shape;456;p8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457" name="Google Shape;457;p8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458" name="Google Shape;458;p8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459" name="Google Shape;459;p8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460" name="Google Shape;460;p8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461" name="Google Shape;461;p89"/>
          <p:cNvCxnSpPr/>
          <p:nvPr/>
        </p:nvCxnSpPr>
        <p:spPr>
          <a:xfrm>
            <a:off x="647802" y="1725234"/>
            <a:ext cx="600" cy="2679900"/>
          </a:xfrm>
          <a:prstGeom prst="straightConnector1">
            <a:avLst/>
          </a:prstGeom>
          <a:noFill/>
          <a:ln cap="flat" cmpd="sng" w="38100">
            <a:solidFill>
              <a:srgbClr val="282828"/>
            </a:solidFill>
            <a:prstDash val="solid"/>
            <a:round/>
            <a:headEnd len="sm" w="sm" type="none"/>
            <a:tailEnd len="sm" w="sm" type="none"/>
          </a:ln>
        </p:spPr>
      </p:cxnSp>
      <p:pic>
        <p:nvPicPr>
          <p:cNvPr id="462" name="Google Shape;462;p89"/>
          <p:cNvPicPr preferRelativeResize="0"/>
          <p:nvPr/>
        </p:nvPicPr>
        <p:blipFill rotWithShape="1">
          <a:blip r:embed="rId7">
            <a:alphaModFix/>
          </a:blip>
          <a:srcRect b="0" l="0" r="0" t="0"/>
          <a:stretch/>
        </p:blipFill>
        <p:spPr>
          <a:xfrm>
            <a:off x="366079" y="3134650"/>
            <a:ext cx="563446" cy="572077"/>
          </a:xfrm>
          <a:prstGeom prst="rect">
            <a:avLst/>
          </a:prstGeom>
          <a:noFill/>
          <a:ln>
            <a:noFill/>
          </a:ln>
        </p:spPr>
      </p:pic>
      <p:pic>
        <p:nvPicPr>
          <p:cNvPr id="463" name="Google Shape;463;p89"/>
          <p:cNvPicPr preferRelativeResize="0"/>
          <p:nvPr/>
        </p:nvPicPr>
        <p:blipFill rotWithShape="1">
          <a:blip r:embed="rId8">
            <a:alphaModFix/>
          </a:blip>
          <a:srcRect b="0" l="0" r="0" t="0"/>
          <a:stretch/>
        </p:blipFill>
        <p:spPr>
          <a:xfrm>
            <a:off x="363357" y="1462166"/>
            <a:ext cx="563185" cy="572092"/>
          </a:xfrm>
          <a:prstGeom prst="rect">
            <a:avLst/>
          </a:prstGeom>
          <a:noFill/>
          <a:ln>
            <a:noFill/>
          </a:ln>
        </p:spPr>
      </p:pic>
      <p:pic>
        <p:nvPicPr>
          <p:cNvPr id="464" name="Google Shape;464;p89"/>
          <p:cNvPicPr preferRelativeResize="0"/>
          <p:nvPr/>
        </p:nvPicPr>
        <p:blipFill rotWithShape="1">
          <a:blip r:embed="rId9">
            <a:alphaModFix/>
          </a:blip>
          <a:srcRect b="0" l="0" r="0" t="0"/>
          <a:stretch/>
        </p:blipFill>
        <p:spPr>
          <a:xfrm>
            <a:off x="363340" y="2287588"/>
            <a:ext cx="563446" cy="572077"/>
          </a:xfrm>
          <a:prstGeom prst="rect">
            <a:avLst/>
          </a:prstGeom>
          <a:noFill/>
          <a:ln>
            <a:noFill/>
          </a:ln>
        </p:spPr>
      </p:pic>
      <p:sp>
        <p:nvSpPr>
          <p:cNvPr id="465" name="Google Shape;465;p89"/>
          <p:cNvSpPr txBox="1"/>
          <p:nvPr>
            <p:ph type="title"/>
          </p:nvPr>
        </p:nvSpPr>
        <p:spPr>
          <a:xfrm>
            <a:off x="1224600" y="1466663"/>
            <a:ext cx="6850800" cy="563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466" name="Google Shape;466;p89"/>
          <p:cNvSpPr txBox="1"/>
          <p:nvPr>
            <p:ph idx="2" type="title"/>
          </p:nvPr>
        </p:nvSpPr>
        <p:spPr>
          <a:xfrm>
            <a:off x="1224600" y="2285700"/>
            <a:ext cx="6850800" cy="572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467" name="Google Shape;467;p89"/>
          <p:cNvSpPr txBox="1"/>
          <p:nvPr>
            <p:ph idx="3" type="title"/>
          </p:nvPr>
        </p:nvSpPr>
        <p:spPr>
          <a:xfrm>
            <a:off x="1224600" y="3160338"/>
            <a:ext cx="6850800" cy="5364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468" name="Google Shape;468;p89"/>
          <p:cNvSpPr txBox="1"/>
          <p:nvPr>
            <p:ph idx="4" type="title"/>
          </p:nvPr>
        </p:nvSpPr>
        <p:spPr>
          <a:xfrm>
            <a:off x="1224600" y="3971414"/>
            <a:ext cx="6850800" cy="563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pic>
        <p:nvPicPr>
          <p:cNvPr id="469" name="Google Shape;469;p89"/>
          <p:cNvPicPr preferRelativeResize="0"/>
          <p:nvPr/>
        </p:nvPicPr>
        <p:blipFill rotWithShape="1">
          <a:blip r:embed="rId10">
            <a:alphaModFix/>
          </a:blip>
          <a:srcRect b="0" l="0" r="0" t="0"/>
          <a:stretch/>
        </p:blipFill>
        <p:spPr>
          <a:xfrm>
            <a:off x="363341" y="3969363"/>
            <a:ext cx="563446" cy="572077"/>
          </a:xfrm>
          <a:prstGeom prst="rect">
            <a:avLst/>
          </a:prstGeom>
          <a:noFill/>
          <a:ln>
            <a:noFill/>
          </a:ln>
        </p:spPr>
      </p:pic>
      <p:sp>
        <p:nvSpPr>
          <p:cNvPr id="470" name="Google Shape;470;p8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71" name="Google Shape;471;p89"/>
          <p:cNvPicPr preferRelativeResize="0"/>
          <p:nvPr/>
        </p:nvPicPr>
        <p:blipFill rotWithShape="1">
          <a:blip r:embed="rId11">
            <a:alphaModFix/>
          </a:blip>
          <a:srcRect b="1710" l="0" r="0" t="1700"/>
          <a:stretch/>
        </p:blipFill>
        <p:spPr>
          <a:xfrm>
            <a:off x="-12" y="481650"/>
            <a:ext cx="9151202" cy="116709"/>
          </a:xfrm>
          <a:prstGeom prst="rect">
            <a:avLst/>
          </a:prstGeom>
          <a:noFill/>
          <a:ln>
            <a:noFill/>
          </a:ln>
        </p:spPr>
      </p:pic>
      <p:sp>
        <p:nvSpPr>
          <p:cNvPr id="472" name="Google Shape;472;p8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Lexend"/>
                <a:ea typeface="Lexend"/>
                <a:cs typeface="Lexend"/>
                <a:sym typeface="Lexend"/>
              </a:rPr>
              <a:t>Lesson outline</a:t>
            </a:r>
            <a:endParaRPr b="1" i="0" sz="2000" u="none" cap="none" strike="noStrike">
              <a:solidFill>
                <a:schemeClr val="dk1"/>
              </a:solidFill>
              <a:latin typeface="Lexend"/>
              <a:ea typeface="Lexend"/>
              <a:cs typeface="Lexend"/>
              <a:sym typeface="Lexend"/>
            </a:endParaRPr>
          </a:p>
        </p:txBody>
      </p:sp>
      <p:sp>
        <p:nvSpPr>
          <p:cNvPr id="473" name="Google Shape;473;p89"/>
          <p:cNvSpPr txBox="1"/>
          <p:nvPr>
            <p:ph idx="5" type="title"/>
          </p:nvPr>
        </p:nvSpPr>
        <p:spPr>
          <a:xfrm>
            <a:off x="324000" y="657600"/>
            <a:ext cx="5741400" cy="615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Font typeface="Lexend"/>
              <a:buNone/>
              <a:defRPr b="0" sz="1800">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474" name="Shape 474"/>
        <p:cNvGrpSpPr/>
        <p:nvPr/>
      </p:nvGrpSpPr>
      <p:grpSpPr>
        <a:xfrm>
          <a:off x="0" y="0"/>
          <a:ext cx="0" cy="0"/>
          <a:chOff x="0" y="0"/>
          <a:chExt cx="0" cy="0"/>
        </a:xfrm>
      </p:grpSpPr>
      <p:pic>
        <p:nvPicPr>
          <p:cNvPr id="475" name="Google Shape;475;p90"/>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476" name="Google Shape;476;p9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90"/>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478" name="Google Shape;478;p9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Explanation</a:t>
            </a:r>
            <a:endParaRPr b="1" i="0" sz="900" u="none" cap="none" strike="noStrike">
              <a:solidFill>
                <a:srgbClr val="EBEDFE"/>
              </a:solidFill>
              <a:latin typeface="Lexend"/>
              <a:ea typeface="Lexend"/>
              <a:cs typeface="Lexend"/>
              <a:sym typeface="Lexend"/>
            </a:endParaRPr>
          </a:p>
        </p:txBody>
      </p:sp>
      <p:sp>
        <p:nvSpPr>
          <p:cNvPr id="479" name="Google Shape;479;p90"/>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480" name="Google Shape;480;p9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481" name="Shape 481"/>
        <p:cNvGrpSpPr/>
        <p:nvPr/>
      </p:nvGrpSpPr>
      <p:grpSpPr>
        <a:xfrm>
          <a:off x="0" y="0"/>
          <a:ext cx="0" cy="0"/>
          <a:chOff x="0" y="0"/>
          <a:chExt cx="0" cy="0"/>
        </a:xfrm>
      </p:grpSpPr>
      <p:pic>
        <p:nvPicPr>
          <p:cNvPr id="482" name="Google Shape;482;p91"/>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483" name="Google Shape;483;p9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91"/>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485" name="Google Shape;485;p9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Explanation</a:t>
            </a:r>
            <a:endParaRPr b="1" i="0" sz="900" u="none" cap="none" strike="noStrike">
              <a:solidFill>
                <a:srgbClr val="FAEAF6"/>
              </a:solidFill>
              <a:latin typeface="Lexend"/>
              <a:ea typeface="Lexend"/>
              <a:cs typeface="Lexend"/>
              <a:sym typeface="Lexend"/>
            </a:endParaRPr>
          </a:p>
        </p:txBody>
      </p:sp>
      <p:sp>
        <p:nvSpPr>
          <p:cNvPr id="486" name="Google Shape;486;p91"/>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487" name="Google Shape;487;p9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488" name="Shape 488"/>
        <p:cNvGrpSpPr/>
        <p:nvPr/>
      </p:nvGrpSpPr>
      <p:grpSpPr>
        <a:xfrm>
          <a:off x="0" y="0"/>
          <a:ext cx="0" cy="0"/>
          <a:chOff x="0" y="0"/>
          <a:chExt cx="0" cy="0"/>
        </a:xfrm>
      </p:grpSpPr>
      <p:sp>
        <p:nvSpPr>
          <p:cNvPr id="489" name="Google Shape;489;p92"/>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90" name="Google Shape;490;p92"/>
          <p:cNvPicPr preferRelativeResize="0"/>
          <p:nvPr/>
        </p:nvPicPr>
        <p:blipFill rotWithShape="1">
          <a:blip r:embed="rId2">
            <a:alphaModFix/>
          </a:blip>
          <a:srcRect b="0" l="0" r="0" t="0"/>
          <a:stretch/>
        </p:blipFill>
        <p:spPr>
          <a:xfrm>
            <a:off x="0" y="532525"/>
            <a:ext cx="9151202" cy="116700"/>
          </a:xfrm>
          <a:prstGeom prst="rect">
            <a:avLst/>
          </a:prstGeom>
          <a:noFill/>
          <a:ln>
            <a:noFill/>
          </a:ln>
        </p:spPr>
      </p:pic>
      <p:sp>
        <p:nvSpPr>
          <p:cNvPr id="491" name="Google Shape;491;p9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92"/>
          <p:cNvSpPr txBox="1"/>
          <p:nvPr>
            <p:ph idx="1" type="subTitle"/>
          </p:nvPr>
        </p:nvSpPr>
        <p:spPr>
          <a:xfrm>
            <a:off x="337825"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493" name="Google Shape;493;p92"/>
          <p:cNvSpPr txBox="1"/>
          <p:nvPr>
            <p:ph idx="2" type="subTitle"/>
          </p:nvPr>
        </p:nvSpPr>
        <p:spPr>
          <a:xfrm>
            <a:off x="4824000"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494" name="Google Shape;494;p92"/>
          <p:cNvSpPr txBox="1"/>
          <p:nvPr>
            <p:ph type="title"/>
          </p:nvPr>
        </p:nvSpPr>
        <p:spPr>
          <a:xfrm>
            <a:off x="324000" y="0"/>
            <a:ext cx="74505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495" name="Google Shape;495;p92"/>
          <p:cNvGrpSpPr/>
          <p:nvPr/>
        </p:nvGrpSpPr>
        <p:grpSpPr>
          <a:xfrm>
            <a:off x="7834231" y="1285"/>
            <a:ext cx="828900" cy="576065"/>
            <a:chOff x="7801496" y="1285"/>
            <a:chExt cx="828900" cy="576065"/>
          </a:xfrm>
        </p:grpSpPr>
        <p:pic>
          <p:nvPicPr>
            <p:cNvPr id="496" name="Google Shape;496;p92"/>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497" name="Google Shape;497;p92"/>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Explanation</a:t>
              </a:r>
              <a:endParaRPr b="1" i="0" sz="900" u="none" cap="none" strike="noStrike">
                <a:solidFill>
                  <a:srgbClr val="EBEDFE"/>
                </a:solidFill>
                <a:latin typeface="Lexend"/>
                <a:ea typeface="Lexend"/>
                <a:cs typeface="Lexend"/>
                <a:sym typeface="Lexend"/>
              </a:endParaRPr>
            </a:p>
          </p:txBody>
        </p:sp>
      </p:grpSp>
      <p:grpSp>
        <p:nvGrpSpPr>
          <p:cNvPr id="498" name="Google Shape;498;p92"/>
          <p:cNvGrpSpPr/>
          <p:nvPr/>
        </p:nvGrpSpPr>
        <p:grpSpPr>
          <a:xfrm>
            <a:off x="8635663" y="1285"/>
            <a:ext cx="499700" cy="576065"/>
            <a:chOff x="8635663" y="1285"/>
            <a:chExt cx="499700" cy="576065"/>
          </a:xfrm>
        </p:grpSpPr>
        <p:pic>
          <p:nvPicPr>
            <p:cNvPr id="499" name="Google Shape;499;p92"/>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500" name="Google Shape;500;p92"/>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501" name="Shape 501"/>
        <p:cNvGrpSpPr/>
        <p:nvPr/>
      </p:nvGrpSpPr>
      <p:grpSpPr>
        <a:xfrm>
          <a:off x="0" y="0"/>
          <a:ext cx="0" cy="0"/>
          <a:chOff x="0" y="0"/>
          <a:chExt cx="0" cy="0"/>
        </a:xfrm>
      </p:grpSpPr>
      <p:sp>
        <p:nvSpPr>
          <p:cNvPr id="502" name="Google Shape;502;p93"/>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03" name="Google Shape;503;p93"/>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504" name="Google Shape;504;p9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93"/>
          <p:cNvSpPr txBox="1"/>
          <p:nvPr>
            <p:ph idx="1" type="subTitle"/>
          </p:nvPr>
        </p:nvSpPr>
        <p:spPr>
          <a:xfrm>
            <a:off x="337825"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506" name="Google Shape;506;p93"/>
          <p:cNvSpPr txBox="1"/>
          <p:nvPr>
            <p:ph idx="2" type="subTitle"/>
          </p:nvPr>
        </p:nvSpPr>
        <p:spPr>
          <a:xfrm>
            <a:off x="4824000"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507" name="Google Shape;507;p93"/>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508" name="Google Shape;508;p93"/>
          <p:cNvGrpSpPr/>
          <p:nvPr/>
        </p:nvGrpSpPr>
        <p:grpSpPr>
          <a:xfrm>
            <a:off x="7834231" y="1285"/>
            <a:ext cx="828900" cy="576065"/>
            <a:chOff x="7801496" y="1285"/>
            <a:chExt cx="828900" cy="576065"/>
          </a:xfrm>
        </p:grpSpPr>
        <p:pic>
          <p:nvPicPr>
            <p:cNvPr id="509" name="Google Shape;509;p93"/>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510" name="Google Shape;510;p93"/>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Explanation</a:t>
              </a:r>
              <a:endParaRPr b="1" i="0" sz="900" u="none" cap="none" strike="noStrike">
                <a:solidFill>
                  <a:srgbClr val="E6F2F2"/>
                </a:solidFill>
                <a:latin typeface="Lexend"/>
                <a:ea typeface="Lexend"/>
                <a:cs typeface="Lexend"/>
                <a:sym typeface="Lexend"/>
              </a:endParaRPr>
            </a:p>
          </p:txBody>
        </p:sp>
      </p:grpSp>
      <p:grpSp>
        <p:nvGrpSpPr>
          <p:cNvPr id="511" name="Google Shape;511;p93"/>
          <p:cNvGrpSpPr/>
          <p:nvPr/>
        </p:nvGrpSpPr>
        <p:grpSpPr>
          <a:xfrm>
            <a:off x="8635663" y="1285"/>
            <a:ext cx="499700" cy="576065"/>
            <a:chOff x="8635663" y="1285"/>
            <a:chExt cx="499700" cy="576065"/>
          </a:xfrm>
        </p:grpSpPr>
        <p:pic>
          <p:nvPicPr>
            <p:cNvPr id="512" name="Google Shape;512;p93"/>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513" name="Google Shape;513;p93"/>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514" name="Shape 514"/>
        <p:cNvGrpSpPr/>
        <p:nvPr/>
      </p:nvGrpSpPr>
      <p:grpSpPr>
        <a:xfrm>
          <a:off x="0" y="0"/>
          <a:ext cx="0" cy="0"/>
          <a:chOff x="0" y="0"/>
          <a:chExt cx="0" cy="0"/>
        </a:xfrm>
      </p:grpSpPr>
      <p:sp>
        <p:nvSpPr>
          <p:cNvPr id="515" name="Google Shape;515;p94"/>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16" name="Google Shape;516;p94"/>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517" name="Google Shape;517;p9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94"/>
          <p:cNvSpPr txBox="1"/>
          <p:nvPr>
            <p:ph idx="1" type="subTitle"/>
          </p:nvPr>
        </p:nvSpPr>
        <p:spPr>
          <a:xfrm>
            <a:off x="337825"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519" name="Google Shape;519;p94"/>
          <p:cNvSpPr txBox="1"/>
          <p:nvPr>
            <p:ph idx="2" type="subTitle"/>
          </p:nvPr>
        </p:nvSpPr>
        <p:spPr>
          <a:xfrm>
            <a:off x="4824000"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520" name="Google Shape;520;p94"/>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521" name="Google Shape;521;p94"/>
          <p:cNvGrpSpPr/>
          <p:nvPr/>
        </p:nvGrpSpPr>
        <p:grpSpPr>
          <a:xfrm>
            <a:off x="7834231" y="1285"/>
            <a:ext cx="828900" cy="576065"/>
            <a:chOff x="7801496" y="1285"/>
            <a:chExt cx="828900" cy="576065"/>
          </a:xfrm>
        </p:grpSpPr>
        <p:pic>
          <p:nvPicPr>
            <p:cNvPr id="522" name="Google Shape;522;p9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523" name="Google Shape;523;p9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Explanation</a:t>
              </a:r>
              <a:endParaRPr b="1" i="0" sz="900" u="none" cap="none" strike="noStrike">
                <a:solidFill>
                  <a:srgbClr val="E6F2F2"/>
                </a:solidFill>
                <a:latin typeface="Lexend"/>
                <a:ea typeface="Lexend"/>
                <a:cs typeface="Lexend"/>
                <a:sym typeface="Lexend"/>
              </a:endParaRPr>
            </a:p>
          </p:txBody>
        </p:sp>
      </p:grpSp>
      <p:grpSp>
        <p:nvGrpSpPr>
          <p:cNvPr id="524" name="Google Shape;524;p94"/>
          <p:cNvGrpSpPr/>
          <p:nvPr/>
        </p:nvGrpSpPr>
        <p:grpSpPr>
          <a:xfrm>
            <a:off x="8635663" y="1285"/>
            <a:ext cx="499700" cy="576065"/>
            <a:chOff x="8635663" y="1285"/>
            <a:chExt cx="499700" cy="576065"/>
          </a:xfrm>
        </p:grpSpPr>
        <p:pic>
          <p:nvPicPr>
            <p:cNvPr id="525" name="Google Shape;525;p9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526" name="Google Shape;526;p9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527" name="Shape 527"/>
        <p:cNvGrpSpPr/>
        <p:nvPr/>
      </p:nvGrpSpPr>
      <p:grpSpPr>
        <a:xfrm>
          <a:off x="0" y="0"/>
          <a:ext cx="0" cy="0"/>
          <a:chOff x="0" y="0"/>
          <a:chExt cx="0" cy="0"/>
        </a:xfrm>
      </p:grpSpPr>
      <p:sp>
        <p:nvSpPr>
          <p:cNvPr id="528" name="Google Shape;528;p9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29" name="Google Shape;529;p95"/>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530" name="Google Shape;530;p9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95"/>
          <p:cNvSpPr txBox="1"/>
          <p:nvPr>
            <p:ph idx="1" type="subTitle"/>
          </p:nvPr>
        </p:nvSpPr>
        <p:spPr>
          <a:xfrm>
            <a:off x="337825"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532" name="Google Shape;532;p95"/>
          <p:cNvSpPr txBox="1"/>
          <p:nvPr>
            <p:ph idx="2" type="subTitle"/>
          </p:nvPr>
        </p:nvSpPr>
        <p:spPr>
          <a:xfrm>
            <a:off x="4824000"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533" name="Google Shape;533;p95"/>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534" name="Google Shape;534;p95"/>
          <p:cNvGrpSpPr/>
          <p:nvPr/>
        </p:nvGrpSpPr>
        <p:grpSpPr>
          <a:xfrm>
            <a:off x="7834231" y="1285"/>
            <a:ext cx="828900" cy="576065"/>
            <a:chOff x="7801496" y="1285"/>
            <a:chExt cx="828900" cy="576065"/>
          </a:xfrm>
        </p:grpSpPr>
        <p:pic>
          <p:nvPicPr>
            <p:cNvPr id="535" name="Google Shape;535;p9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536" name="Google Shape;536;p9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Explanation</a:t>
              </a:r>
              <a:endParaRPr b="1" i="0" sz="900" u="none" cap="none" strike="noStrike">
                <a:solidFill>
                  <a:srgbClr val="FAEAF6"/>
                </a:solidFill>
                <a:latin typeface="Lexend"/>
                <a:ea typeface="Lexend"/>
                <a:cs typeface="Lexend"/>
                <a:sym typeface="Lexend"/>
              </a:endParaRPr>
            </a:p>
          </p:txBody>
        </p:sp>
      </p:grpSp>
      <p:grpSp>
        <p:nvGrpSpPr>
          <p:cNvPr id="537" name="Google Shape;537;p95"/>
          <p:cNvGrpSpPr/>
          <p:nvPr/>
        </p:nvGrpSpPr>
        <p:grpSpPr>
          <a:xfrm>
            <a:off x="8635663" y="1285"/>
            <a:ext cx="499700" cy="576065"/>
            <a:chOff x="8635663" y="1285"/>
            <a:chExt cx="499700" cy="576065"/>
          </a:xfrm>
        </p:grpSpPr>
        <p:pic>
          <p:nvPicPr>
            <p:cNvPr id="538" name="Google Shape;538;p9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539" name="Google Shape;539;p9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Check</a:t>
              </a:r>
              <a:endParaRPr b="1" i="0" sz="900" u="none" cap="none" strike="noStrike">
                <a:solidFill>
                  <a:srgbClr val="FAEAF6"/>
                </a:solidFill>
                <a:latin typeface="Lexend"/>
                <a:ea typeface="Lexend"/>
                <a:cs typeface="Lexend"/>
                <a:sym typeface="Lexend"/>
              </a:endParaRPr>
            </a:p>
          </p:txBody>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540" name="Shape 540"/>
        <p:cNvGrpSpPr/>
        <p:nvPr/>
      </p:nvGrpSpPr>
      <p:grpSpPr>
        <a:xfrm>
          <a:off x="0" y="0"/>
          <a:ext cx="0" cy="0"/>
          <a:chOff x="0" y="0"/>
          <a:chExt cx="0" cy="0"/>
        </a:xfrm>
      </p:grpSpPr>
      <p:pic>
        <p:nvPicPr>
          <p:cNvPr id="541" name="Google Shape;541;p96"/>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542" name="Google Shape;542;p9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96"/>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a:t>
            </a:r>
            <a:endParaRPr b="1" i="0" sz="2200" u="none" cap="none" strike="noStrike">
              <a:solidFill>
                <a:schemeClr val="dk1"/>
              </a:solidFill>
              <a:latin typeface="Lexend"/>
              <a:ea typeface="Lexend"/>
              <a:cs typeface="Lexend"/>
              <a:sym typeface="Lexend"/>
            </a:endParaRPr>
          </a:p>
        </p:txBody>
      </p:sp>
      <p:sp>
        <p:nvSpPr>
          <p:cNvPr id="544" name="Google Shape;544;p96"/>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False</a:t>
            </a:r>
            <a:endParaRPr b="1" i="0" sz="2200" u="none" cap="none" strike="noStrike">
              <a:solidFill>
                <a:schemeClr val="dk1"/>
              </a:solidFill>
              <a:latin typeface="Lexend"/>
              <a:ea typeface="Lexend"/>
              <a:cs typeface="Lexend"/>
              <a:sym typeface="Lexend"/>
            </a:endParaRPr>
          </a:p>
        </p:txBody>
      </p:sp>
      <p:sp>
        <p:nvSpPr>
          <p:cNvPr id="545" name="Google Shape;545;p96"/>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Justify your answer</a:t>
            </a:r>
            <a:endParaRPr b="1" i="0" sz="2200" u="none" cap="none" strike="noStrike">
              <a:solidFill>
                <a:schemeClr val="dk1"/>
              </a:solidFill>
              <a:latin typeface="Lexend"/>
              <a:ea typeface="Lexend"/>
              <a:cs typeface="Lexend"/>
              <a:sym typeface="Lexend"/>
            </a:endParaRPr>
          </a:p>
        </p:txBody>
      </p:sp>
      <p:sp>
        <p:nvSpPr>
          <p:cNvPr id="546" name="Google Shape;546;p96"/>
          <p:cNvSpPr txBox="1"/>
          <p:nvPr>
            <p:ph idx="1" type="subTitle"/>
          </p:nvPr>
        </p:nvSpPr>
        <p:spPr>
          <a:xfrm>
            <a:off x="324000" y="1080000"/>
            <a:ext cx="6722400" cy="2505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547" name="Google Shape;547;p96"/>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 or false?</a:t>
            </a:r>
            <a:r>
              <a:rPr b="0" i="0" lang="en" sz="2400" u="none" cap="none" strike="noStrike">
                <a:solidFill>
                  <a:schemeClr val="dk1"/>
                </a:solidFill>
                <a:latin typeface="ABeeZee"/>
                <a:ea typeface="ABeeZee"/>
                <a:cs typeface="ABeeZee"/>
                <a:sym typeface="ABeeZee"/>
              </a:rPr>
              <a:t> </a:t>
            </a:r>
            <a:endParaRPr b="0" i="0" sz="2400" u="none" cap="none" strike="noStrike">
              <a:solidFill>
                <a:schemeClr val="dk1"/>
              </a:solidFill>
              <a:latin typeface="ABeeZee"/>
              <a:ea typeface="ABeeZee"/>
              <a:cs typeface="ABeeZee"/>
              <a:sym typeface="ABeeZee"/>
            </a:endParaRPr>
          </a:p>
        </p:txBody>
      </p:sp>
      <p:pic>
        <p:nvPicPr>
          <p:cNvPr id="548" name="Google Shape;548;p9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49" name="Google Shape;549;p9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550" name="Google Shape;550;p96"/>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51" name="Google Shape;551;p96"/>
          <p:cNvSpPr txBox="1"/>
          <p:nvPr>
            <p:ph idx="2" type="subTitle"/>
          </p:nvPr>
        </p:nvSpPr>
        <p:spPr>
          <a:xfrm>
            <a:off x="980575" y="3196113"/>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552" name="Google Shape;552;p96"/>
          <p:cNvSpPr txBox="1"/>
          <p:nvPr>
            <p:ph idx="3" type="subTitle"/>
          </p:nvPr>
        </p:nvSpPr>
        <p:spPr>
          <a:xfrm>
            <a:off x="980575" y="4040345"/>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553" name="Google Shape;553;p96"/>
          <p:cNvGrpSpPr/>
          <p:nvPr/>
        </p:nvGrpSpPr>
        <p:grpSpPr>
          <a:xfrm>
            <a:off x="324128" y="3139463"/>
            <a:ext cx="457200" cy="457200"/>
            <a:chOff x="1020916" y="1442088"/>
            <a:chExt cx="457200" cy="457200"/>
          </a:xfrm>
        </p:grpSpPr>
        <p:pic>
          <p:nvPicPr>
            <p:cNvPr id="554" name="Google Shape;554;p96"/>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555" name="Google Shape;555;p9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556" name="Google Shape;556;p96"/>
          <p:cNvGrpSpPr/>
          <p:nvPr/>
        </p:nvGrpSpPr>
        <p:grpSpPr>
          <a:xfrm>
            <a:off x="324128" y="3987825"/>
            <a:ext cx="457200" cy="457200"/>
            <a:chOff x="1020916" y="1442088"/>
            <a:chExt cx="457200" cy="457200"/>
          </a:xfrm>
        </p:grpSpPr>
        <p:pic>
          <p:nvPicPr>
            <p:cNvPr id="557" name="Google Shape;557;p96"/>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558" name="Google Shape;558;p9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pic>
        <p:nvPicPr>
          <p:cNvPr id="559" name="Google Shape;559;p96"/>
          <p:cNvPicPr preferRelativeResize="0"/>
          <p:nvPr/>
        </p:nvPicPr>
        <p:blipFill rotWithShape="1">
          <a:blip r:embed="rId5">
            <a:alphaModFix/>
          </a:blip>
          <a:srcRect b="0" l="0" r="0" t="0"/>
          <a:stretch/>
        </p:blipFill>
        <p:spPr>
          <a:xfrm>
            <a:off x="2429763" y="1780516"/>
            <a:ext cx="457425" cy="457425"/>
          </a:xfrm>
          <a:prstGeom prst="rect">
            <a:avLst/>
          </a:prstGeom>
          <a:noFill/>
          <a:ln>
            <a:noFill/>
          </a:ln>
        </p:spPr>
      </p:pic>
      <p:pic>
        <p:nvPicPr>
          <p:cNvPr id="560" name="Google Shape;560;p96"/>
          <p:cNvPicPr preferRelativeResize="0"/>
          <p:nvPr/>
        </p:nvPicPr>
        <p:blipFill rotWithShape="1">
          <a:blip r:embed="rId5">
            <a:alphaModFix/>
          </a:blip>
          <a:srcRect b="0" l="0" r="0" t="0"/>
          <a:stretch/>
        </p:blipFill>
        <p:spPr>
          <a:xfrm>
            <a:off x="4823988" y="1780516"/>
            <a:ext cx="457425" cy="457425"/>
          </a:xfrm>
          <a:prstGeom prst="rect">
            <a:avLst/>
          </a:prstGeom>
          <a:noFill/>
          <a:ln>
            <a:noFill/>
          </a:ln>
        </p:spPr>
      </p:pic>
      <p:sp>
        <p:nvSpPr>
          <p:cNvPr id="561" name="Google Shape;561;p96"/>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T</a:t>
            </a:r>
            <a:endParaRPr b="1" i="0" sz="1800" u="none" cap="none" strike="noStrike">
              <a:solidFill>
                <a:schemeClr val="lt1"/>
              </a:solidFill>
              <a:latin typeface="Lexend"/>
              <a:ea typeface="Lexend"/>
              <a:cs typeface="Lexend"/>
              <a:sym typeface="Lexend"/>
            </a:endParaRPr>
          </a:p>
        </p:txBody>
      </p:sp>
      <p:sp>
        <p:nvSpPr>
          <p:cNvPr id="562" name="Google Shape;562;p96"/>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F</a:t>
            </a:r>
            <a:endParaRPr b="1" i="0" sz="1800" u="none" cap="none" strike="noStrike">
              <a:solidFill>
                <a:schemeClr val="lt1"/>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563" name="Shape 563"/>
        <p:cNvGrpSpPr/>
        <p:nvPr/>
      </p:nvGrpSpPr>
      <p:grpSpPr>
        <a:xfrm>
          <a:off x="0" y="0"/>
          <a:ext cx="0" cy="0"/>
          <a:chOff x="0" y="0"/>
          <a:chExt cx="0" cy="0"/>
        </a:xfrm>
      </p:grpSpPr>
      <p:pic>
        <p:nvPicPr>
          <p:cNvPr id="564" name="Google Shape;564;p97"/>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565" name="Google Shape;565;p9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97"/>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a:t>
            </a:r>
            <a:endParaRPr b="1" i="0" sz="2200" u="none" cap="none" strike="noStrike">
              <a:solidFill>
                <a:schemeClr val="dk1"/>
              </a:solidFill>
              <a:latin typeface="Lexend"/>
              <a:ea typeface="Lexend"/>
              <a:cs typeface="Lexend"/>
              <a:sym typeface="Lexend"/>
            </a:endParaRPr>
          </a:p>
        </p:txBody>
      </p:sp>
      <p:sp>
        <p:nvSpPr>
          <p:cNvPr id="567" name="Google Shape;567;p97"/>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False</a:t>
            </a:r>
            <a:endParaRPr b="1" i="0" sz="2200" u="none" cap="none" strike="noStrike">
              <a:solidFill>
                <a:schemeClr val="dk1"/>
              </a:solidFill>
              <a:latin typeface="Lexend"/>
              <a:ea typeface="Lexend"/>
              <a:cs typeface="Lexend"/>
              <a:sym typeface="Lexend"/>
            </a:endParaRPr>
          </a:p>
        </p:txBody>
      </p:sp>
      <p:sp>
        <p:nvSpPr>
          <p:cNvPr id="568" name="Google Shape;568;p97"/>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Justify your answer</a:t>
            </a:r>
            <a:endParaRPr b="1" i="0" sz="2200" u="none" cap="none" strike="noStrike">
              <a:solidFill>
                <a:schemeClr val="dk1"/>
              </a:solidFill>
              <a:latin typeface="Lexend"/>
              <a:ea typeface="Lexend"/>
              <a:cs typeface="Lexend"/>
              <a:sym typeface="Lexend"/>
            </a:endParaRPr>
          </a:p>
        </p:txBody>
      </p:sp>
      <p:sp>
        <p:nvSpPr>
          <p:cNvPr id="569" name="Google Shape;569;p97"/>
          <p:cNvSpPr txBox="1"/>
          <p:nvPr>
            <p:ph idx="1" type="subTitle"/>
          </p:nvPr>
        </p:nvSpPr>
        <p:spPr>
          <a:xfrm>
            <a:off x="324000" y="1080000"/>
            <a:ext cx="6722400" cy="2505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570" name="Google Shape;570;p97"/>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 or false?</a:t>
            </a:r>
            <a:r>
              <a:rPr b="0" i="0" lang="en" sz="2400" u="none" cap="none" strike="noStrike">
                <a:solidFill>
                  <a:schemeClr val="dk1"/>
                </a:solidFill>
                <a:latin typeface="ABeeZee"/>
                <a:ea typeface="ABeeZee"/>
                <a:cs typeface="ABeeZee"/>
                <a:sym typeface="ABeeZee"/>
              </a:rPr>
              <a:t> </a:t>
            </a:r>
            <a:endParaRPr b="0" i="0" sz="2400" u="none" cap="none" strike="noStrike">
              <a:solidFill>
                <a:schemeClr val="dk1"/>
              </a:solidFill>
              <a:latin typeface="ABeeZee"/>
              <a:ea typeface="ABeeZee"/>
              <a:cs typeface="ABeeZee"/>
              <a:sym typeface="ABeeZee"/>
            </a:endParaRPr>
          </a:p>
        </p:txBody>
      </p:sp>
      <p:pic>
        <p:nvPicPr>
          <p:cNvPr id="571" name="Google Shape;571;p9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72" name="Google Shape;572;p9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Check</a:t>
            </a:r>
            <a:endParaRPr b="1" i="0" sz="900" u="none" cap="none" strike="noStrike">
              <a:solidFill>
                <a:srgbClr val="FAEAF6"/>
              </a:solidFill>
              <a:latin typeface="Lexend"/>
              <a:ea typeface="Lexend"/>
              <a:cs typeface="Lexend"/>
              <a:sym typeface="Lexend"/>
            </a:endParaRPr>
          </a:p>
        </p:txBody>
      </p:sp>
      <p:sp>
        <p:nvSpPr>
          <p:cNvPr id="573" name="Google Shape;573;p97"/>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74" name="Google Shape;574;p97"/>
          <p:cNvSpPr txBox="1"/>
          <p:nvPr>
            <p:ph idx="2" type="subTitle"/>
          </p:nvPr>
        </p:nvSpPr>
        <p:spPr>
          <a:xfrm>
            <a:off x="980575" y="3196113"/>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575" name="Google Shape;575;p97"/>
          <p:cNvSpPr txBox="1"/>
          <p:nvPr>
            <p:ph idx="3" type="subTitle"/>
          </p:nvPr>
        </p:nvSpPr>
        <p:spPr>
          <a:xfrm>
            <a:off x="980575" y="4040345"/>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576" name="Google Shape;576;p97"/>
          <p:cNvGrpSpPr/>
          <p:nvPr/>
        </p:nvGrpSpPr>
        <p:grpSpPr>
          <a:xfrm>
            <a:off x="324128" y="3139463"/>
            <a:ext cx="457200" cy="457200"/>
            <a:chOff x="1020916" y="1442088"/>
            <a:chExt cx="457200" cy="457200"/>
          </a:xfrm>
        </p:grpSpPr>
        <p:pic>
          <p:nvPicPr>
            <p:cNvPr id="577" name="Google Shape;577;p9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578" name="Google Shape;578;p9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579" name="Google Shape;579;p97"/>
          <p:cNvGrpSpPr/>
          <p:nvPr/>
        </p:nvGrpSpPr>
        <p:grpSpPr>
          <a:xfrm>
            <a:off x="324128" y="3987825"/>
            <a:ext cx="457200" cy="457200"/>
            <a:chOff x="1020916" y="1442088"/>
            <a:chExt cx="457200" cy="457200"/>
          </a:xfrm>
        </p:grpSpPr>
        <p:pic>
          <p:nvPicPr>
            <p:cNvPr id="580" name="Google Shape;580;p9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581" name="Google Shape;581;p9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pic>
        <p:nvPicPr>
          <p:cNvPr id="582" name="Google Shape;582;p97"/>
          <p:cNvPicPr preferRelativeResize="0"/>
          <p:nvPr/>
        </p:nvPicPr>
        <p:blipFill rotWithShape="1">
          <a:blip r:embed="rId5">
            <a:alphaModFix/>
          </a:blip>
          <a:srcRect b="0" l="0" r="0" t="0"/>
          <a:stretch/>
        </p:blipFill>
        <p:spPr>
          <a:xfrm>
            <a:off x="2429763" y="1780516"/>
            <a:ext cx="457425" cy="457425"/>
          </a:xfrm>
          <a:prstGeom prst="rect">
            <a:avLst/>
          </a:prstGeom>
          <a:noFill/>
          <a:ln>
            <a:noFill/>
          </a:ln>
        </p:spPr>
      </p:pic>
      <p:pic>
        <p:nvPicPr>
          <p:cNvPr id="583" name="Google Shape;583;p97"/>
          <p:cNvPicPr preferRelativeResize="0"/>
          <p:nvPr/>
        </p:nvPicPr>
        <p:blipFill rotWithShape="1">
          <a:blip r:embed="rId5">
            <a:alphaModFix/>
          </a:blip>
          <a:srcRect b="0" l="0" r="0" t="0"/>
          <a:stretch/>
        </p:blipFill>
        <p:spPr>
          <a:xfrm>
            <a:off x="4823988" y="1780516"/>
            <a:ext cx="457425" cy="457425"/>
          </a:xfrm>
          <a:prstGeom prst="rect">
            <a:avLst/>
          </a:prstGeom>
          <a:noFill/>
          <a:ln>
            <a:noFill/>
          </a:ln>
        </p:spPr>
      </p:pic>
      <p:sp>
        <p:nvSpPr>
          <p:cNvPr id="584" name="Google Shape;584;p97"/>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T</a:t>
            </a:r>
            <a:endParaRPr b="1" i="0" sz="1800" u="none" cap="none" strike="noStrike">
              <a:solidFill>
                <a:schemeClr val="lt1"/>
              </a:solidFill>
              <a:latin typeface="Lexend"/>
              <a:ea typeface="Lexend"/>
              <a:cs typeface="Lexend"/>
              <a:sym typeface="Lexend"/>
            </a:endParaRPr>
          </a:p>
        </p:txBody>
      </p:sp>
      <p:sp>
        <p:nvSpPr>
          <p:cNvPr id="585" name="Google Shape;585;p97"/>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F</a:t>
            </a:r>
            <a:endParaRPr b="1" i="0" sz="1800" u="none" cap="none" strike="noStrike">
              <a:solidFill>
                <a:schemeClr val="lt1"/>
              </a:solidFill>
              <a:latin typeface="Lexend"/>
              <a:ea typeface="Lexend"/>
              <a:cs typeface="Lexend"/>
              <a:sym typeface="Lexen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586" name="Shape 586"/>
        <p:cNvGrpSpPr/>
        <p:nvPr/>
      </p:nvGrpSpPr>
      <p:grpSpPr>
        <a:xfrm>
          <a:off x="0" y="0"/>
          <a:ext cx="0" cy="0"/>
          <a:chOff x="0" y="0"/>
          <a:chExt cx="0" cy="0"/>
        </a:xfrm>
      </p:grpSpPr>
      <p:pic>
        <p:nvPicPr>
          <p:cNvPr id="587" name="Google Shape;587;p98"/>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588" name="Google Shape;588;p9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98"/>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590" name="Google Shape;590;p9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1" name="Google Shape;591;p9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592" name="Google Shape;592;p98"/>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93" name="Google Shape;593;p98"/>
          <p:cNvSpPr txBox="1"/>
          <p:nvPr>
            <p:ph idx="1" type="subTitle"/>
          </p:nvPr>
        </p:nvSpPr>
        <p:spPr>
          <a:xfrm>
            <a:off x="1034425" y="18377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594" name="Google Shape;594;p98"/>
          <p:cNvSpPr txBox="1"/>
          <p:nvPr>
            <p:ph idx="3" type="subTitle"/>
          </p:nvPr>
        </p:nvSpPr>
        <p:spPr>
          <a:xfrm>
            <a:off x="1034425" y="27942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595" name="Google Shape;595;p98"/>
          <p:cNvSpPr txBox="1"/>
          <p:nvPr>
            <p:ph idx="4" type="subTitle"/>
          </p:nvPr>
        </p:nvSpPr>
        <p:spPr>
          <a:xfrm>
            <a:off x="1034425" y="37669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596" name="Google Shape;596;p98"/>
          <p:cNvGrpSpPr/>
          <p:nvPr/>
        </p:nvGrpSpPr>
        <p:grpSpPr>
          <a:xfrm>
            <a:off x="323653" y="1804438"/>
            <a:ext cx="457200" cy="457200"/>
            <a:chOff x="1020916" y="1442088"/>
            <a:chExt cx="457200" cy="457200"/>
          </a:xfrm>
        </p:grpSpPr>
        <p:pic>
          <p:nvPicPr>
            <p:cNvPr id="597" name="Google Shape;597;p98"/>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598" name="Google Shape;598;p9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599" name="Google Shape;599;p98"/>
          <p:cNvGrpSpPr/>
          <p:nvPr/>
        </p:nvGrpSpPr>
        <p:grpSpPr>
          <a:xfrm>
            <a:off x="323653" y="2766575"/>
            <a:ext cx="457200" cy="457200"/>
            <a:chOff x="1020916" y="1442088"/>
            <a:chExt cx="457200" cy="457200"/>
          </a:xfrm>
        </p:grpSpPr>
        <p:pic>
          <p:nvPicPr>
            <p:cNvPr id="600" name="Google Shape;600;p98"/>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601" name="Google Shape;601;p9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602" name="Google Shape;602;p98"/>
          <p:cNvGrpSpPr/>
          <p:nvPr/>
        </p:nvGrpSpPr>
        <p:grpSpPr>
          <a:xfrm>
            <a:off x="323641" y="3729038"/>
            <a:ext cx="457200" cy="457200"/>
            <a:chOff x="1020916" y="1442088"/>
            <a:chExt cx="457200" cy="457200"/>
          </a:xfrm>
        </p:grpSpPr>
        <p:pic>
          <p:nvPicPr>
            <p:cNvPr id="603" name="Google Shape;603;p98"/>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604" name="Google Shape;604;p9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605" name="Shape 605"/>
        <p:cNvGrpSpPr/>
        <p:nvPr/>
      </p:nvGrpSpPr>
      <p:grpSpPr>
        <a:xfrm>
          <a:off x="0" y="0"/>
          <a:ext cx="0" cy="0"/>
          <a:chOff x="0" y="0"/>
          <a:chExt cx="0" cy="0"/>
        </a:xfrm>
      </p:grpSpPr>
      <p:pic>
        <p:nvPicPr>
          <p:cNvPr id="606" name="Google Shape;606;p99"/>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607" name="Google Shape;607;p9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99"/>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609" name="Google Shape;609;p9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0" name="Google Shape;610;p9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sp>
        <p:nvSpPr>
          <p:cNvPr id="611" name="Google Shape;611;p99"/>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12" name="Google Shape;612;p99"/>
          <p:cNvSpPr txBox="1"/>
          <p:nvPr>
            <p:ph idx="1" type="subTitle"/>
          </p:nvPr>
        </p:nvSpPr>
        <p:spPr>
          <a:xfrm>
            <a:off x="1034425" y="18377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613" name="Google Shape;613;p99"/>
          <p:cNvSpPr txBox="1"/>
          <p:nvPr>
            <p:ph idx="3" type="subTitle"/>
          </p:nvPr>
        </p:nvSpPr>
        <p:spPr>
          <a:xfrm>
            <a:off x="1034425" y="27942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614" name="Google Shape;614;p99"/>
          <p:cNvSpPr txBox="1"/>
          <p:nvPr>
            <p:ph idx="4" type="subTitle"/>
          </p:nvPr>
        </p:nvSpPr>
        <p:spPr>
          <a:xfrm>
            <a:off x="1034425" y="37669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615" name="Google Shape;615;p99"/>
          <p:cNvGrpSpPr/>
          <p:nvPr/>
        </p:nvGrpSpPr>
        <p:grpSpPr>
          <a:xfrm>
            <a:off x="323653" y="1804438"/>
            <a:ext cx="457200" cy="457200"/>
            <a:chOff x="1020916" y="1442088"/>
            <a:chExt cx="457200" cy="457200"/>
          </a:xfrm>
        </p:grpSpPr>
        <p:pic>
          <p:nvPicPr>
            <p:cNvPr id="616" name="Google Shape;616;p99"/>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617" name="Google Shape;617;p9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618" name="Google Shape;618;p99"/>
          <p:cNvGrpSpPr/>
          <p:nvPr/>
        </p:nvGrpSpPr>
        <p:grpSpPr>
          <a:xfrm>
            <a:off x="323653" y="2766575"/>
            <a:ext cx="457200" cy="457200"/>
            <a:chOff x="1020916" y="1442088"/>
            <a:chExt cx="457200" cy="457200"/>
          </a:xfrm>
        </p:grpSpPr>
        <p:pic>
          <p:nvPicPr>
            <p:cNvPr id="619" name="Google Shape;619;p99"/>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620" name="Google Shape;620;p9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621" name="Google Shape;621;p99"/>
          <p:cNvGrpSpPr/>
          <p:nvPr/>
        </p:nvGrpSpPr>
        <p:grpSpPr>
          <a:xfrm>
            <a:off x="323641" y="3729038"/>
            <a:ext cx="457200" cy="457200"/>
            <a:chOff x="1020916" y="1442088"/>
            <a:chExt cx="457200" cy="457200"/>
          </a:xfrm>
        </p:grpSpPr>
        <p:pic>
          <p:nvPicPr>
            <p:cNvPr id="622" name="Google Shape;622;p99"/>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623" name="Google Shape;623;p9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624" name="Shape 624"/>
        <p:cNvGrpSpPr/>
        <p:nvPr/>
      </p:nvGrpSpPr>
      <p:grpSpPr>
        <a:xfrm>
          <a:off x="0" y="0"/>
          <a:ext cx="0" cy="0"/>
          <a:chOff x="0" y="0"/>
          <a:chExt cx="0" cy="0"/>
        </a:xfrm>
      </p:grpSpPr>
      <p:pic>
        <p:nvPicPr>
          <p:cNvPr id="625" name="Google Shape;625;p100"/>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626" name="Google Shape;626;p10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100"/>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628" name="Google Shape;628;p10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9" name="Google Shape;629;p10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630" name="Google Shape;630;p100"/>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31" name="Google Shape;631;p100"/>
          <p:cNvSpPr txBox="1"/>
          <p:nvPr>
            <p:ph idx="1" type="subTitle"/>
          </p:nvPr>
        </p:nvSpPr>
        <p:spPr>
          <a:xfrm>
            <a:off x="1034425" y="18377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632" name="Google Shape;632;p100"/>
          <p:cNvSpPr txBox="1"/>
          <p:nvPr>
            <p:ph idx="3" type="subTitle"/>
          </p:nvPr>
        </p:nvSpPr>
        <p:spPr>
          <a:xfrm>
            <a:off x="1034425" y="27942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633" name="Google Shape;633;p100"/>
          <p:cNvSpPr txBox="1"/>
          <p:nvPr>
            <p:ph idx="4" type="subTitle"/>
          </p:nvPr>
        </p:nvSpPr>
        <p:spPr>
          <a:xfrm>
            <a:off x="1034425" y="37669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634" name="Google Shape;634;p100"/>
          <p:cNvGrpSpPr/>
          <p:nvPr/>
        </p:nvGrpSpPr>
        <p:grpSpPr>
          <a:xfrm>
            <a:off x="323653" y="1804438"/>
            <a:ext cx="457200" cy="457200"/>
            <a:chOff x="1020916" y="1442088"/>
            <a:chExt cx="457200" cy="457200"/>
          </a:xfrm>
        </p:grpSpPr>
        <p:pic>
          <p:nvPicPr>
            <p:cNvPr id="635" name="Google Shape;635;p100"/>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636" name="Google Shape;636;p10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637" name="Google Shape;637;p100"/>
          <p:cNvGrpSpPr/>
          <p:nvPr/>
        </p:nvGrpSpPr>
        <p:grpSpPr>
          <a:xfrm>
            <a:off x="323653" y="2766575"/>
            <a:ext cx="457200" cy="457200"/>
            <a:chOff x="1020916" y="1442088"/>
            <a:chExt cx="457200" cy="457200"/>
          </a:xfrm>
        </p:grpSpPr>
        <p:pic>
          <p:nvPicPr>
            <p:cNvPr id="638" name="Google Shape;638;p100"/>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639" name="Google Shape;639;p10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640" name="Google Shape;640;p100"/>
          <p:cNvGrpSpPr/>
          <p:nvPr/>
        </p:nvGrpSpPr>
        <p:grpSpPr>
          <a:xfrm>
            <a:off x="323641" y="3729038"/>
            <a:ext cx="457200" cy="457200"/>
            <a:chOff x="1020916" y="1442088"/>
            <a:chExt cx="457200" cy="457200"/>
          </a:xfrm>
        </p:grpSpPr>
        <p:pic>
          <p:nvPicPr>
            <p:cNvPr id="641" name="Google Shape;641;p100"/>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642" name="Google Shape;642;p10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643" name="Shape 643"/>
        <p:cNvGrpSpPr/>
        <p:nvPr/>
      </p:nvGrpSpPr>
      <p:grpSpPr>
        <a:xfrm>
          <a:off x="0" y="0"/>
          <a:ext cx="0" cy="0"/>
          <a:chOff x="0" y="0"/>
          <a:chExt cx="0" cy="0"/>
        </a:xfrm>
      </p:grpSpPr>
      <p:pic>
        <p:nvPicPr>
          <p:cNvPr id="644" name="Google Shape;644;p101"/>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645" name="Google Shape;645;p10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101"/>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647" name="Google Shape;647;p10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8" name="Google Shape;648;p10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Check</a:t>
            </a:r>
            <a:endParaRPr b="1" i="0" sz="900" u="none" cap="none" strike="noStrike">
              <a:solidFill>
                <a:srgbClr val="FAEAF6"/>
              </a:solidFill>
              <a:latin typeface="Lexend"/>
              <a:ea typeface="Lexend"/>
              <a:cs typeface="Lexend"/>
              <a:sym typeface="Lexend"/>
            </a:endParaRPr>
          </a:p>
        </p:txBody>
      </p:sp>
      <p:sp>
        <p:nvSpPr>
          <p:cNvPr id="649" name="Google Shape;649;p101"/>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50" name="Google Shape;650;p101"/>
          <p:cNvSpPr txBox="1"/>
          <p:nvPr>
            <p:ph idx="1" type="subTitle"/>
          </p:nvPr>
        </p:nvSpPr>
        <p:spPr>
          <a:xfrm>
            <a:off x="1034425" y="18377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651" name="Google Shape;651;p101"/>
          <p:cNvSpPr txBox="1"/>
          <p:nvPr>
            <p:ph idx="3" type="subTitle"/>
          </p:nvPr>
        </p:nvSpPr>
        <p:spPr>
          <a:xfrm>
            <a:off x="1034425" y="27942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652" name="Google Shape;652;p101"/>
          <p:cNvSpPr txBox="1"/>
          <p:nvPr>
            <p:ph idx="4" type="subTitle"/>
          </p:nvPr>
        </p:nvSpPr>
        <p:spPr>
          <a:xfrm>
            <a:off x="1034425" y="37669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653" name="Google Shape;653;p101"/>
          <p:cNvGrpSpPr/>
          <p:nvPr/>
        </p:nvGrpSpPr>
        <p:grpSpPr>
          <a:xfrm>
            <a:off x="323653" y="1804438"/>
            <a:ext cx="457200" cy="457200"/>
            <a:chOff x="1020916" y="1442088"/>
            <a:chExt cx="457200" cy="457200"/>
          </a:xfrm>
        </p:grpSpPr>
        <p:pic>
          <p:nvPicPr>
            <p:cNvPr id="654" name="Google Shape;654;p101"/>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655" name="Google Shape;655;p10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656" name="Google Shape;656;p101"/>
          <p:cNvGrpSpPr/>
          <p:nvPr/>
        </p:nvGrpSpPr>
        <p:grpSpPr>
          <a:xfrm>
            <a:off x="323653" y="2766575"/>
            <a:ext cx="457200" cy="457200"/>
            <a:chOff x="1020916" y="1442088"/>
            <a:chExt cx="457200" cy="457200"/>
          </a:xfrm>
        </p:grpSpPr>
        <p:pic>
          <p:nvPicPr>
            <p:cNvPr id="657" name="Google Shape;657;p101"/>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658" name="Google Shape;658;p10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659" name="Google Shape;659;p101"/>
          <p:cNvGrpSpPr/>
          <p:nvPr/>
        </p:nvGrpSpPr>
        <p:grpSpPr>
          <a:xfrm>
            <a:off x="323641" y="3729038"/>
            <a:ext cx="457200" cy="457200"/>
            <a:chOff x="1020916" y="1442088"/>
            <a:chExt cx="457200" cy="457200"/>
          </a:xfrm>
        </p:grpSpPr>
        <p:pic>
          <p:nvPicPr>
            <p:cNvPr id="660" name="Google Shape;660;p101"/>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661" name="Google Shape;661;p10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662" name="Shape 662"/>
        <p:cNvGrpSpPr/>
        <p:nvPr/>
      </p:nvGrpSpPr>
      <p:grpSpPr>
        <a:xfrm>
          <a:off x="0" y="0"/>
          <a:ext cx="0" cy="0"/>
          <a:chOff x="0" y="0"/>
          <a:chExt cx="0" cy="0"/>
        </a:xfrm>
      </p:grpSpPr>
      <p:pic>
        <p:nvPicPr>
          <p:cNvPr id="663" name="Google Shape;663;p102"/>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664" name="Google Shape;664;p10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102"/>
          <p:cNvSpPr txBox="1"/>
          <p:nvPr>
            <p:ph type="title"/>
          </p:nvPr>
        </p:nvSpPr>
        <p:spPr>
          <a:xfrm>
            <a:off x="324000" y="809988"/>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666" name="Google Shape;666;p10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67" name="Google Shape;667;p10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sp>
        <p:nvSpPr>
          <p:cNvPr id="668" name="Google Shape;668;p102"/>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69" name="Google Shape;669;p102"/>
          <p:cNvSpPr txBox="1"/>
          <p:nvPr>
            <p:ph idx="1" type="subTitle"/>
          </p:nvPr>
        </p:nvSpPr>
        <p:spPr>
          <a:xfrm>
            <a:off x="1034425" y="16853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670" name="Google Shape;670;p102"/>
          <p:cNvSpPr txBox="1"/>
          <p:nvPr>
            <p:ph idx="3" type="subTitle"/>
          </p:nvPr>
        </p:nvSpPr>
        <p:spPr>
          <a:xfrm>
            <a:off x="1034425" y="24894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671" name="Google Shape;671;p102"/>
          <p:cNvSpPr txBox="1"/>
          <p:nvPr>
            <p:ph idx="4" type="subTitle"/>
          </p:nvPr>
        </p:nvSpPr>
        <p:spPr>
          <a:xfrm>
            <a:off x="1034425" y="33097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672" name="Google Shape;672;p102"/>
          <p:cNvSpPr txBox="1"/>
          <p:nvPr>
            <p:ph idx="5" type="subTitle"/>
          </p:nvPr>
        </p:nvSpPr>
        <p:spPr>
          <a:xfrm>
            <a:off x="1034425" y="4113837"/>
            <a:ext cx="7506600" cy="3603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673" name="Google Shape;673;p102"/>
          <p:cNvGrpSpPr/>
          <p:nvPr/>
        </p:nvGrpSpPr>
        <p:grpSpPr>
          <a:xfrm>
            <a:off x="323653" y="1652038"/>
            <a:ext cx="457200" cy="457200"/>
            <a:chOff x="1020916" y="1442088"/>
            <a:chExt cx="457200" cy="457200"/>
          </a:xfrm>
        </p:grpSpPr>
        <p:pic>
          <p:nvPicPr>
            <p:cNvPr id="674" name="Google Shape;674;p102"/>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675" name="Google Shape;675;p10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676" name="Google Shape;676;p102"/>
          <p:cNvGrpSpPr/>
          <p:nvPr/>
        </p:nvGrpSpPr>
        <p:grpSpPr>
          <a:xfrm>
            <a:off x="323653" y="2461775"/>
            <a:ext cx="457200" cy="457200"/>
            <a:chOff x="1020916" y="1442088"/>
            <a:chExt cx="457200" cy="457200"/>
          </a:xfrm>
        </p:grpSpPr>
        <p:pic>
          <p:nvPicPr>
            <p:cNvPr id="677" name="Google Shape;677;p102"/>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678" name="Google Shape;678;p10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679" name="Google Shape;679;p102"/>
          <p:cNvGrpSpPr/>
          <p:nvPr/>
        </p:nvGrpSpPr>
        <p:grpSpPr>
          <a:xfrm>
            <a:off x="323641" y="3271838"/>
            <a:ext cx="457200" cy="457200"/>
            <a:chOff x="1020916" y="1442088"/>
            <a:chExt cx="457200" cy="457200"/>
          </a:xfrm>
        </p:grpSpPr>
        <p:pic>
          <p:nvPicPr>
            <p:cNvPr id="680" name="Google Shape;680;p102"/>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681" name="Google Shape;681;p10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grpSp>
        <p:nvGrpSpPr>
          <p:cNvPr id="682" name="Google Shape;682;p102"/>
          <p:cNvGrpSpPr/>
          <p:nvPr/>
        </p:nvGrpSpPr>
        <p:grpSpPr>
          <a:xfrm>
            <a:off x="323641" y="4081763"/>
            <a:ext cx="457200" cy="457200"/>
            <a:chOff x="1020916" y="1442088"/>
            <a:chExt cx="457200" cy="457200"/>
          </a:xfrm>
        </p:grpSpPr>
        <p:pic>
          <p:nvPicPr>
            <p:cNvPr id="683" name="Google Shape;683;p102"/>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684" name="Google Shape;684;p10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d</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685" name="Shape 685"/>
        <p:cNvGrpSpPr/>
        <p:nvPr/>
      </p:nvGrpSpPr>
      <p:grpSpPr>
        <a:xfrm>
          <a:off x="0" y="0"/>
          <a:ext cx="0" cy="0"/>
          <a:chOff x="0" y="0"/>
          <a:chExt cx="0" cy="0"/>
        </a:xfrm>
      </p:grpSpPr>
      <p:pic>
        <p:nvPicPr>
          <p:cNvPr id="686" name="Google Shape;686;p103"/>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687" name="Google Shape;687;p10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103"/>
          <p:cNvSpPr txBox="1"/>
          <p:nvPr>
            <p:ph type="title"/>
          </p:nvPr>
        </p:nvSpPr>
        <p:spPr>
          <a:xfrm>
            <a:off x="324000" y="809988"/>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689" name="Google Shape;689;p10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0" name="Google Shape;690;p10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Check</a:t>
            </a:r>
            <a:endParaRPr b="1" i="0" sz="900" u="none" cap="none" strike="noStrike">
              <a:solidFill>
                <a:srgbClr val="FAEAF6"/>
              </a:solidFill>
              <a:latin typeface="Lexend"/>
              <a:ea typeface="Lexend"/>
              <a:cs typeface="Lexend"/>
              <a:sym typeface="Lexend"/>
            </a:endParaRPr>
          </a:p>
        </p:txBody>
      </p:sp>
      <p:sp>
        <p:nvSpPr>
          <p:cNvPr id="691" name="Google Shape;691;p103"/>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92" name="Google Shape;692;p103"/>
          <p:cNvSpPr txBox="1"/>
          <p:nvPr>
            <p:ph idx="1" type="subTitle"/>
          </p:nvPr>
        </p:nvSpPr>
        <p:spPr>
          <a:xfrm>
            <a:off x="1034425" y="16853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693" name="Google Shape;693;p103"/>
          <p:cNvSpPr txBox="1"/>
          <p:nvPr>
            <p:ph idx="3" type="subTitle"/>
          </p:nvPr>
        </p:nvSpPr>
        <p:spPr>
          <a:xfrm>
            <a:off x="1034425" y="24894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694" name="Google Shape;694;p103"/>
          <p:cNvSpPr txBox="1"/>
          <p:nvPr>
            <p:ph idx="4" type="subTitle"/>
          </p:nvPr>
        </p:nvSpPr>
        <p:spPr>
          <a:xfrm>
            <a:off x="1034425" y="33097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695" name="Google Shape;695;p103"/>
          <p:cNvSpPr txBox="1"/>
          <p:nvPr>
            <p:ph idx="5" type="subTitle"/>
          </p:nvPr>
        </p:nvSpPr>
        <p:spPr>
          <a:xfrm>
            <a:off x="1034425" y="4113837"/>
            <a:ext cx="7506600" cy="3603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696" name="Google Shape;696;p103"/>
          <p:cNvGrpSpPr/>
          <p:nvPr/>
        </p:nvGrpSpPr>
        <p:grpSpPr>
          <a:xfrm>
            <a:off x="323653" y="1652038"/>
            <a:ext cx="457200" cy="457200"/>
            <a:chOff x="1020916" y="1442088"/>
            <a:chExt cx="457200" cy="457200"/>
          </a:xfrm>
        </p:grpSpPr>
        <p:pic>
          <p:nvPicPr>
            <p:cNvPr id="697" name="Google Shape;697;p103"/>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698" name="Google Shape;698;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699" name="Google Shape;699;p103"/>
          <p:cNvGrpSpPr/>
          <p:nvPr/>
        </p:nvGrpSpPr>
        <p:grpSpPr>
          <a:xfrm>
            <a:off x="323653" y="2461775"/>
            <a:ext cx="457200" cy="457200"/>
            <a:chOff x="1020916" y="1442088"/>
            <a:chExt cx="457200" cy="457200"/>
          </a:xfrm>
        </p:grpSpPr>
        <p:pic>
          <p:nvPicPr>
            <p:cNvPr id="700" name="Google Shape;700;p103"/>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01" name="Google Shape;701;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702" name="Google Shape;702;p103"/>
          <p:cNvGrpSpPr/>
          <p:nvPr/>
        </p:nvGrpSpPr>
        <p:grpSpPr>
          <a:xfrm>
            <a:off x="323641" y="3271838"/>
            <a:ext cx="457200" cy="457200"/>
            <a:chOff x="1020916" y="1442088"/>
            <a:chExt cx="457200" cy="457200"/>
          </a:xfrm>
        </p:grpSpPr>
        <p:pic>
          <p:nvPicPr>
            <p:cNvPr id="703" name="Google Shape;703;p103"/>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04" name="Google Shape;704;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grpSp>
        <p:nvGrpSpPr>
          <p:cNvPr id="705" name="Google Shape;705;p103"/>
          <p:cNvGrpSpPr/>
          <p:nvPr/>
        </p:nvGrpSpPr>
        <p:grpSpPr>
          <a:xfrm>
            <a:off x="323641" y="4081763"/>
            <a:ext cx="457200" cy="457200"/>
            <a:chOff x="1020916" y="1442088"/>
            <a:chExt cx="457200" cy="457200"/>
          </a:xfrm>
        </p:grpSpPr>
        <p:pic>
          <p:nvPicPr>
            <p:cNvPr id="706" name="Google Shape;706;p103"/>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07" name="Google Shape;707;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d</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708" name="Shape 708"/>
        <p:cNvGrpSpPr/>
        <p:nvPr/>
      </p:nvGrpSpPr>
      <p:grpSpPr>
        <a:xfrm>
          <a:off x="0" y="0"/>
          <a:ext cx="0" cy="0"/>
          <a:chOff x="0" y="0"/>
          <a:chExt cx="0" cy="0"/>
        </a:xfrm>
      </p:grpSpPr>
      <p:pic>
        <p:nvPicPr>
          <p:cNvPr id="709" name="Google Shape;709;p104"/>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710" name="Google Shape;710;p10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104"/>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712" name="Google Shape;712;p10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3" name="Google Shape;713;p10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714" name="Google Shape;714;p104"/>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15" name="Google Shape;715;p104"/>
          <p:cNvSpPr/>
          <p:nvPr>
            <p:ph idx="3" type="pic"/>
          </p:nvPr>
        </p:nvSpPr>
        <p:spPr>
          <a:xfrm>
            <a:off x="324000" y="1893950"/>
            <a:ext cx="2555400" cy="1939500"/>
          </a:xfrm>
          <a:prstGeom prst="rect">
            <a:avLst/>
          </a:prstGeom>
          <a:noFill/>
          <a:ln>
            <a:noFill/>
          </a:ln>
        </p:spPr>
      </p:sp>
      <p:sp>
        <p:nvSpPr>
          <p:cNvPr id="716" name="Google Shape;716;p104"/>
          <p:cNvSpPr/>
          <p:nvPr>
            <p:ph idx="4" type="pic"/>
          </p:nvPr>
        </p:nvSpPr>
        <p:spPr>
          <a:xfrm>
            <a:off x="6256800" y="1893950"/>
            <a:ext cx="2555400" cy="1939500"/>
          </a:xfrm>
          <a:prstGeom prst="rect">
            <a:avLst/>
          </a:prstGeom>
          <a:noFill/>
          <a:ln>
            <a:noFill/>
          </a:ln>
        </p:spPr>
      </p:sp>
      <p:sp>
        <p:nvSpPr>
          <p:cNvPr id="717" name="Google Shape;717;p104"/>
          <p:cNvSpPr/>
          <p:nvPr>
            <p:ph idx="5" type="pic"/>
          </p:nvPr>
        </p:nvSpPr>
        <p:spPr>
          <a:xfrm>
            <a:off x="3294300" y="1893950"/>
            <a:ext cx="2555400" cy="1939500"/>
          </a:xfrm>
          <a:prstGeom prst="rect">
            <a:avLst/>
          </a:prstGeom>
          <a:noFill/>
          <a:ln>
            <a:noFill/>
          </a:ln>
        </p:spPr>
      </p:sp>
      <p:grpSp>
        <p:nvGrpSpPr>
          <p:cNvPr id="718" name="Google Shape;718;p104"/>
          <p:cNvGrpSpPr/>
          <p:nvPr/>
        </p:nvGrpSpPr>
        <p:grpSpPr>
          <a:xfrm>
            <a:off x="1381028" y="4148538"/>
            <a:ext cx="457200" cy="457200"/>
            <a:chOff x="1020916" y="1442088"/>
            <a:chExt cx="457200" cy="457200"/>
          </a:xfrm>
        </p:grpSpPr>
        <p:pic>
          <p:nvPicPr>
            <p:cNvPr id="719" name="Google Shape;719;p10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20" name="Google Shape;720;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721" name="Google Shape;721;p104"/>
          <p:cNvGrpSpPr/>
          <p:nvPr/>
        </p:nvGrpSpPr>
        <p:grpSpPr>
          <a:xfrm>
            <a:off x="4331066" y="4148550"/>
            <a:ext cx="457200" cy="457200"/>
            <a:chOff x="1020916" y="1442088"/>
            <a:chExt cx="457200" cy="457200"/>
          </a:xfrm>
        </p:grpSpPr>
        <p:pic>
          <p:nvPicPr>
            <p:cNvPr id="722" name="Google Shape;722;p10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23" name="Google Shape;723;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724" name="Google Shape;724;p104"/>
          <p:cNvGrpSpPr/>
          <p:nvPr/>
        </p:nvGrpSpPr>
        <p:grpSpPr>
          <a:xfrm>
            <a:off x="7305791" y="4148538"/>
            <a:ext cx="457200" cy="457200"/>
            <a:chOff x="1020916" y="1442088"/>
            <a:chExt cx="457200" cy="457200"/>
          </a:xfrm>
        </p:grpSpPr>
        <p:pic>
          <p:nvPicPr>
            <p:cNvPr id="725" name="Google Shape;725;p10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26" name="Google Shape;726;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727" name="Shape 727"/>
        <p:cNvGrpSpPr/>
        <p:nvPr/>
      </p:nvGrpSpPr>
      <p:grpSpPr>
        <a:xfrm>
          <a:off x="0" y="0"/>
          <a:ext cx="0" cy="0"/>
          <a:chOff x="0" y="0"/>
          <a:chExt cx="0" cy="0"/>
        </a:xfrm>
      </p:grpSpPr>
      <p:pic>
        <p:nvPicPr>
          <p:cNvPr id="728" name="Google Shape;728;p105"/>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729" name="Google Shape;729;p10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105"/>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731" name="Google Shape;731;p10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32" name="Google Shape;732;p10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sp>
        <p:nvSpPr>
          <p:cNvPr id="733" name="Google Shape;733;p105"/>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34" name="Google Shape;734;p105"/>
          <p:cNvSpPr/>
          <p:nvPr>
            <p:ph idx="3" type="pic"/>
          </p:nvPr>
        </p:nvSpPr>
        <p:spPr>
          <a:xfrm>
            <a:off x="324000" y="1893950"/>
            <a:ext cx="2555400" cy="1939500"/>
          </a:xfrm>
          <a:prstGeom prst="rect">
            <a:avLst/>
          </a:prstGeom>
          <a:noFill/>
          <a:ln>
            <a:noFill/>
          </a:ln>
        </p:spPr>
      </p:sp>
      <p:sp>
        <p:nvSpPr>
          <p:cNvPr id="735" name="Google Shape;735;p105"/>
          <p:cNvSpPr/>
          <p:nvPr>
            <p:ph idx="4" type="pic"/>
          </p:nvPr>
        </p:nvSpPr>
        <p:spPr>
          <a:xfrm>
            <a:off x="6256800" y="1893950"/>
            <a:ext cx="2555400" cy="1939500"/>
          </a:xfrm>
          <a:prstGeom prst="rect">
            <a:avLst/>
          </a:prstGeom>
          <a:noFill/>
          <a:ln>
            <a:noFill/>
          </a:ln>
        </p:spPr>
      </p:sp>
      <p:sp>
        <p:nvSpPr>
          <p:cNvPr id="736" name="Google Shape;736;p105"/>
          <p:cNvSpPr/>
          <p:nvPr>
            <p:ph idx="5" type="pic"/>
          </p:nvPr>
        </p:nvSpPr>
        <p:spPr>
          <a:xfrm>
            <a:off x="3294300" y="1893950"/>
            <a:ext cx="2555400" cy="1939500"/>
          </a:xfrm>
          <a:prstGeom prst="rect">
            <a:avLst/>
          </a:prstGeom>
          <a:noFill/>
          <a:ln>
            <a:noFill/>
          </a:ln>
        </p:spPr>
      </p:sp>
      <p:grpSp>
        <p:nvGrpSpPr>
          <p:cNvPr id="737" name="Google Shape;737;p105"/>
          <p:cNvGrpSpPr/>
          <p:nvPr/>
        </p:nvGrpSpPr>
        <p:grpSpPr>
          <a:xfrm>
            <a:off x="1381028" y="4148538"/>
            <a:ext cx="457200" cy="457200"/>
            <a:chOff x="1020916" y="1442088"/>
            <a:chExt cx="457200" cy="457200"/>
          </a:xfrm>
        </p:grpSpPr>
        <p:pic>
          <p:nvPicPr>
            <p:cNvPr id="738" name="Google Shape;738;p105"/>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39" name="Google Shape;739;p10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740" name="Google Shape;740;p105"/>
          <p:cNvGrpSpPr/>
          <p:nvPr/>
        </p:nvGrpSpPr>
        <p:grpSpPr>
          <a:xfrm>
            <a:off x="4331066" y="4148550"/>
            <a:ext cx="457200" cy="457200"/>
            <a:chOff x="1020916" y="1442088"/>
            <a:chExt cx="457200" cy="457200"/>
          </a:xfrm>
        </p:grpSpPr>
        <p:pic>
          <p:nvPicPr>
            <p:cNvPr id="741" name="Google Shape;741;p105"/>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42" name="Google Shape;742;p10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743" name="Google Shape;743;p105"/>
          <p:cNvGrpSpPr/>
          <p:nvPr/>
        </p:nvGrpSpPr>
        <p:grpSpPr>
          <a:xfrm>
            <a:off x="7305791" y="4148538"/>
            <a:ext cx="457200" cy="457200"/>
            <a:chOff x="1020916" y="1442088"/>
            <a:chExt cx="457200" cy="457200"/>
          </a:xfrm>
        </p:grpSpPr>
        <p:pic>
          <p:nvPicPr>
            <p:cNvPr id="744" name="Google Shape;744;p105"/>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45" name="Google Shape;745;p10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746" name="Shape 746"/>
        <p:cNvGrpSpPr/>
        <p:nvPr/>
      </p:nvGrpSpPr>
      <p:grpSpPr>
        <a:xfrm>
          <a:off x="0" y="0"/>
          <a:ext cx="0" cy="0"/>
          <a:chOff x="0" y="0"/>
          <a:chExt cx="0" cy="0"/>
        </a:xfrm>
      </p:grpSpPr>
      <p:pic>
        <p:nvPicPr>
          <p:cNvPr id="747" name="Google Shape;747;p106"/>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748" name="Google Shape;748;p10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9" name="Google Shape;749;p106"/>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750" name="Google Shape;750;p10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51" name="Google Shape;751;p10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752" name="Google Shape;752;p106"/>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53" name="Google Shape;753;p106"/>
          <p:cNvSpPr/>
          <p:nvPr>
            <p:ph idx="3" type="pic"/>
          </p:nvPr>
        </p:nvSpPr>
        <p:spPr>
          <a:xfrm>
            <a:off x="324000" y="1893950"/>
            <a:ext cx="2555400" cy="1939500"/>
          </a:xfrm>
          <a:prstGeom prst="rect">
            <a:avLst/>
          </a:prstGeom>
          <a:noFill/>
          <a:ln>
            <a:noFill/>
          </a:ln>
        </p:spPr>
      </p:sp>
      <p:sp>
        <p:nvSpPr>
          <p:cNvPr id="754" name="Google Shape;754;p106"/>
          <p:cNvSpPr/>
          <p:nvPr>
            <p:ph idx="4" type="pic"/>
          </p:nvPr>
        </p:nvSpPr>
        <p:spPr>
          <a:xfrm>
            <a:off x="6256800" y="1893950"/>
            <a:ext cx="2555400" cy="1939500"/>
          </a:xfrm>
          <a:prstGeom prst="rect">
            <a:avLst/>
          </a:prstGeom>
          <a:noFill/>
          <a:ln>
            <a:noFill/>
          </a:ln>
        </p:spPr>
      </p:sp>
      <p:sp>
        <p:nvSpPr>
          <p:cNvPr id="755" name="Google Shape;755;p106"/>
          <p:cNvSpPr/>
          <p:nvPr>
            <p:ph idx="5" type="pic"/>
          </p:nvPr>
        </p:nvSpPr>
        <p:spPr>
          <a:xfrm>
            <a:off x="3294300" y="1893950"/>
            <a:ext cx="2555400" cy="1939500"/>
          </a:xfrm>
          <a:prstGeom prst="rect">
            <a:avLst/>
          </a:prstGeom>
          <a:noFill/>
          <a:ln>
            <a:noFill/>
          </a:ln>
        </p:spPr>
      </p:sp>
      <p:grpSp>
        <p:nvGrpSpPr>
          <p:cNvPr id="756" name="Google Shape;756;p106"/>
          <p:cNvGrpSpPr/>
          <p:nvPr/>
        </p:nvGrpSpPr>
        <p:grpSpPr>
          <a:xfrm>
            <a:off x="1381028" y="4148538"/>
            <a:ext cx="457200" cy="457200"/>
            <a:chOff x="1020916" y="1442088"/>
            <a:chExt cx="457200" cy="457200"/>
          </a:xfrm>
        </p:grpSpPr>
        <p:pic>
          <p:nvPicPr>
            <p:cNvPr id="757" name="Google Shape;757;p106"/>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58" name="Google Shape;758;p10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759" name="Google Shape;759;p106"/>
          <p:cNvGrpSpPr/>
          <p:nvPr/>
        </p:nvGrpSpPr>
        <p:grpSpPr>
          <a:xfrm>
            <a:off x="4331066" y="4148550"/>
            <a:ext cx="457200" cy="457200"/>
            <a:chOff x="1020916" y="1442088"/>
            <a:chExt cx="457200" cy="457200"/>
          </a:xfrm>
        </p:grpSpPr>
        <p:pic>
          <p:nvPicPr>
            <p:cNvPr id="760" name="Google Shape;760;p106"/>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61" name="Google Shape;761;p10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762" name="Google Shape;762;p106"/>
          <p:cNvGrpSpPr/>
          <p:nvPr/>
        </p:nvGrpSpPr>
        <p:grpSpPr>
          <a:xfrm>
            <a:off x="7305791" y="4148538"/>
            <a:ext cx="457200" cy="457200"/>
            <a:chOff x="1020916" y="1442088"/>
            <a:chExt cx="457200" cy="457200"/>
          </a:xfrm>
        </p:grpSpPr>
        <p:pic>
          <p:nvPicPr>
            <p:cNvPr id="763" name="Google Shape;763;p106"/>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64" name="Google Shape;764;p10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765" name="Shape 765"/>
        <p:cNvGrpSpPr/>
        <p:nvPr/>
      </p:nvGrpSpPr>
      <p:grpSpPr>
        <a:xfrm>
          <a:off x="0" y="0"/>
          <a:ext cx="0" cy="0"/>
          <a:chOff x="0" y="0"/>
          <a:chExt cx="0" cy="0"/>
        </a:xfrm>
      </p:grpSpPr>
      <p:pic>
        <p:nvPicPr>
          <p:cNvPr id="766" name="Google Shape;766;p107"/>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767" name="Google Shape;767;p10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p107"/>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769" name="Google Shape;769;p10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70" name="Google Shape;770;p10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Check</a:t>
            </a:r>
            <a:endParaRPr b="1" i="0" sz="900" u="none" cap="none" strike="noStrike">
              <a:solidFill>
                <a:srgbClr val="FAEAF6"/>
              </a:solidFill>
              <a:latin typeface="Lexend"/>
              <a:ea typeface="Lexend"/>
              <a:cs typeface="Lexend"/>
              <a:sym typeface="Lexend"/>
            </a:endParaRPr>
          </a:p>
        </p:txBody>
      </p:sp>
      <p:sp>
        <p:nvSpPr>
          <p:cNvPr id="771" name="Google Shape;771;p107"/>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72" name="Google Shape;772;p107"/>
          <p:cNvSpPr/>
          <p:nvPr>
            <p:ph idx="3" type="pic"/>
          </p:nvPr>
        </p:nvSpPr>
        <p:spPr>
          <a:xfrm>
            <a:off x="324000" y="1893950"/>
            <a:ext cx="2555400" cy="1939500"/>
          </a:xfrm>
          <a:prstGeom prst="rect">
            <a:avLst/>
          </a:prstGeom>
          <a:noFill/>
          <a:ln>
            <a:noFill/>
          </a:ln>
        </p:spPr>
      </p:sp>
      <p:sp>
        <p:nvSpPr>
          <p:cNvPr id="773" name="Google Shape;773;p107"/>
          <p:cNvSpPr/>
          <p:nvPr>
            <p:ph idx="4" type="pic"/>
          </p:nvPr>
        </p:nvSpPr>
        <p:spPr>
          <a:xfrm>
            <a:off x="6256800" y="1893950"/>
            <a:ext cx="2555400" cy="1939500"/>
          </a:xfrm>
          <a:prstGeom prst="rect">
            <a:avLst/>
          </a:prstGeom>
          <a:noFill/>
          <a:ln>
            <a:noFill/>
          </a:ln>
        </p:spPr>
      </p:sp>
      <p:sp>
        <p:nvSpPr>
          <p:cNvPr id="774" name="Google Shape;774;p107"/>
          <p:cNvSpPr/>
          <p:nvPr>
            <p:ph idx="5" type="pic"/>
          </p:nvPr>
        </p:nvSpPr>
        <p:spPr>
          <a:xfrm>
            <a:off x="3294300" y="1893950"/>
            <a:ext cx="2555400" cy="1939500"/>
          </a:xfrm>
          <a:prstGeom prst="rect">
            <a:avLst/>
          </a:prstGeom>
          <a:noFill/>
          <a:ln>
            <a:noFill/>
          </a:ln>
        </p:spPr>
      </p:sp>
      <p:grpSp>
        <p:nvGrpSpPr>
          <p:cNvPr id="775" name="Google Shape;775;p107"/>
          <p:cNvGrpSpPr/>
          <p:nvPr/>
        </p:nvGrpSpPr>
        <p:grpSpPr>
          <a:xfrm>
            <a:off x="1381028" y="4148538"/>
            <a:ext cx="457200" cy="457200"/>
            <a:chOff x="1020916" y="1442088"/>
            <a:chExt cx="457200" cy="457200"/>
          </a:xfrm>
        </p:grpSpPr>
        <p:pic>
          <p:nvPicPr>
            <p:cNvPr id="776" name="Google Shape;776;p10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77" name="Google Shape;777;p10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778" name="Google Shape;778;p107"/>
          <p:cNvGrpSpPr/>
          <p:nvPr/>
        </p:nvGrpSpPr>
        <p:grpSpPr>
          <a:xfrm>
            <a:off x="4331066" y="4148550"/>
            <a:ext cx="457200" cy="457200"/>
            <a:chOff x="1020916" y="1442088"/>
            <a:chExt cx="457200" cy="457200"/>
          </a:xfrm>
        </p:grpSpPr>
        <p:pic>
          <p:nvPicPr>
            <p:cNvPr id="779" name="Google Shape;779;p10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80" name="Google Shape;780;p10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781" name="Google Shape;781;p107"/>
          <p:cNvGrpSpPr/>
          <p:nvPr/>
        </p:nvGrpSpPr>
        <p:grpSpPr>
          <a:xfrm>
            <a:off x="7305791" y="4148538"/>
            <a:ext cx="457200" cy="457200"/>
            <a:chOff x="1020916" y="1442088"/>
            <a:chExt cx="457200" cy="457200"/>
          </a:xfrm>
        </p:grpSpPr>
        <p:pic>
          <p:nvPicPr>
            <p:cNvPr id="782" name="Google Shape;782;p10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83" name="Google Shape;783;p10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784" name="Shape 784"/>
        <p:cNvGrpSpPr/>
        <p:nvPr/>
      </p:nvGrpSpPr>
      <p:grpSpPr>
        <a:xfrm>
          <a:off x="0" y="0"/>
          <a:ext cx="0" cy="0"/>
          <a:chOff x="0" y="0"/>
          <a:chExt cx="0" cy="0"/>
        </a:xfrm>
      </p:grpSpPr>
      <p:pic>
        <p:nvPicPr>
          <p:cNvPr id="785" name="Google Shape;785;p108"/>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786" name="Google Shape;786;p10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p108"/>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pic>
        <p:nvPicPr>
          <p:cNvPr id="788" name="Google Shape;788;p10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89" name="Google Shape;789;p10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790" name="Google Shape;790;p108"/>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791" name="Shape 791"/>
        <p:cNvGrpSpPr/>
        <p:nvPr/>
      </p:nvGrpSpPr>
      <p:grpSpPr>
        <a:xfrm>
          <a:off x="0" y="0"/>
          <a:ext cx="0" cy="0"/>
          <a:chOff x="0" y="0"/>
          <a:chExt cx="0" cy="0"/>
        </a:xfrm>
      </p:grpSpPr>
      <p:pic>
        <p:nvPicPr>
          <p:cNvPr id="792" name="Google Shape;792;p109"/>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793" name="Google Shape;793;p10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p109"/>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pic>
        <p:nvPicPr>
          <p:cNvPr id="795" name="Google Shape;795;p10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96" name="Google Shape;796;p10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sp>
        <p:nvSpPr>
          <p:cNvPr id="797" name="Google Shape;797;p109"/>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798" name="Shape 798"/>
        <p:cNvGrpSpPr/>
        <p:nvPr/>
      </p:nvGrpSpPr>
      <p:grpSpPr>
        <a:xfrm>
          <a:off x="0" y="0"/>
          <a:ext cx="0" cy="0"/>
          <a:chOff x="0" y="0"/>
          <a:chExt cx="0" cy="0"/>
        </a:xfrm>
      </p:grpSpPr>
      <p:pic>
        <p:nvPicPr>
          <p:cNvPr id="799" name="Google Shape;799;p110"/>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800" name="Google Shape;800;p11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110"/>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pic>
        <p:nvPicPr>
          <p:cNvPr id="802" name="Google Shape;802;p11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03" name="Google Shape;803;p11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804" name="Google Shape;804;p110"/>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805" name="Shape 805"/>
        <p:cNvGrpSpPr/>
        <p:nvPr/>
      </p:nvGrpSpPr>
      <p:grpSpPr>
        <a:xfrm>
          <a:off x="0" y="0"/>
          <a:ext cx="0" cy="0"/>
          <a:chOff x="0" y="0"/>
          <a:chExt cx="0" cy="0"/>
        </a:xfrm>
      </p:grpSpPr>
      <p:pic>
        <p:nvPicPr>
          <p:cNvPr id="806" name="Google Shape;806;p111"/>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807" name="Google Shape;807;p11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111"/>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pic>
        <p:nvPicPr>
          <p:cNvPr id="809" name="Google Shape;809;p11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10" name="Google Shape;810;p11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Check</a:t>
            </a:r>
            <a:endParaRPr b="1" i="0" sz="900" u="none" cap="none" strike="noStrike">
              <a:solidFill>
                <a:srgbClr val="FAEAF6"/>
              </a:solidFill>
              <a:latin typeface="Lexend"/>
              <a:ea typeface="Lexend"/>
              <a:cs typeface="Lexend"/>
              <a:sym typeface="Lexend"/>
            </a:endParaRPr>
          </a:p>
        </p:txBody>
      </p:sp>
      <p:sp>
        <p:nvSpPr>
          <p:cNvPr id="811" name="Google Shape;811;p111"/>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812" name="Shape 812"/>
        <p:cNvGrpSpPr/>
        <p:nvPr/>
      </p:nvGrpSpPr>
      <p:grpSpPr>
        <a:xfrm>
          <a:off x="0" y="0"/>
          <a:ext cx="0" cy="0"/>
          <a:chOff x="0" y="0"/>
          <a:chExt cx="0" cy="0"/>
        </a:xfrm>
      </p:grpSpPr>
      <p:pic>
        <p:nvPicPr>
          <p:cNvPr id="813" name="Google Shape;813;p112"/>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814" name="Google Shape;814;p11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p112"/>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816" name="Google Shape;816;p11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Practice</a:t>
            </a:r>
            <a:endParaRPr b="1" i="0" sz="900" u="none" cap="none" strike="noStrike">
              <a:solidFill>
                <a:srgbClr val="EBEDFE"/>
              </a:solidFill>
              <a:latin typeface="Lexend"/>
              <a:ea typeface="Lexend"/>
              <a:cs typeface="Lexend"/>
              <a:sym typeface="Lexend"/>
            </a:endParaRPr>
          </a:p>
        </p:txBody>
      </p:sp>
      <p:pic>
        <p:nvPicPr>
          <p:cNvPr id="817" name="Google Shape;817;p11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818" name="Google Shape;818;p112"/>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819" name="Google Shape;819;p11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Lexend"/>
                <a:ea typeface="Lexend"/>
                <a:cs typeface="Lexend"/>
                <a:sym typeface="Lexend"/>
              </a:rPr>
              <a:t>Task C</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820" name="Shape 820"/>
        <p:cNvGrpSpPr/>
        <p:nvPr/>
      </p:nvGrpSpPr>
      <p:grpSpPr>
        <a:xfrm>
          <a:off x="0" y="0"/>
          <a:ext cx="0" cy="0"/>
          <a:chOff x="0" y="0"/>
          <a:chExt cx="0" cy="0"/>
        </a:xfrm>
      </p:grpSpPr>
      <p:pic>
        <p:nvPicPr>
          <p:cNvPr id="821" name="Google Shape;821;p113"/>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822" name="Google Shape;822;p11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p113"/>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824" name="Google Shape;824;p11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Practice</a:t>
            </a:r>
            <a:endParaRPr b="1" i="0" sz="900" u="none" cap="none" strike="noStrike">
              <a:solidFill>
                <a:srgbClr val="FAEAF6"/>
              </a:solidFill>
              <a:latin typeface="Lexend"/>
              <a:ea typeface="Lexend"/>
              <a:cs typeface="Lexend"/>
              <a:sym typeface="Lexend"/>
            </a:endParaRPr>
          </a:p>
        </p:txBody>
      </p:sp>
      <p:pic>
        <p:nvPicPr>
          <p:cNvPr id="825" name="Google Shape;825;p11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826" name="Google Shape;826;p113"/>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827" name="Google Shape;827;p11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Lexend"/>
                <a:ea typeface="Lexend"/>
                <a:cs typeface="Lexend"/>
                <a:sym typeface="Lexend"/>
              </a:rPr>
              <a:t>Task D</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828" name="Shape 828"/>
        <p:cNvGrpSpPr/>
        <p:nvPr/>
      </p:nvGrpSpPr>
      <p:grpSpPr>
        <a:xfrm>
          <a:off x="0" y="0"/>
          <a:ext cx="0" cy="0"/>
          <a:chOff x="0" y="0"/>
          <a:chExt cx="0" cy="0"/>
        </a:xfrm>
      </p:grpSpPr>
      <p:pic>
        <p:nvPicPr>
          <p:cNvPr id="829" name="Google Shape;829;p114"/>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830" name="Google Shape;830;p11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p114"/>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832" name="Google Shape;832;p11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Feedback</a:t>
            </a:r>
            <a:endParaRPr b="1" i="0" sz="900" u="none" cap="none" strike="noStrike">
              <a:solidFill>
                <a:srgbClr val="E6F2F2"/>
              </a:solidFill>
              <a:latin typeface="Lexend"/>
              <a:ea typeface="Lexend"/>
              <a:cs typeface="Lexend"/>
              <a:sym typeface="Lexend"/>
            </a:endParaRPr>
          </a:p>
        </p:txBody>
      </p:sp>
      <p:pic>
        <p:nvPicPr>
          <p:cNvPr id="833" name="Google Shape;833;p11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34" name="Google Shape;834;p114"/>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835" name="Google Shape;835;p11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Lexend"/>
                <a:ea typeface="Lexend"/>
                <a:cs typeface="Lexend"/>
                <a:sym typeface="Lexend"/>
              </a:rPr>
              <a:t>Task C</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836" name="Shape 836"/>
        <p:cNvGrpSpPr/>
        <p:nvPr/>
      </p:nvGrpSpPr>
      <p:grpSpPr>
        <a:xfrm>
          <a:off x="0" y="0"/>
          <a:ext cx="0" cy="0"/>
          <a:chOff x="0" y="0"/>
          <a:chExt cx="0" cy="0"/>
        </a:xfrm>
      </p:grpSpPr>
      <p:pic>
        <p:nvPicPr>
          <p:cNvPr id="837" name="Google Shape;837;p115"/>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838" name="Google Shape;838;p11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115"/>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840" name="Google Shape;840;p11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Feedback</a:t>
            </a:r>
            <a:endParaRPr b="1" i="0" sz="900" u="none" cap="none" strike="noStrike">
              <a:solidFill>
                <a:srgbClr val="FAEAF6"/>
              </a:solidFill>
              <a:latin typeface="Lexend"/>
              <a:ea typeface="Lexend"/>
              <a:cs typeface="Lexend"/>
              <a:sym typeface="Lexend"/>
            </a:endParaRPr>
          </a:p>
        </p:txBody>
      </p:sp>
      <p:pic>
        <p:nvPicPr>
          <p:cNvPr id="841" name="Google Shape;841;p11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42" name="Google Shape;842;p11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lt1"/>
                </a:solidFill>
                <a:latin typeface="Lexend"/>
                <a:ea typeface="Lexend"/>
                <a:cs typeface="Lexend"/>
                <a:sym typeface="Lexend"/>
              </a:rPr>
              <a:t>Task D</a:t>
            </a:r>
            <a:endParaRPr b="1" i="0" sz="2000" u="none" cap="none" strike="noStrike">
              <a:solidFill>
                <a:schemeClr val="lt1"/>
              </a:solidFill>
              <a:latin typeface="Lexend"/>
              <a:ea typeface="Lexend"/>
              <a:cs typeface="Lexend"/>
              <a:sym typeface="Lexend"/>
            </a:endParaRPr>
          </a:p>
        </p:txBody>
      </p:sp>
      <p:sp>
        <p:nvSpPr>
          <p:cNvPr id="843" name="Google Shape;843;p115"/>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844" name="Shape 844"/>
        <p:cNvGrpSpPr/>
        <p:nvPr/>
      </p:nvGrpSpPr>
      <p:grpSpPr>
        <a:xfrm>
          <a:off x="0" y="0"/>
          <a:ext cx="0" cy="0"/>
          <a:chOff x="0" y="0"/>
          <a:chExt cx="0" cy="0"/>
        </a:xfrm>
      </p:grpSpPr>
      <p:sp>
        <p:nvSpPr>
          <p:cNvPr id="845" name="Google Shape;845;p116"/>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46" name="Google Shape;846;p116"/>
          <p:cNvPicPr preferRelativeResize="0"/>
          <p:nvPr/>
        </p:nvPicPr>
        <p:blipFill rotWithShape="1">
          <a:blip r:embed="rId2">
            <a:alphaModFix/>
          </a:blip>
          <a:srcRect b="1710" l="0" r="0" t="1700"/>
          <a:stretch/>
        </p:blipFill>
        <p:spPr>
          <a:xfrm>
            <a:off x="0" y="769550"/>
            <a:ext cx="9151202" cy="116709"/>
          </a:xfrm>
          <a:prstGeom prst="rect">
            <a:avLst/>
          </a:prstGeom>
          <a:noFill/>
          <a:ln>
            <a:noFill/>
          </a:ln>
        </p:spPr>
      </p:pic>
      <p:sp>
        <p:nvSpPr>
          <p:cNvPr id="847" name="Google Shape;847;p116"/>
          <p:cNvSpPr txBox="1"/>
          <p:nvPr>
            <p:ph idx="1" type="body"/>
          </p:nvPr>
        </p:nvSpPr>
        <p:spPr>
          <a:xfrm>
            <a:off x="324000" y="1080000"/>
            <a:ext cx="8113800" cy="37404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848" name="Google Shape;848;p11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Lexend"/>
                <a:ea typeface="Lexend"/>
                <a:cs typeface="Lexend"/>
                <a:sym typeface="Lexend"/>
              </a:rPr>
              <a:t>Summary</a:t>
            </a:r>
            <a:endParaRPr b="1" i="0" sz="2000" u="none" cap="none" strike="noStrike">
              <a:solidFill>
                <a:schemeClr val="dk1"/>
              </a:solidFill>
              <a:latin typeface="Lexend"/>
              <a:ea typeface="Lexend"/>
              <a:cs typeface="Lexend"/>
              <a:sym typeface="Lexend"/>
            </a:endParaRPr>
          </a:p>
        </p:txBody>
      </p:sp>
      <p:sp>
        <p:nvSpPr>
          <p:cNvPr id="849" name="Google Shape;849;p116"/>
          <p:cNvSpPr txBox="1"/>
          <p:nvPr>
            <p:ph type="title"/>
          </p:nvPr>
        </p:nvSpPr>
        <p:spPr>
          <a:xfrm>
            <a:off x="1684800" y="43825"/>
            <a:ext cx="57414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000"/>
              <a:buFont typeface="Lexend"/>
              <a:buNone/>
              <a:defRPr b="0" sz="2000">
                <a:latin typeface="Lexend"/>
                <a:ea typeface="Lexend"/>
                <a:cs typeface="Lexend"/>
                <a:sym typeface="Lexend"/>
              </a:defRPr>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850" name="Shape 850"/>
        <p:cNvGrpSpPr/>
        <p:nvPr/>
      </p:nvGrpSpPr>
      <p:grpSpPr>
        <a:xfrm>
          <a:off x="0" y="0"/>
          <a:ext cx="0" cy="0"/>
          <a:chOff x="0" y="0"/>
          <a:chExt cx="0" cy="0"/>
        </a:xfrm>
      </p:grpSpPr>
      <p:pic>
        <p:nvPicPr>
          <p:cNvPr id="851" name="Google Shape;851;p117"/>
          <p:cNvPicPr preferRelativeResize="0"/>
          <p:nvPr/>
        </p:nvPicPr>
        <p:blipFill rotWithShape="1">
          <a:blip r:embed="rId2">
            <a:alphaModFix/>
          </a:blip>
          <a:srcRect b="0" l="0" r="0" t="0"/>
          <a:stretch/>
        </p:blipFill>
        <p:spPr>
          <a:xfrm>
            <a:off x="8524129" y="4430050"/>
            <a:ext cx="234000" cy="318241"/>
          </a:xfrm>
          <a:prstGeom prst="rect">
            <a:avLst/>
          </a:prstGeom>
          <a:noFill/>
          <a:ln>
            <a:noFill/>
          </a:ln>
        </p:spPr>
      </p:pic>
      <p:sp>
        <p:nvSpPr>
          <p:cNvPr id="852" name="Google Shape;852;p117"/>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Click to open the interactive quiz</a:t>
            </a:r>
            <a:endParaRPr b="0"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853" name="Shape 853"/>
        <p:cNvGrpSpPr/>
        <p:nvPr/>
      </p:nvGrpSpPr>
      <p:grpSpPr>
        <a:xfrm>
          <a:off x="0" y="0"/>
          <a:ext cx="0" cy="0"/>
          <a:chOff x="0" y="0"/>
          <a:chExt cx="0" cy="0"/>
        </a:xfrm>
      </p:grpSpPr>
      <p:sp>
        <p:nvSpPr>
          <p:cNvPr id="854" name="Google Shape;854;p118"/>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Tick</a:t>
            </a:r>
            <a:endParaRPr b="0" i="0" sz="1600" u="none" cap="none" strike="noStrike">
              <a:solidFill>
                <a:schemeClr val="dk1"/>
              </a:solidFill>
              <a:latin typeface="Lexend"/>
              <a:ea typeface="Lexend"/>
              <a:cs typeface="Lexend"/>
              <a:sym typeface="Lexend"/>
            </a:endParaRPr>
          </a:p>
        </p:txBody>
      </p:sp>
      <p:sp>
        <p:nvSpPr>
          <p:cNvPr id="855" name="Google Shape;855;p118"/>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856" name="Google Shape;856;p118"/>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Video frame</a:t>
            </a:r>
            <a:endParaRPr b="0" i="0" sz="1600" u="none" cap="none" strike="noStrike">
              <a:solidFill>
                <a:schemeClr val="dk1"/>
              </a:solidFill>
              <a:latin typeface="Lexend"/>
              <a:ea typeface="Lexend"/>
              <a:cs typeface="Lexend"/>
              <a:sym typeface="Lexend"/>
            </a:endParaRPr>
          </a:p>
        </p:txBody>
      </p:sp>
      <p:sp>
        <p:nvSpPr>
          <p:cNvPr id="857" name="Google Shape;857;p118"/>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Agenda dot</a:t>
            </a:r>
            <a:endParaRPr b="0" i="0" sz="1600" u="none" cap="none" strike="noStrike">
              <a:solidFill>
                <a:schemeClr val="dk1"/>
              </a:solidFill>
              <a:latin typeface="Lexend"/>
              <a:ea typeface="Lexend"/>
              <a:cs typeface="Lexend"/>
              <a:sym typeface="Lexend"/>
            </a:endParaRPr>
          </a:p>
        </p:txBody>
      </p:sp>
      <p:sp>
        <p:nvSpPr>
          <p:cNvPr id="858" name="Google Shape;858;p118"/>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CfU option letters</a:t>
            </a:r>
            <a:endParaRPr b="0" i="0" sz="1600" u="none" cap="none" strike="noStrike">
              <a:solidFill>
                <a:schemeClr val="dk1"/>
              </a:solidFill>
              <a:latin typeface="Lexend"/>
              <a:ea typeface="Lexend"/>
              <a:cs typeface="Lexend"/>
              <a:sym typeface="Lexend"/>
            </a:endParaRPr>
          </a:p>
        </p:txBody>
      </p:sp>
      <p:sp>
        <p:nvSpPr>
          <p:cNvPr id="859" name="Google Shape;859;p118"/>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Play audio</a:t>
            </a:r>
            <a:endParaRPr b="0" i="0" sz="1600" u="none" cap="none" strike="noStrike">
              <a:solidFill>
                <a:schemeClr val="dk1"/>
              </a:solidFill>
              <a:latin typeface="Lexend"/>
              <a:ea typeface="Lexend"/>
              <a:cs typeface="Lexend"/>
              <a:sym typeface="Lexend"/>
            </a:endParaRPr>
          </a:p>
        </p:txBody>
      </p:sp>
      <p:sp>
        <p:nvSpPr>
          <p:cNvPr id="860" name="Google Shape;860;p118"/>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Play video</a:t>
            </a:r>
            <a:endParaRPr b="0" i="0" sz="1600" u="none" cap="none" strike="noStrike">
              <a:solidFill>
                <a:schemeClr val="dk1"/>
              </a:solidFill>
              <a:latin typeface="Lexend"/>
              <a:ea typeface="Lexend"/>
              <a:cs typeface="Lexend"/>
              <a:sym typeface="Lexend"/>
            </a:endParaRPr>
          </a:p>
        </p:txBody>
      </p:sp>
      <p:sp>
        <p:nvSpPr>
          <p:cNvPr id="861" name="Google Shape;861;p118"/>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Cross</a:t>
            </a:r>
            <a:endParaRPr b="0" i="0" sz="1600" u="none" cap="none" strike="noStrike">
              <a:solidFill>
                <a:schemeClr val="dk1"/>
              </a:solidFill>
              <a:latin typeface="Lexend"/>
              <a:ea typeface="Lexend"/>
              <a:cs typeface="Lexend"/>
              <a:sym typeface="Lexend"/>
            </a:endParaRPr>
          </a:p>
        </p:txBody>
      </p:sp>
      <p:sp>
        <p:nvSpPr>
          <p:cNvPr id="862" name="Google Shape;862;p118"/>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Reading icon</a:t>
            </a:r>
            <a:endParaRPr b="0"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3" name="Shape 863"/>
        <p:cNvGrpSpPr/>
        <p:nvPr/>
      </p:nvGrpSpPr>
      <p:grpSpPr>
        <a:xfrm>
          <a:off x="0" y="0"/>
          <a:ext cx="0" cy="0"/>
          <a:chOff x="0" y="0"/>
          <a:chExt cx="0" cy="0"/>
        </a:xfrm>
      </p:grpSpPr>
      <p:sp>
        <p:nvSpPr>
          <p:cNvPr id="864" name="Google Shape;864;p1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 image">
  <p:cSld name="TITLE_AND_BODY_1">
    <p:spTree>
      <p:nvGrpSpPr>
        <p:cNvPr id="868" name="Shape 868"/>
        <p:cNvGrpSpPr/>
        <p:nvPr/>
      </p:nvGrpSpPr>
      <p:grpSpPr>
        <a:xfrm>
          <a:off x="0" y="0"/>
          <a:ext cx="0" cy="0"/>
          <a:chOff x="0" y="0"/>
          <a:chExt cx="0" cy="0"/>
        </a:xfrm>
      </p:grpSpPr>
      <p:sp>
        <p:nvSpPr>
          <p:cNvPr id="869" name="Google Shape;869;p39"/>
          <p:cNvSpPr txBox="1"/>
          <p:nvPr>
            <p:ph type="title"/>
          </p:nvPr>
        </p:nvSpPr>
        <p:spPr>
          <a:xfrm>
            <a:off x="4572000" y="909050"/>
            <a:ext cx="3639600" cy="641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p:txBody>
      </p:sp>
      <p:sp>
        <p:nvSpPr>
          <p:cNvPr id="870" name="Google Shape;870;p39"/>
          <p:cNvSpPr txBox="1"/>
          <p:nvPr>
            <p:ph idx="1" type="body"/>
          </p:nvPr>
        </p:nvSpPr>
        <p:spPr>
          <a:xfrm>
            <a:off x="4572000" y="1525754"/>
            <a:ext cx="3639600" cy="2786100"/>
          </a:xfrm>
          <a:prstGeom prst="rect">
            <a:avLst/>
          </a:prstGeom>
          <a:noFill/>
          <a:ln>
            <a:noFill/>
          </a:ln>
        </p:spPr>
        <p:txBody>
          <a:bodyPr anchorCtr="0" anchor="t" bIns="91425" lIns="91425" spcFirstLastPara="1" rIns="91425" wrap="square" tIns="91425">
            <a:noAutofit/>
          </a:bodyPr>
          <a:lstStyle>
            <a:lvl1pPr indent="-355600" lvl="0" marL="457200" algn="l">
              <a:lnSpc>
                <a:spcPct val="100000"/>
              </a:lnSpc>
              <a:spcBef>
                <a:spcPts val="600"/>
              </a:spcBef>
              <a:spcAft>
                <a:spcPts val="0"/>
              </a:spcAft>
              <a:buSzPts val="2000"/>
              <a:buChar char="◎"/>
              <a:defRPr sz="2000"/>
            </a:lvl1pPr>
            <a:lvl2pPr indent="-355600" lvl="1" marL="914400" algn="l">
              <a:lnSpc>
                <a:spcPct val="100000"/>
              </a:lnSpc>
              <a:spcBef>
                <a:spcPts val="0"/>
              </a:spcBef>
              <a:spcAft>
                <a:spcPts val="0"/>
              </a:spcAft>
              <a:buSzPts val="2000"/>
              <a:buChar char="◉"/>
              <a:defRPr sz="2000"/>
            </a:lvl2pPr>
            <a:lvl3pPr indent="-355600" lvl="2" marL="1371600" algn="l">
              <a:lnSpc>
                <a:spcPct val="100000"/>
              </a:lnSpc>
              <a:spcBef>
                <a:spcPts val="0"/>
              </a:spcBef>
              <a:spcAft>
                <a:spcPts val="0"/>
              </a:spcAft>
              <a:buSzPts val="2000"/>
              <a:buChar char="￮"/>
              <a:defRPr sz="2000"/>
            </a:lvl3pPr>
            <a:lvl4pPr indent="-355600" lvl="3" marL="1828800" algn="l">
              <a:lnSpc>
                <a:spcPct val="100000"/>
              </a:lnSpc>
              <a:spcBef>
                <a:spcPts val="0"/>
              </a:spcBef>
              <a:spcAft>
                <a:spcPts val="0"/>
              </a:spcAft>
              <a:buSzPts val="2000"/>
              <a:buChar char="●"/>
              <a:defRPr sz="2000"/>
            </a:lvl4pPr>
            <a:lvl5pPr indent="-355600" lvl="4" marL="2286000" algn="l">
              <a:lnSpc>
                <a:spcPct val="100000"/>
              </a:lnSpc>
              <a:spcBef>
                <a:spcPts val="0"/>
              </a:spcBef>
              <a:spcAft>
                <a:spcPts val="0"/>
              </a:spcAft>
              <a:buSzPts val="2000"/>
              <a:buChar char="○"/>
              <a:defRPr sz="2000"/>
            </a:lvl5pPr>
            <a:lvl6pPr indent="-355600" lvl="5" marL="2743200" algn="l">
              <a:lnSpc>
                <a:spcPct val="100000"/>
              </a:lnSpc>
              <a:spcBef>
                <a:spcPts val="0"/>
              </a:spcBef>
              <a:spcAft>
                <a:spcPts val="0"/>
              </a:spcAft>
              <a:buSzPts val="2000"/>
              <a:buChar char="■"/>
              <a:defRPr sz="2000"/>
            </a:lvl6pPr>
            <a:lvl7pPr indent="-355600" lvl="6" marL="3200400" algn="l">
              <a:lnSpc>
                <a:spcPct val="100000"/>
              </a:lnSpc>
              <a:spcBef>
                <a:spcPts val="0"/>
              </a:spcBef>
              <a:spcAft>
                <a:spcPts val="0"/>
              </a:spcAft>
              <a:buSzPts val="2000"/>
              <a:buChar char="●"/>
              <a:defRPr sz="2000"/>
            </a:lvl7pPr>
            <a:lvl8pPr indent="-355600" lvl="7" marL="3657600" algn="l">
              <a:lnSpc>
                <a:spcPct val="100000"/>
              </a:lnSpc>
              <a:spcBef>
                <a:spcPts val="0"/>
              </a:spcBef>
              <a:spcAft>
                <a:spcPts val="0"/>
              </a:spcAft>
              <a:buSzPts val="2000"/>
              <a:buChar char="○"/>
              <a:defRPr sz="2000"/>
            </a:lvl8pPr>
            <a:lvl9pPr indent="-355600" lvl="8" marL="4114800" algn="l">
              <a:lnSpc>
                <a:spcPct val="100000"/>
              </a:lnSpc>
              <a:spcBef>
                <a:spcPts val="0"/>
              </a:spcBef>
              <a:spcAft>
                <a:spcPts val="0"/>
              </a:spcAft>
              <a:buSzPts val="2000"/>
              <a:buChar char="■"/>
              <a:defRPr sz="2000"/>
            </a:lvl9pPr>
          </a:lstStyle>
          <a:p/>
        </p:txBody>
      </p:sp>
      <p:sp>
        <p:nvSpPr>
          <p:cNvPr id="871" name="Google Shape;871;p39"/>
          <p:cNvSpPr/>
          <p:nvPr/>
        </p:nvSpPr>
        <p:spPr>
          <a:xfrm>
            <a:off x="580275" y="751950"/>
            <a:ext cx="3639600" cy="3639600"/>
          </a:xfrm>
          <a:prstGeom prst="ellipse">
            <a:avLst/>
          </a:prstGeom>
          <a:solidFill>
            <a:srgbClr val="ED4A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p39"/>
          <p:cNvSpPr/>
          <p:nvPr/>
        </p:nvSpPr>
        <p:spPr>
          <a:xfrm>
            <a:off x="-295650" y="-356450"/>
            <a:ext cx="1057800" cy="1057800"/>
          </a:xfrm>
          <a:prstGeom prst="ellipse">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3" name="Google Shape;873;p39"/>
          <p:cNvSpPr/>
          <p:nvPr/>
        </p:nvSpPr>
        <p:spPr>
          <a:xfrm>
            <a:off x="2836600" y="179825"/>
            <a:ext cx="978600" cy="978600"/>
          </a:xfrm>
          <a:prstGeom prst="donut">
            <a:avLst>
              <a:gd fmla="val 39527" name="adj"/>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4" name="Google Shape;874;p39"/>
          <p:cNvSpPr/>
          <p:nvPr/>
        </p:nvSpPr>
        <p:spPr>
          <a:xfrm>
            <a:off x="465975" y="3692750"/>
            <a:ext cx="1019400" cy="10194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p39"/>
          <p:cNvSpPr/>
          <p:nvPr/>
        </p:nvSpPr>
        <p:spPr>
          <a:xfrm>
            <a:off x="1485375" y="4559750"/>
            <a:ext cx="361500" cy="361500"/>
          </a:xfrm>
          <a:prstGeom prst="donut">
            <a:avLst>
              <a:gd fmla="val 29951" name="adj"/>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6" name="Google Shape;876;p39"/>
          <p:cNvSpPr/>
          <p:nvPr/>
        </p:nvSpPr>
        <p:spPr>
          <a:xfrm>
            <a:off x="2364800" y="346950"/>
            <a:ext cx="274200" cy="273900"/>
          </a:xfrm>
          <a:prstGeom prst="ellipse">
            <a:avLst/>
          </a:prstGeom>
          <a:solidFill>
            <a:srgbClr val="E8004C">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7" name="Google Shape;877;p39"/>
          <p:cNvSpPr/>
          <p:nvPr/>
        </p:nvSpPr>
        <p:spPr>
          <a:xfrm>
            <a:off x="-472600" y="-533400"/>
            <a:ext cx="1411800" cy="1411800"/>
          </a:xfrm>
          <a:prstGeom prst="ellipse">
            <a:avLst/>
          </a:prstGeom>
          <a:noFill/>
          <a:ln cap="flat" cmpd="sng" w="9525">
            <a:solidFill>
              <a:srgbClr val="00ACC3"/>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8" name="Google Shape;878;p39"/>
          <p:cNvSpPr/>
          <p:nvPr/>
        </p:nvSpPr>
        <p:spPr>
          <a:xfrm>
            <a:off x="2899000" y="242225"/>
            <a:ext cx="853800" cy="853800"/>
          </a:xfrm>
          <a:prstGeom prst="ellipse">
            <a:avLst/>
          </a:prstGeom>
          <a:noFill/>
          <a:ln cap="flat" cmpd="sng" w="9525">
            <a:solidFill>
              <a:srgbClr val="ED4A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9" name="Google Shape;879;p39"/>
          <p:cNvSpPr/>
          <p:nvPr/>
        </p:nvSpPr>
        <p:spPr>
          <a:xfrm>
            <a:off x="1061150" y="142950"/>
            <a:ext cx="538500" cy="538200"/>
          </a:xfrm>
          <a:prstGeom prst="ellipse">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80" name="Shape 880"/>
        <p:cNvGrpSpPr/>
        <p:nvPr/>
      </p:nvGrpSpPr>
      <p:grpSpPr>
        <a:xfrm>
          <a:off x="0" y="0"/>
          <a:ext cx="0" cy="0"/>
          <a:chOff x="0" y="0"/>
          <a:chExt cx="0" cy="0"/>
        </a:xfrm>
      </p:grpSpPr>
      <p:sp>
        <p:nvSpPr>
          <p:cNvPr id="881" name="Google Shape;881;p42"/>
          <p:cNvSpPr/>
          <p:nvPr/>
        </p:nvSpPr>
        <p:spPr>
          <a:xfrm>
            <a:off x="419100" y="-1581150"/>
            <a:ext cx="8305800" cy="8305800"/>
          </a:xfrm>
          <a:prstGeom prst="ellipse">
            <a:avLst/>
          </a:prstGeom>
          <a:noFill/>
          <a:ln cap="flat" cmpd="sng" w="9525">
            <a:solidFill>
              <a:srgbClr val="A1BEC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2" name="Google Shape;882;p42"/>
          <p:cNvSpPr/>
          <p:nvPr/>
        </p:nvSpPr>
        <p:spPr>
          <a:xfrm>
            <a:off x="-164200" y="686175"/>
            <a:ext cx="550500" cy="550500"/>
          </a:xfrm>
          <a:prstGeom prst="ellipse">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p42"/>
          <p:cNvSpPr/>
          <p:nvPr/>
        </p:nvSpPr>
        <p:spPr>
          <a:xfrm>
            <a:off x="8204500" y="3898800"/>
            <a:ext cx="447000" cy="447000"/>
          </a:xfrm>
          <a:prstGeom prst="donut">
            <a:avLst>
              <a:gd fmla="val 18608" name="adj"/>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4" name="Google Shape;884;p42"/>
          <p:cNvSpPr/>
          <p:nvPr/>
        </p:nvSpPr>
        <p:spPr>
          <a:xfrm>
            <a:off x="100425" y="-196925"/>
            <a:ext cx="741600" cy="741600"/>
          </a:xfrm>
          <a:prstGeom prst="donut">
            <a:avLst>
              <a:gd fmla="val 37879" name="adj"/>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5" name="Google Shape;885;p42"/>
          <p:cNvSpPr/>
          <p:nvPr/>
        </p:nvSpPr>
        <p:spPr>
          <a:xfrm>
            <a:off x="419100" y="686175"/>
            <a:ext cx="188100" cy="1881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6" name="Google Shape;886;p42"/>
          <p:cNvSpPr/>
          <p:nvPr/>
        </p:nvSpPr>
        <p:spPr>
          <a:xfrm>
            <a:off x="8333725" y="4482500"/>
            <a:ext cx="978600" cy="978600"/>
          </a:xfrm>
          <a:prstGeom prst="ellipse">
            <a:avLst/>
          </a:prstGeom>
          <a:noFill/>
          <a:ln cap="flat" cmpd="sng" w="9525">
            <a:solidFill>
              <a:srgbClr val="ED4A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p42"/>
          <p:cNvSpPr/>
          <p:nvPr/>
        </p:nvSpPr>
        <p:spPr>
          <a:xfrm>
            <a:off x="741750" y="4449750"/>
            <a:ext cx="397500" cy="397500"/>
          </a:xfrm>
          <a:prstGeom prst="donut">
            <a:avLst>
              <a:gd fmla="val 8754" name="adj"/>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8" name="Google Shape;888;p42"/>
          <p:cNvSpPr/>
          <p:nvPr/>
        </p:nvSpPr>
        <p:spPr>
          <a:xfrm>
            <a:off x="8956300" y="4058696"/>
            <a:ext cx="287100" cy="287100"/>
          </a:xfrm>
          <a:prstGeom prst="ellipse">
            <a:avLst/>
          </a:prstGeom>
          <a:solidFill>
            <a:srgbClr val="ED4A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9" name="Google Shape;889;p42"/>
          <p:cNvSpPr/>
          <p:nvPr/>
        </p:nvSpPr>
        <p:spPr>
          <a:xfrm>
            <a:off x="-164200" y="4277700"/>
            <a:ext cx="741600" cy="741600"/>
          </a:xfrm>
          <a:prstGeom prst="donut">
            <a:avLst>
              <a:gd fmla="val 39163" name="adj"/>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0" name="Google Shape;890;p42"/>
          <p:cNvSpPr/>
          <p:nvPr/>
        </p:nvSpPr>
        <p:spPr>
          <a:xfrm>
            <a:off x="8568725" y="4717500"/>
            <a:ext cx="508500" cy="508500"/>
          </a:xfrm>
          <a:prstGeom prst="ellipse">
            <a:avLst/>
          </a:prstGeom>
          <a:solidFill>
            <a:srgbClr val="E8004C">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1" name="Google Shape;891;p42"/>
          <p:cNvSpPr/>
          <p:nvPr/>
        </p:nvSpPr>
        <p:spPr>
          <a:xfrm>
            <a:off x="8077475" y="224125"/>
            <a:ext cx="304800" cy="304800"/>
          </a:xfrm>
          <a:prstGeom prst="donut">
            <a:avLst>
              <a:gd fmla="val 30568" name="adj"/>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2" name="Google Shape;892;p42"/>
          <p:cNvSpPr/>
          <p:nvPr/>
        </p:nvSpPr>
        <p:spPr>
          <a:xfrm>
            <a:off x="8553248" y="328373"/>
            <a:ext cx="585600" cy="585600"/>
          </a:xfrm>
          <a:prstGeom prst="ellipse">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3" name="Google Shape;893;p42"/>
          <p:cNvSpPr/>
          <p:nvPr/>
        </p:nvSpPr>
        <p:spPr>
          <a:xfrm>
            <a:off x="8876350" y="1187325"/>
            <a:ext cx="447000" cy="4470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4" name="Google Shape;894;p42"/>
          <p:cNvSpPr/>
          <p:nvPr/>
        </p:nvSpPr>
        <p:spPr>
          <a:xfrm>
            <a:off x="8449000" y="224125"/>
            <a:ext cx="794400" cy="794400"/>
          </a:xfrm>
          <a:prstGeom prst="ellipse">
            <a:avLst/>
          </a:prstGeom>
          <a:noFill/>
          <a:ln cap="flat" cmpd="sng" w="9525">
            <a:solidFill>
              <a:srgbClr val="F8BB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5" name="Google Shape;895;p42"/>
          <p:cNvSpPr/>
          <p:nvPr/>
        </p:nvSpPr>
        <p:spPr>
          <a:xfrm>
            <a:off x="100425" y="3830625"/>
            <a:ext cx="304800" cy="304800"/>
          </a:xfrm>
          <a:prstGeom prst="ellipse">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896" name="Shape 896"/>
        <p:cNvGrpSpPr/>
        <p:nvPr/>
      </p:nvGrpSpPr>
      <p:grpSpPr>
        <a:xfrm>
          <a:off x="0" y="0"/>
          <a:ext cx="0" cy="0"/>
          <a:chOff x="0" y="0"/>
          <a:chExt cx="0" cy="0"/>
        </a:xfrm>
      </p:grpSpPr>
      <p:sp>
        <p:nvSpPr>
          <p:cNvPr id="897" name="Google Shape;897;p43"/>
          <p:cNvSpPr/>
          <p:nvPr/>
        </p:nvSpPr>
        <p:spPr>
          <a:xfrm>
            <a:off x="7209425" y="502200"/>
            <a:ext cx="206100" cy="206100"/>
          </a:xfrm>
          <a:prstGeom prst="ellipse">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8" name="Google Shape;898;p43"/>
          <p:cNvSpPr/>
          <p:nvPr/>
        </p:nvSpPr>
        <p:spPr>
          <a:xfrm>
            <a:off x="1197475" y="-802775"/>
            <a:ext cx="6749100" cy="6749100"/>
          </a:xfrm>
          <a:prstGeom prst="ellipse">
            <a:avLst/>
          </a:prstGeom>
          <a:noFill/>
          <a:ln cap="flat" cmpd="sng" w="9525">
            <a:solidFill>
              <a:srgbClr val="A1BEC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9" name="Google Shape;899;p43"/>
          <p:cNvSpPr txBox="1"/>
          <p:nvPr>
            <p:ph type="ctrTitle"/>
          </p:nvPr>
        </p:nvSpPr>
        <p:spPr>
          <a:xfrm>
            <a:off x="2255425" y="1991825"/>
            <a:ext cx="4633200" cy="1159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900" name="Google Shape;900;p43"/>
          <p:cNvSpPr/>
          <p:nvPr/>
        </p:nvSpPr>
        <p:spPr>
          <a:xfrm>
            <a:off x="267550" y="-886750"/>
            <a:ext cx="2347200" cy="2347200"/>
          </a:xfrm>
          <a:prstGeom prst="donut">
            <a:avLst>
              <a:gd fmla="val 29778" name="adj"/>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1" name="Google Shape;901;p43"/>
          <p:cNvSpPr/>
          <p:nvPr/>
        </p:nvSpPr>
        <p:spPr>
          <a:xfrm>
            <a:off x="8348875" y="2882375"/>
            <a:ext cx="978600" cy="978600"/>
          </a:xfrm>
          <a:prstGeom prst="ellipse">
            <a:avLst/>
          </a:prstGeom>
          <a:solidFill>
            <a:srgbClr val="ED4A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2" name="Google Shape;902;p43"/>
          <p:cNvSpPr/>
          <p:nvPr/>
        </p:nvSpPr>
        <p:spPr>
          <a:xfrm>
            <a:off x="2255425" y="541800"/>
            <a:ext cx="657600" cy="657600"/>
          </a:xfrm>
          <a:prstGeom prst="ellipse">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p43"/>
          <p:cNvSpPr/>
          <p:nvPr/>
        </p:nvSpPr>
        <p:spPr>
          <a:xfrm>
            <a:off x="6752750" y="3465100"/>
            <a:ext cx="2284200" cy="2284200"/>
          </a:xfrm>
          <a:prstGeom prst="donut">
            <a:avLst>
              <a:gd fmla="val 11909" name="adj"/>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p43"/>
          <p:cNvSpPr/>
          <p:nvPr/>
        </p:nvSpPr>
        <p:spPr>
          <a:xfrm>
            <a:off x="137775" y="3193200"/>
            <a:ext cx="657600" cy="6576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p43"/>
          <p:cNvSpPr/>
          <p:nvPr/>
        </p:nvSpPr>
        <p:spPr>
          <a:xfrm>
            <a:off x="376550" y="4217275"/>
            <a:ext cx="1207800" cy="1207800"/>
          </a:xfrm>
          <a:prstGeom prst="donut">
            <a:avLst>
              <a:gd fmla="val 42915" name="adj"/>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p43"/>
          <p:cNvSpPr/>
          <p:nvPr/>
        </p:nvSpPr>
        <p:spPr>
          <a:xfrm>
            <a:off x="8244625" y="2541950"/>
            <a:ext cx="304800" cy="304800"/>
          </a:xfrm>
          <a:prstGeom prst="ellipse">
            <a:avLst/>
          </a:prstGeom>
          <a:solidFill>
            <a:srgbClr val="E8004C">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7" name="Google Shape;907;p43"/>
          <p:cNvSpPr/>
          <p:nvPr/>
        </p:nvSpPr>
        <p:spPr>
          <a:xfrm>
            <a:off x="7598775" y="-300250"/>
            <a:ext cx="1370700" cy="13707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8" name="Google Shape;908;p43"/>
          <p:cNvSpPr/>
          <p:nvPr/>
        </p:nvSpPr>
        <p:spPr>
          <a:xfrm>
            <a:off x="8244625" y="802850"/>
            <a:ext cx="657600" cy="657600"/>
          </a:xfrm>
          <a:prstGeom prst="ellipse">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9" name="Google Shape;909;p43"/>
          <p:cNvSpPr/>
          <p:nvPr/>
        </p:nvSpPr>
        <p:spPr>
          <a:xfrm>
            <a:off x="213975" y="695900"/>
            <a:ext cx="871500" cy="871500"/>
          </a:xfrm>
          <a:prstGeom prst="ellipse">
            <a:avLst/>
          </a:prstGeom>
          <a:noFill/>
          <a:ln cap="flat" cmpd="sng" w="9525">
            <a:solidFill>
              <a:srgbClr val="00ACC3"/>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p43"/>
          <p:cNvSpPr/>
          <p:nvPr/>
        </p:nvSpPr>
        <p:spPr>
          <a:xfrm>
            <a:off x="-122175" y="2933250"/>
            <a:ext cx="1177500" cy="1177500"/>
          </a:xfrm>
          <a:prstGeom prst="ellipse">
            <a:avLst/>
          </a:prstGeom>
          <a:noFill/>
          <a:ln cap="flat" cmpd="sng" w="9525">
            <a:solidFill>
              <a:srgbClr val="BBCD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1" name="Google Shape;911;p43"/>
          <p:cNvSpPr/>
          <p:nvPr/>
        </p:nvSpPr>
        <p:spPr>
          <a:xfrm>
            <a:off x="8150075" y="708300"/>
            <a:ext cx="846600" cy="846600"/>
          </a:xfrm>
          <a:prstGeom prst="ellipse">
            <a:avLst/>
          </a:prstGeom>
          <a:noFill/>
          <a:ln cap="flat" cmpd="sng" w="9525">
            <a:solidFill>
              <a:srgbClr val="65BB48"/>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2" name="Google Shape;912;p43"/>
          <p:cNvSpPr/>
          <p:nvPr/>
        </p:nvSpPr>
        <p:spPr>
          <a:xfrm>
            <a:off x="1055325" y="3904575"/>
            <a:ext cx="206100" cy="206100"/>
          </a:xfrm>
          <a:prstGeom prst="ellipse">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913" name="Shape 913"/>
        <p:cNvGrpSpPr/>
        <p:nvPr/>
      </p:nvGrpSpPr>
      <p:grpSpPr>
        <a:xfrm>
          <a:off x="0" y="0"/>
          <a:ext cx="0" cy="0"/>
          <a:chOff x="0" y="0"/>
          <a:chExt cx="0" cy="0"/>
        </a:xfrm>
      </p:grpSpPr>
      <p:sp>
        <p:nvSpPr>
          <p:cNvPr id="914" name="Google Shape;914;p44"/>
          <p:cNvSpPr/>
          <p:nvPr/>
        </p:nvSpPr>
        <p:spPr>
          <a:xfrm>
            <a:off x="3058200" y="-295450"/>
            <a:ext cx="3027600" cy="3027900"/>
          </a:xfrm>
          <a:prstGeom prst="ellipse">
            <a:avLst/>
          </a:prstGeom>
          <a:noFill/>
          <a:ln cap="flat" cmpd="sng" w="9525">
            <a:solidFill>
              <a:srgbClr val="A1BEC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5" name="Google Shape;915;p44"/>
          <p:cNvSpPr txBox="1"/>
          <p:nvPr>
            <p:ph type="ctrTitle"/>
          </p:nvPr>
        </p:nvSpPr>
        <p:spPr>
          <a:xfrm>
            <a:off x="1773750" y="2421550"/>
            <a:ext cx="5596500" cy="1159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916" name="Google Shape;916;p44"/>
          <p:cNvSpPr txBox="1"/>
          <p:nvPr>
            <p:ph idx="1" type="subTitle"/>
          </p:nvPr>
        </p:nvSpPr>
        <p:spPr>
          <a:xfrm>
            <a:off x="1773750" y="3449654"/>
            <a:ext cx="5596500" cy="7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A1BECC"/>
              </a:buClr>
              <a:buSzPts val="2400"/>
              <a:buNone/>
              <a:defRPr b="1">
                <a:solidFill>
                  <a:srgbClr val="A1BECC"/>
                </a:solidFill>
              </a:defRPr>
            </a:lvl1pPr>
            <a:lvl2pPr lvl="1" algn="ctr">
              <a:lnSpc>
                <a:spcPct val="100000"/>
              </a:lnSpc>
              <a:spcBef>
                <a:spcPts val="0"/>
              </a:spcBef>
              <a:spcAft>
                <a:spcPts val="0"/>
              </a:spcAft>
              <a:buClr>
                <a:srgbClr val="A1BECC"/>
              </a:buClr>
              <a:buSzPts val="3000"/>
              <a:buNone/>
              <a:defRPr b="1" sz="3000">
                <a:solidFill>
                  <a:srgbClr val="A1BECC"/>
                </a:solidFill>
              </a:defRPr>
            </a:lvl2pPr>
            <a:lvl3pPr lvl="2" algn="ctr">
              <a:lnSpc>
                <a:spcPct val="100000"/>
              </a:lnSpc>
              <a:spcBef>
                <a:spcPts val="0"/>
              </a:spcBef>
              <a:spcAft>
                <a:spcPts val="0"/>
              </a:spcAft>
              <a:buClr>
                <a:srgbClr val="A1BECC"/>
              </a:buClr>
              <a:buSzPts val="3000"/>
              <a:buNone/>
              <a:defRPr b="1" sz="3000">
                <a:solidFill>
                  <a:srgbClr val="A1BECC"/>
                </a:solidFill>
              </a:defRPr>
            </a:lvl3pPr>
            <a:lvl4pPr lvl="3" algn="ctr">
              <a:lnSpc>
                <a:spcPct val="100000"/>
              </a:lnSpc>
              <a:spcBef>
                <a:spcPts val="0"/>
              </a:spcBef>
              <a:spcAft>
                <a:spcPts val="0"/>
              </a:spcAft>
              <a:buClr>
                <a:srgbClr val="A1BECC"/>
              </a:buClr>
              <a:buSzPts val="3000"/>
              <a:buNone/>
              <a:defRPr b="1" sz="3000">
                <a:solidFill>
                  <a:srgbClr val="A1BECC"/>
                </a:solidFill>
              </a:defRPr>
            </a:lvl4pPr>
            <a:lvl5pPr lvl="4" algn="ctr">
              <a:lnSpc>
                <a:spcPct val="100000"/>
              </a:lnSpc>
              <a:spcBef>
                <a:spcPts val="0"/>
              </a:spcBef>
              <a:spcAft>
                <a:spcPts val="0"/>
              </a:spcAft>
              <a:buClr>
                <a:srgbClr val="A1BECC"/>
              </a:buClr>
              <a:buSzPts val="3000"/>
              <a:buNone/>
              <a:defRPr b="1" sz="3000">
                <a:solidFill>
                  <a:srgbClr val="A1BECC"/>
                </a:solidFill>
              </a:defRPr>
            </a:lvl5pPr>
            <a:lvl6pPr lvl="5" algn="ctr">
              <a:lnSpc>
                <a:spcPct val="100000"/>
              </a:lnSpc>
              <a:spcBef>
                <a:spcPts val="0"/>
              </a:spcBef>
              <a:spcAft>
                <a:spcPts val="0"/>
              </a:spcAft>
              <a:buClr>
                <a:srgbClr val="A1BECC"/>
              </a:buClr>
              <a:buSzPts val="3000"/>
              <a:buNone/>
              <a:defRPr b="1" sz="3000">
                <a:solidFill>
                  <a:srgbClr val="A1BECC"/>
                </a:solidFill>
              </a:defRPr>
            </a:lvl6pPr>
            <a:lvl7pPr lvl="6" algn="ctr">
              <a:lnSpc>
                <a:spcPct val="100000"/>
              </a:lnSpc>
              <a:spcBef>
                <a:spcPts val="0"/>
              </a:spcBef>
              <a:spcAft>
                <a:spcPts val="0"/>
              </a:spcAft>
              <a:buClr>
                <a:srgbClr val="A1BECC"/>
              </a:buClr>
              <a:buSzPts val="3000"/>
              <a:buNone/>
              <a:defRPr b="1" sz="3000">
                <a:solidFill>
                  <a:srgbClr val="A1BECC"/>
                </a:solidFill>
              </a:defRPr>
            </a:lvl7pPr>
            <a:lvl8pPr lvl="7" algn="ctr">
              <a:lnSpc>
                <a:spcPct val="100000"/>
              </a:lnSpc>
              <a:spcBef>
                <a:spcPts val="0"/>
              </a:spcBef>
              <a:spcAft>
                <a:spcPts val="0"/>
              </a:spcAft>
              <a:buClr>
                <a:srgbClr val="A1BECC"/>
              </a:buClr>
              <a:buSzPts val="3000"/>
              <a:buNone/>
              <a:defRPr b="1" sz="3000">
                <a:solidFill>
                  <a:srgbClr val="A1BECC"/>
                </a:solidFill>
              </a:defRPr>
            </a:lvl8pPr>
            <a:lvl9pPr lvl="8" algn="ctr">
              <a:lnSpc>
                <a:spcPct val="100000"/>
              </a:lnSpc>
              <a:spcBef>
                <a:spcPts val="0"/>
              </a:spcBef>
              <a:spcAft>
                <a:spcPts val="0"/>
              </a:spcAft>
              <a:buClr>
                <a:srgbClr val="A1BECC"/>
              </a:buClr>
              <a:buSzPts val="3000"/>
              <a:buNone/>
              <a:defRPr b="1" sz="3000">
                <a:solidFill>
                  <a:srgbClr val="A1BECC"/>
                </a:solidFill>
              </a:defRPr>
            </a:lvl9pPr>
          </a:lstStyle>
          <a:p/>
        </p:txBody>
      </p:sp>
      <p:sp>
        <p:nvSpPr>
          <p:cNvPr id="917" name="Google Shape;917;p44"/>
          <p:cNvSpPr/>
          <p:nvPr/>
        </p:nvSpPr>
        <p:spPr>
          <a:xfrm>
            <a:off x="1414538" y="3988225"/>
            <a:ext cx="206100" cy="206100"/>
          </a:xfrm>
          <a:prstGeom prst="ellipse">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p44"/>
          <p:cNvSpPr/>
          <p:nvPr/>
        </p:nvSpPr>
        <p:spPr>
          <a:xfrm>
            <a:off x="7630150" y="2469625"/>
            <a:ext cx="2347200" cy="2347200"/>
          </a:xfrm>
          <a:prstGeom prst="donut">
            <a:avLst>
              <a:gd fmla="val 29778" name="adj"/>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9" name="Google Shape;919;p44"/>
          <p:cNvSpPr/>
          <p:nvPr/>
        </p:nvSpPr>
        <p:spPr>
          <a:xfrm>
            <a:off x="376550" y="1139200"/>
            <a:ext cx="978600" cy="978600"/>
          </a:xfrm>
          <a:prstGeom prst="ellipse">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0" name="Google Shape;920;p44"/>
          <p:cNvSpPr/>
          <p:nvPr/>
        </p:nvSpPr>
        <p:spPr>
          <a:xfrm>
            <a:off x="7240275" y="4662700"/>
            <a:ext cx="657600" cy="657600"/>
          </a:xfrm>
          <a:prstGeom prst="ellipse">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1" name="Google Shape;921;p44"/>
          <p:cNvSpPr/>
          <p:nvPr/>
        </p:nvSpPr>
        <p:spPr>
          <a:xfrm>
            <a:off x="231175" y="-571700"/>
            <a:ext cx="2284200" cy="2284200"/>
          </a:xfrm>
          <a:prstGeom prst="donut">
            <a:avLst>
              <a:gd fmla="val 11909" name="adj"/>
            </a:avLst>
          </a:prstGeom>
          <a:solidFill>
            <a:srgbClr val="ED4A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44"/>
          <p:cNvSpPr/>
          <p:nvPr/>
        </p:nvSpPr>
        <p:spPr>
          <a:xfrm>
            <a:off x="7507625" y="917475"/>
            <a:ext cx="657600" cy="6576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3" name="Google Shape;923;p44"/>
          <p:cNvSpPr/>
          <p:nvPr/>
        </p:nvSpPr>
        <p:spPr>
          <a:xfrm>
            <a:off x="8065925" y="-295450"/>
            <a:ext cx="1207800" cy="1207800"/>
          </a:xfrm>
          <a:prstGeom prst="donut">
            <a:avLst>
              <a:gd fmla="val 42915" name="adj"/>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4" name="Google Shape;924;p44"/>
          <p:cNvSpPr/>
          <p:nvPr/>
        </p:nvSpPr>
        <p:spPr>
          <a:xfrm>
            <a:off x="1417200" y="2052650"/>
            <a:ext cx="304800" cy="304800"/>
          </a:xfrm>
          <a:prstGeom prst="ellipse">
            <a:avLst/>
          </a:prstGeom>
          <a:solidFill>
            <a:srgbClr val="E8004C">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5" name="Google Shape;925;p44"/>
          <p:cNvSpPr/>
          <p:nvPr/>
        </p:nvSpPr>
        <p:spPr>
          <a:xfrm>
            <a:off x="180500" y="4023250"/>
            <a:ext cx="1370700" cy="13707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6" name="Google Shape;926;p44"/>
          <p:cNvSpPr/>
          <p:nvPr/>
        </p:nvSpPr>
        <p:spPr>
          <a:xfrm>
            <a:off x="246046" y="3365546"/>
            <a:ext cx="456000" cy="456000"/>
          </a:xfrm>
          <a:prstGeom prst="ellipse">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p44"/>
          <p:cNvSpPr/>
          <p:nvPr/>
        </p:nvSpPr>
        <p:spPr>
          <a:xfrm>
            <a:off x="7072325" y="4494725"/>
            <a:ext cx="993600" cy="993300"/>
          </a:xfrm>
          <a:prstGeom prst="ellipse">
            <a:avLst/>
          </a:prstGeom>
          <a:noFill/>
          <a:ln cap="flat" cmpd="sng" w="9525">
            <a:solidFill>
              <a:srgbClr val="00ACC3"/>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8" name="Google Shape;928;p44"/>
          <p:cNvSpPr/>
          <p:nvPr/>
        </p:nvSpPr>
        <p:spPr>
          <a:xfrm>
            <a:off x="7370250" y="780100"/>
            <a:ext cx="932400" cy="932400"/>
          </a:xfrm>
          <a:prstGeom prst="ellipse">
            <a:avLst/>
          </a:prstGeom>
          <a:noFill/>
          <a:ln cap="flat" cmpd="sng" w="9525">
            <a:solidFill>
              <a:srgbClr val="BBCD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9" name="Google Shape;929;p44"/>
          <p:cNvSpPr/>
          <p:nvPr/>
        </p:nvSpPr>
        <p:spPr>
          <a:xfrm>
            <a:off x="180500" y="3300000"/>
            <a:ext cx="586800" cy="586800"/>
          </a:xfrm>
          <a:prstGeom prst="ellipse">
            <a:avLst/>
          </a:prstGeom>
          <a:noFill/>
          <a:ln cap="flat" cmpd="sng" w="9525">
            <a:solidFill>
              <a:srgbClr val="65BB48"/>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0" name="Google Shape;930;p44"/>
          <p:cNvSpPr/>
          <p:nvPr/>
        </p:nvSpPr>
        <p:spPr>
          <a:xfrm>
            <a:off x="7733375" y="467300"/>
            <a:ext cx="206100" cy="206100"/>
          </a:xfrm>
          <a:prstGeom prst="ellipse">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1" name="Google Shape;931;p44"/>
          <p:cNvSpPr/>
          <p:nvPr/>
        </p:nvSpPr>
        <p:spPr>
          <a:xfrm>
            <a:off x="598175" y="-204700"/>
            <a:ext cx="1550100" cy="1550100"/>
          </a:xfrm>
          <a:prstGeom prst="ellipse">
            <a:avLst/>
          </a:prstGeom>
          <a:noFill/>
          <a:ln cap="flat" cmpd="sng" w="9525">
            <a:solidFill>
              <a:srgbClr val="E8004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letely blank">
  <p:cSld name="BLANK_1">
    <p:spTree>
      <p:nvGrpSpPr>
        <p:cNvPr id="932" name="Shape 932"/>
        <p:cNvGrpSpPr/>
        <p:nvPr/>
      </p:nvGrpSpPr>
      <p:grpSpPr>
        <a:xfrm>
          <a:off x="0" y="0"/>
          <a:ext cx="0" cy="0"/>
          <a:chOff x="0" y="0"/>
          <a:chExt cx="0" cy="0"/>
        </a:xfrm>
      </p:grpSpPr>
      <p:sp>
        <p:nvSpPr>
          <p:cNvPr id="933" name="Google Shape;933;p45"/>
          <p:cNvSpPr/>
          <p:nvPr/>
        </p:nvSpPr>
        <p:spPr>
          <a:xfrm>
            <a:off x="419100" y="-1581150"/>
            <a:ext cx="8305800" cy="8305800"/>
          </a:xfrm>
          <a:prstGeom prst="ellipse">
            <a:avLst/>
          </a:prstGeom>
          <a:noFill/>
          <a:ln cap="flat" cmpd="sng" w="9525">
            <a:solidFill>
              <a:srgbClr val="A1BEC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934" name="Shape 934"/>
        <p:cNvGrpSpPr/>
        <p:nvPr/>
      </p:nvGrpSpPr>
      <p:grpSpPr>
        <a:xfrm>
          <a:off x="0" y="0"/>
          <a:ext cx="0" cy="0"/>
          <a:chOff x="0" y="0"/>
          <a:chExt cx="0" cy="0"/>
        </a:xfrm>
      </p:grpSpPr>
      <p:sp>
        <p:nvSpPr>
          <p:cNvPr id="935" name="Google Shape;935;p46"/>
          <p:cNvSpPr txBox="1"/>
          <p:nvPr>
            <p:ph type="title"/>
          </p:nvPr>
        </p:nvSpPr>
        <p:spPr>
          <a:xfrm>
            <a:off x="2935875" y="909050"/>
            <a:ext cx="5275500" cy="641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p:txBody>
      </p:sp>
      <p:sp>
        <p:nvSpPr>
          <p:cNvPr id="936" name="Google Shape;936;p46"/>
          <p:cNvSpPr txBox="1"/>
          <p:nvPr>
            <p:ph idx="1" type="body"/>
          </p:nvPr>
        </p:nvSpPr>
        <p:spPr>
          <a:xfrm>
            <a:off x="2935875" y="1550150"/>
            <a:ext cx="2560500" cy="33759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600"/>
              </a:spcBef>
              <a:spcAft>
                <a:spcPts val="0"/>
              </a:spcAft>
              <a:buSzPts val="1800"/>
              <a:buChar char="◎"/>
              <a:defRPr sz="1800"/>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sz="1800"/>
            </a:lvl4pPr>
            <a:lvl5pPr indent="-342900" lvl="4" marL="2286000" algn="l">
              <a:lnSpc>
                <a:spcPct val="100000"/>
              </a:lnSpc>
              <a:spcBef>
                <a:spcPts val="0"/>
              </a:spcBef>
              <a:spcAft>
                <a:spcPts val="0"/>
              </a:spcAft>
              <a:buSzPts val="1800"/>
              <a:buChar char="○"/>
              <a:defRPr sz="1800"/>
            </a:lvl5pPr>
            <a:lvl6pPr indent="-342900" lvl="5" marL="2743200" algn="l">
              <a:lnSpc>
                <a:spcPct val="100000"/>
              </a:lnSpc>
              <a:spcBef>
                <a:spcPts val="0"/>
              </a:spcBef>
              <a:spcAft>
                <a:spcPts val="0"/>
              </a:spcAft>
              <a:buSzPts val="1800"/>
              <a:buChar char="■"/>
              <a:defRPr sz="1800"/>
            </a:lvl6pPr>
            <a:lvl7pPr indent="-342900" lvl="6" marL="3200400" algn="l">
              <a:lnSpc>
                <a:spcPct val="100000"/>
              </a:lnSpc>
              <a:spcBef>
                <a:spcPts val="0"/>
              </a:spcBef>
              <a:spcAft>
                <a:spcPts val="0"/>
              </a:spcAft>
              <a:buSzPts val="1800"/>
              <a:buChar char="●"/>
              <a:defRPr sz="1800"/>
            </a:lvl7pPr>
            <a:lvl8pPr indent="-342900" lvl="7" marL="3657600" algn="l">
              <a:lnSpc>
                <a:spcPct val="100000"/>
              </a:lnSpc>
              <a:spcBef>
                <a:spcPts val="0"/>
              </a:spcBef>
              <a:spcAft>
                <a:spcPts val="0"/>
              </a:spcAft>
              <a:buSzPts val="1800"/>
              <a:buChar char="○"/>
              <a:defRPr sz="1800"/>
            </a:lvl8pPr>
            <a:lvl9pPr indent="-342900" lvl="8" marL="4114800" algn="l">
              <a:lnSpc>
                <a:spcPct val="100000"/>
              </a:lnSpc>
              <a:spcBef>
                <a:spcPts val="0"/>
              </a:spcBef>
              <a:spcAft>
                <a:spcPts val="0"/>
              </a:spcAft>
              <a:buSzPts val="1800"/>
              <a:buChar char="■"/>
              <a:defRPr sz="1800"/>
            </a:lvl9pPr>
          </a:lstStyle>
          <a:p/>
        </p:txBody>
      </p:sp>
      <p:sp>
        <p:nvSpPr>
          <p:cNvPr id="937" name="Google Shape;937;p46"/>
          <p:cNvSpPr txBox="1"/>
          <p:nvPr>
            <p:ph idx="2" type="body"/>
          </p:nvPr>
        </p:nvSpPr>
        <p:spPr>
          <a:xfrm>
            <a:off x="5650849" y="1550150"/>
            <a:ext cx="2560500" cy="33759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600"/>
              </a:spcBef>
              <a:spcAft>
                <a:spcPts val="0"/>
              </a:spcAft>
              <a:buSzPts val="1800"/>
              <a:buChar char="◎"/>
              <a:defRPr sz="1800"/>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sz="1800"/>
            </a:lvl4pPr>
            <a:lvl5pPr indent="-342900" lvl="4" marL="2286000" algn="l">
              <a:lnSpc>
                <a:spcPct val="100000"/>
              </a:lnSpc>
              <a:spcBef>
                <a:spcPts val="0"/>
              </a:spcBef>
              <a:spcAft>
                <a:spcPts val="0"/>
              </a:spcAft>
              <a:buSzPts val="1800"/>
              <a:buChar char="○"/>
              <a:defRPr sz="1800"/>
            </a:lvl5pPr>
            <a:lvl6pPr indent="-342900" lvl="5" marL="2743200" algn="l">
              <a:lnSpc>
                <a:spcPct val="100000"/>
              </a:lnSpc>
              <a:spcBef>
                <a:spcPts val="0"/>
              </a:spcBef>
              <a:spcAft>
                <a:spcPts val="0"/>
              </a:spcAft>
              <a:buSzPts val="1800"/>
              <a:buChar char="■"/>
              <a:defRPr sz="1800"/>
            </a:lvl6pPr>
            <a:lvl7pPr indent="-342900" lvl="6" marL="3200400" algn="l">
              <a:lnSpc>
                <a:spcPct val="100000"/>
              </a:lnSpc>
              <a:spcBef>
                <a:spcPts val="0"/>
              </a:spcBef>
              <a:spcAft>
                <a:spcPts val="0"/>
              </a:spcAft>
              <a:buSzPts val="1800"/>
              <a:buChar char="●"/>
              <a:defRPr sz="1800"/>
            </a:lvl7pPr>
            <a:lvl8pPr indent="-342900" lvl="7" marL="3657600" algn="l">
              <a:lnSpc>
                <a:spcPct val="100000"/>
              </a:lnSpc>
              <a:spcBef>
                <a:spcPts val="0"/>
              </a:spcBef>
              <a:spcAft>
                <a:spcPts val="0"/>
              </a:spcAft>
              <a:buSzPts val="1800"/>
              <a:buChar char="○"/>
              <a:defRPr sz="1800"/>
            </a:lvl8pPr>
            <a:lvl9pPr indent="-342900" lvl="8" marL="4114800" algn="l">
              <a:lnSpc>
                <a:spcPct val="100000"/>
              </a:lnSpc>
              <a:spcBef>
                <a:spcPts val="0"/>
              </a:spcBef>
              <a:spcAft>
                <a:spcPts val="0"/>
              </a:spcAft>
              <a:buSzPts val="1800"/>
              <a:buChar char="■"/>
              <a:defRPr sz="1800"/>
            </a:lvl9pPr>
          </a:lstStyle>
          <a:p/>
        </p:txBody>
      </p:sp>
      <p:sp>
        <p:nvSpPr>
          <p:cNvPr id="938" name="Google Shape;938;p46"/>
          <p:cNvSpPr/>
          <p:nvPr/>
        </p:nvSpPr>
        <p:spPr>
          <a:xfrm>
            <a:off x="-358950" y="2194400"/>
            <a:ext cx="2347200" cy="2347200"/>
          </a:xfrm>
          <a:prstGeom prst="donut">
            <a:avLst>
              <a:gd fmla="val 36789" name="adj"/>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9" name="Google Shape;939;p46"/>
          <p:cNvSpPr/>
          <p:nvPr/>
        </p:nvSpPr>
        <p:spPr>
          <a:xfrm>
            <a:off x="198450" y="-321125"/>
            <a:ext cx="978600" cy="978600"/>
          </a:xfrm>
          <a:prstGeom prst="ellipse">
            <a:avLst/>
          </a:prstGeom>
          <a:noFill/>
          <a:ln cap="flat" cmpd="sng" w="9525">
            <a:solidFill>
              <a:srgbClr val="E8004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0" name="Google Shape;940;p46"/>
          <p:cNvSpPr/>
          <p:nvPr/>
        </p:nvSpPr>
        <p:spPr>
          <a:xfrm>
            <a:off x="198450" y="420475"/>
            <a:ext cx="657600" cy="657600"/>
          </a:xfrm>
          <a:prstGeom prst="ellipse">
            <a:avLst/>
          </a:prstGeom>
          <a:solidFill>
            <a:srgbClr val="ED4A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p46"/>
          <p:cNvSpPr/>
          <p:nvPr/>
        </p:nvSpPr>
        <p:spPr>
          <a:xfrm>
            <a:off x="1177051" y="657475"/>
            <a:ext cx="846900" cy="846900"/>
          </a:xfrm>
          <a:prstGeom prst="donut">
            <a:avLst>
              <a:gd fmla="val 22275" name="adj"/>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p46"/>
          <p:cNvSpPr/>
          <p:nvPr/>
        </p:nvSpPr>
        <p:spPr>
          <a:xfrm>
            <a:off x="887650" y="4142300"/>
            <a:ext cx="1207800" cy="1207800"/>
          </a:xfrm>
          <a:prstGeom prst="ellipse">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46"/>
          <p:cNvSpPr/>
          <p:nvPr/>
        </p:nvSpPr>
        <p:spPr>
          <a:xfrm>
            <a:off x="153675" y="4799600"/>
            <a:ext cx="550500" cy="550500"/>
          </a:xfrm>
          <a:prstGeom prst="donut">
            <a:avLst>
              <a:gd fmla="val 18606" name="adj"/>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p46"/>
          <p:cNvSpPr/>
          <p:nvPr/>
        </p:nvSpPr>
        <p:spPr>
          <a:xfrm>
            <a:off x="1172525" y="1696950"/>
            <a:ext cx="304800" cy="304800"/>
          </a:xfrm>
          <a:prstGeom prst="ellipse">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p46"/>
          <p:cNvSpPr/>
          <p:nvPr/>
        </p:nvSpPr>
        <p:spPr>
          <a:xfrm>
            <a:off x="7844250" y="619275"/>
            <a:ext cx="550500" cy="550500"/>
          </a:xfrm>
          <a:prstGeom prst="ellipse">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6" name="Google Shape;946;p46"/>
          <p:cNvSpPr/>
          <p:nvPr/>
        </p:nvSpPr>
        <p:spPr>
          <a:xfrm>
            <a:off x="7515500" y="-72500"/>
            <a:ext cx="397500" cy="397500"/>
          </a:xfrm>
          <a:prstGeom prst="donut">
            <a:avLst>
              <a:gd fmla="val 30568" name="adj"/>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p46"/>
          <p:cNvSpPr/>
          <p:nvPr/>
        </p:nvSpPr>
        <p:spPr>
          <a:xfrm>
            <a:off x="8651500" y="1030850"/>
            <a:ext cx="304800" cy="304800"/>
          </a:xfrm>
          <a:prstGeom prst="ellipse">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8" name="Google Shape;948;p46"/>
          <p:cNvSpPr/>
          <p:nvPr/>
        </p:nvSpPr>
        <p:spPr>
          <a:xfrm>
            <a:off x="8097900" y="167450"/>
            <a:ext cx="741600" cy="741600"/>
          </a:xfrm>
          <a:prstGeom prst="donut">
            <a:avLst>
              <a:gd fmla="val 8064" name="adj"/>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p46"/>
          <p:cNvSpPr/>
          <p:nvPr/>
        </p:nvSpPr>
        <p:spPr>
          <a:xfrm>
            <a:off x="8394750" y="1504375"/>
            <a:ext cx="188100" cy="1881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0" name="Google Shape;950;p46"/>
          <p:cNvSpPr/>
          <p:nvPr/>
        </p:nvSpPr>
        <p:spPr>
          <a:xfrm>
            <a:off x="-205625" y="2347725"/>
            <a:ext cx="2040600" cy="2040600"/>
          </a:xfrm>
          <a:prstGeom prst="ellipse">
            <a:avLst/>
          </a:prstGeom>
          <a:noFill/>
          <a:ln cap="flat" cmpd="sng" w="9525">
            <a:solidFill>
              <a:srgbClr val="65BB48"/>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1" name="Google Shape;951;p46"/>
          <p:cNvSpPr/>
          <p:nvPr/>
        </p:nvSpPr>
        <p:spPr>
          <a:xfrm>
            <a:off x="305125" y="-214450"/>
            <a:ext cx="765300" cy="765300"/>
          </a:xfrm>
          <a:prstGeom prst="ellipse">
            <a:avLst/>
          </a:prstGeom>
          <a:solidFill>
            <a:srgbClr val="E8004C">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2" name="Google Shape;952;p46"/>
          <p:cNvSpPr/>
          <p:nvPr/>
        </p:nvSpPr>
        <p:spPr>
          <a:xfrm>
            <a:off x="8532600" y="911950"/>
            <a:ext cx="542700" cy="542700"/>
          </a:xfrm>
          <a:prstGeom prst="ellipse">
            <a:avLst/>
          </a:prstGeom>
          <a:noFill/>
          <a:ln cap="flat" cmpd="sng" w="9525">
            <a:solidFill>
              <a:srgbClr val="F8BB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953" name="Shape 953"/>
        <p:cNvGrpSpPr/>
        <p:nvPr/>
      </p:nvGrpSpPr>
      <p:grpSpPr>
        <a:xfrm>
          <a:off x="0" y="0"/>
          <a:ext cx="0" cy="0"/>
          <a:chOff x="0" y="0"/>
          <a:chExt cx="0" cy="0"/>
        </a:xfrm>
      </p:grpSpPr>
      <p:sp>
        <p:nvSpPr>
          <p:cNvPr id="954" name="Google Shape;954;p47"/>
          <p:cNvSpPr/>
          <p:nvPr/>
        </p:nvSpPr>
        <p:spPr>
          <a:xfrm>
            <a:off x="1197475" y="-802775"/>
            <a:ext cx="6749100" cy="6749100"/>
          </a:xfrm>
          <a:prstGeom prst="ellipse">
            <a:avLst/>
          </a:prstGeom>
          <a:noFill/>
          <a:ln cap="flat" cmpd="sng" w="9525">
            <a:solidFill>
              <a:srgbClr val="A1BEC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5" name="Google Shape;955;p47"/>
          <p:cNvSpPr/>
          <p:nvPr/>
        </p:nvSpPr>
        <p:spPr>
          <a:xfrm>
            <a:off x="8334450" y="4139625"/>
            <a:ext cx="424800" cy="424800"/>
          </a:xfrm>
          <a:prstGeom prst="ellipse">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p47"/>
          <p:cNvSpPr/>
          <p:nvPr/>
        </p:nvSpPr>
        <p:spPr>
          <a:xfrm>
            <a:off x="4308288" y="-1078650"/>
            <a:ext cx="2347200" cy="2347200"/>
          </a:xfrm>
          <a:prstGeom prst="donut">
            <a:avLst>
              <a:gd fmla="val 17100" name="adj"/>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7" name="Google Shape;957;p47"/>
          <p:cNvSpPr/>
          <p:nvPr/>
        </p:nvSpPr>
        <p:spPr>
          <a:xfrm>
            <a:off x="4047750" y="805125"/>
            <a:ext cx="1048500" cy="1048500"/>
          </a:xfrm>
          <a:prstGeom prst="ellipse">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8" name="Google Shape;958;p47"/>
          <p:cNvSpPr txBox="1"/>
          <p:nvPr>
            <p:ph idx="1" type="body"/>
          </p:nvPr>
        </p:nvSpPr>
        <p:spPr>
          <a:xfrm>
            <a:off x="1880850" y="1920300"/>
            <a:ext cx="5382300" cy="2079600"/>
          </a:xfrm>
          <a:prstGeom prst="rect">
            <a:avLst/>
          </a:prstGeom>
          <a:noFill/>
          <a:ln>
            <a:noFill/>
          </a:ln>
        </p:spPr>
        <p:txBody>
          <a:bodyPr anchorCtr="0" anchor="t" bIns="91425" lIns="91425" spcFirstLastPara="1" rIns="91425" wrap="square" tIns="91425">
            <a:noAutofit/>
          </a:bodyPr>
          <a:lstStyle>
            <a:lvl1pPr indent="-381000" lvl="0" marL="457200" algn="ctr">
              <a:lnSpc>
                <a:spcPct val="100000"/>
              </a:lnSpc>
              <a:spcBef>
                <a:spcPts val="600"/>
              </a:spcBef>
              <a:spcAft>
                <a:spcPts val="0"/>
              </a:spcAft>
              <a:buSzPts val="2400"/>
              <a:buChar char="◎"/>
              <a:defRPr/>
            </a:lvl1pPr>
            <a:lvl2pPr indent="-381000" lvl="1" marL="914400" algn="ctr">
              <a:lnSpc>
                <a:spcPct val="100000"/>
              </a:lnSpc>
              <a:spcBef>
                <a:spcPts val="0"/>
              </a:spcBef>
              <a:spcAft>
                <a:spcPts val="0"/>
              </a:spcAft>
              <a:buSzPts val="2400"/>
              <a:buChar char="◉"/>
              <a:defRPr/>
            </a:lvl2pPr>
            <a:lvl3pPr indent="-381000" lvl="2" marL="1371600" algn="ctr">
              <a:lnSpc>
                <a:spcPct val="100000"/>
              </a:lnSpc>
              <a:spcBef>
                <a:spcPts val="0"/>
              </a:spcBef>
              <a:spcAft>
                <a:spcPts val="0"/>
              </a:spcAft>
              <a:buSzPts val="2400"/>
              <a:buChar char="￮"/>
              <a:defRPr/>
            </a:lvl3pPr>
            <a:lvl4pPr indent="-381000" lvl="3" marL="1828800" algn="ctr">
              <a:lnSpc>
                <a:spcPct val="100000"/>
              </a:lnSpc>
              <a:spcBef>
                <a:spcPts val="0"/>
              </a:spcBef>
              <a:spcAft>
                <a:spcPts val="0"/>
              </a:spcAft>
              <a:buSzPts val="2400"/>
              <a:buChar char="●"/>
              <a:defRPr/>
            </a:lvl4pPr>
            <a:lvl5pPr indent="-381000" lvl="4" marL="2286000" algn="ctr">
              <a:lnSpc>
                <a:spcPct val="100000"/>
              </a:lnSpc>
              <a:spcBef>
                <a:spcPts val="0"/>
              </a:spcBef>
              <a:spcAft>
                <a:spcPts val="0"/>
              </a:spcAft>
              <a:buSzPts val="2400"/>
              <a:buChar char="○"/>
              <a:defRPr/>
            </a:lvl5pPr>
            <a:lvl6pPr indent="-381000" lvl="5" marL="2743200" algn="ctr">
              <a:lnSpc>
                <a:spcPct val="100000"/>
              </a:lnSpc>
              <a:spcBef>
                <a:spcPts val="0"/>
              </a:spcBef>
              <a:spcAft>
                <a:spcPts val="0"/>
              </a:spcAft>
              <a:buSzPts val="2400"/>
              <a:buChar char="■"/>
              <a:defRPr/>
            </a:lvl6pPr>
            <a:lvl7pPr indent="-381000" lvl="6" marL="3200400" algn="ctr">
              <a:lnSpc>
                <a:spcPct val="100000"/>
              </a:lnSpc>
              <a:spcBef>
                <a:spcPts val="0"/>
              </a:spcBef>
              <a:spcAft>
                <a:spcPts val="0"/>
              </a:spcAft>
              <a:buSzPts val="2400"/>
              <a:buChar char="●"/>
              <a:defRPr/>
            </a:lvl7pPr>
            <a:lvl8pPr indent="-381000" lvl="7" marL="3657600" algn="ctr">
              <a:lnSpc>
                <a:spcPct val="100000"/>
              </a:lnSpc>
              <a:spcBef>
                <a:spcPts val="0"/>
              </a:spcBef>
              <a:spcAft>
                <a:spcPts val="0"/>
              </a:spcAft>
              <a:buSzPts val="2400"/>
              <a:buChar char="○"/>
              <a:defRPr/>
            </a:lvl8pPr>
            <a:lvl9pPr indent="-381000" lvl="8" marL="4114800" algn="ctr">
              <a:lnSpc>
                <a:spcPct val="100000"/>
              </a:lnSpc>
              <a:spcBef>
                <a:spcPts val="0"/>
              </a:spcBef>
              <a:spcAft>
                <a:spcPts val="0"/>
              </a:spcAft>
              <a:buSzPts val="2400"/>
              <a:buChar char="■"/>
              <a:defRPr/>
            </a:lvl9pPr>
          </a:lstStyle>
          <a:p/>
        </p:txBody>
      </p:sp>
      <p:sp>
        <p:nvSpPr>
          <p:cNvPr id="959" name="Google Shape;959;p47"/>
          <p:cNvSpPr txBox="1"/>
          <p:nvPr/>
        </p:nvSpPr>
        <p:spPr>
          <a:xfrm>
            <a:off x="3593400" y="781369"/>
            <a:ext cx="1957200" cy="653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600"/>
              <a:buFont typeface="Arial"/>
              <a:buNone/>
            </a:pPr>
            <a:r>
              <a:rPr b="0" i="0" lang="en" sz="9600" u="none" cap="none" strike="noStrike">
                <a:solidFill>
                  <a:srgbClr val="FFFFFF"/>
                </a:solidFill>
                <a:latin typeface="Nixie One"/>
                <a:ea typeface="Nixie One"/>
                <a:cs typeface="Nixie One"/>
                <a:sym typeface="Nixie One"/>
              </a:rPr>
              <a:t>“</a:t>
            </a:r>
            <a:endParaRPr b="0" i="0" sz="9600" u="none" cap="none" strike="noStrike">
              <a:solidFill>
                <a:srgbClr val="FFFFFF"/>
              </a:solidFill>
              <a:latin typeface="Nixie One"/>
              <a:ea typeface="Nixie One"/>
              <a:cs typeface="Nixie One"/>
              <a:sym typeface="Nixie One"/>
            </a:endParaRPr>
          </a:p>
        </p:txBody>
      </p:sp>
      <p:sp>
        <p:nvSpPr>
          <p:cNvPr id="960" name="Google Shape;960;p47"/>
          <p:cNvSpPr/>
          <p:nvPr/>
        </p:nvSpPr>
        <p:spPr>
          <a:xfrm>
            <a:off x="229225" y="2988350"/>
            <a:ext cx="802800" cy="803100"/>
          </a:xfrm>
          <a:prstGeom prst="ellipse">
            <a:avLst/>
          </a:prstGeom>
          <a:solidFill>
            <a:srgbClr val="ED4A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1" name="Google Shape;961;p47"/>
          <p:cNvSpPr/>
          <p:nvPr/>
        </p:nvSpPr>
        <p:spPr>
          <a:xfrm>
            <a:off x="-442225" y="3999900"/>
            <a:ext cx="1695900" cy="1695900"/>
          </a:xfrm>
          <a:prstGeom prst="donut">
            <a:avLst>
              <a:gd fmla="val 10084" name="adj"/>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p47"/>
          <p:cNvSpPr/>
          <p:nvPr/>
        </p:nvSpPr>
        <p:spPr>
          <a:xfrm>
            <a:off x="1334025" y="-231725"/>
            <a:ext cx="1666800" cy="16668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3" name="Google Shape;963;p47"/>
          <p:cNvSpPr/>
          <p:nvPr/>
        </p:nvSpPr>
        <p:spPr>
          <a:xfrm>
            <a:off x="550525" y="710300"/>
            <a:ext cx="481500" cy="481800"/>
          </a:xfrm>
          <a:prstGeom prst="donut">
            <a:avLst>
              <a:gd fmla="val 37274" name="adj"/>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4" name="Google Shape;964;p47"/>
          <p:cNvSpPr/>
          <p:nvPr/>
        </p:nvSpPr>
        <p:spPr>
          <a:xfrm>
            <a:off x="1032025" y="3791450"/>
            <a:ext cx="304800" cy="304800"/>
          </a:xfrm>
          <a:prstGeom prst="ellipse">
            <a:avLst/>
          </a:prstGeom>
          <a:solidFill>
            <a:srgbClr val="E8004C">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5" name="Google Shape;965;p47"/>
          <p:cNvSpPr/>
          <p:nvPr/>
        </p:nvSpPr>
        <p:spPr>
          <a:xfrm>
            <a:off x="1217050" y="1311325"/>
            <a:ext cx="304800" cy="304800"/>
          </a:xfrm>
          <a:prstGeom prst="ellipse">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6" name="Google Shape;966;p47"/>
          <p:cNvSpPr/>
          <p:nvPr/>
        </p:nvSpPr>
        <p:spPr>
          <a:xfrm>
            <a:off x="7744475" y="1473300"/>
            <a:ext cx="1048500" cy="1048500"/>
          </a:xfrm>
          <a:prstGeom prst="ellipse">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7" name="Google Shape;967;p47"/>
          <p:cNvSpPr/>
          <p:nvPr/>
        </p:nvSpPr>
        <p:spPr>
          <a:xfrm>
            <a:off x="8050675" y="2042175"/>
            <a:ext cx="1520100" cy="1520100"/>
          </a:xfrm>
          <a:prstGeom prst="donut">
            <a:avLst>
              <a:gd fmla="val 5022" name="adj"/>
            </a:avLst>
          </a:prstGeom>
          <a:solidFill>
            <a:srgbClr val="ED4A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8" name="Google Shape;968;p47"/>
          <p:cNvSpPr/>
          <p:nvPr/>
        </p:nvSpPr>
        <p:spPr>
          <a:xfrm>
            <a:off x="7969775" y="3713850"/>
            <a:ext cx="597900" cy="598200"/>
          </a:xfrm>
          <a:prstGeom prst="donut">
            <a:avLst>
              <a:gd fmla="val 43984" name="adj"/>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p47"/>
          <p:cNvSpPr/>
          <p:nvPr/>
        </p:nvSpPr>
        <p:spPr>
          <a:xfrm>
            <a:off x="8608775" y="1192100"/>
            <a:ext cx="184200" cy="184200"/>
          </a:xfrm>
          <a:prstGeom prst="ellipse">
            <a:avLst/>
          </a:prstGeom>
          <a:solidFill>
            <a:srgbClr val="E8004C">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970" name="Shape 970"/>
        <p:cNvGrpSpPr/>
        <p:nvPr/>
      </p:nvGrpSpPr>
      <p:grpSpPr>
        <a:xfrm>
          <a:off x="0" y="0"/>
          <a:ext cx="0" cy="0"/>
          <a:chOff x="0" y="0"/>
          <a:chExt cx="0" cy="0"/>
        </a:xfrm>
      </p:grpSpPr>
      <p:sp>
        <p:nvSpPr>
          <p:cNvPr id="971" name="Google Shape;971;p48"/>
          <p:cNvSpPr/>
          <p:nvPr/>
        </p:nvSpPr>
        <p:spPr>
          <a:xfrm>
            <a:off x="1144200" y="2698575"/>
            <a:ext cx="893700" cy="893700"/>
          </a:xfrm>
          <a:prstGeom prst="ellipse">
            <a:avLst/>
          </a:prstGeom>
          <a:noFill/>
          <a:ln cap="flat" cmpd="sng" w="9525">
            <a:solidFill>
              <a:srgbClr val="BBCD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2" name="Google Shape;972;p48"/>
          <p:cNvSpPr txBox="1"/>
          <p:nvPr>
            <p:ph type="title"/>
          </p:nvPr>
        </p:nvSpPr>
        <p:spPr>
          <a:xfrm>
            <a:off x="2935875" y="909050"/>
            <a:ext cx="5275500" cy="641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p:txBody>
      </p:sp>
      <p:sp>
        <p:nvSpPr>
          <p:cNvPr id="973" name="Google Shape;973;p48"/>
          <p:cNvSpPr txBox="1"/>
          <p:nvPr>
            <p:ph idx="1" type="body"/>
          </p:nvPr>
        </p:nvSpPr>
        <p:spPr>
          <a:xfrm>
            <a:off x="2935875" y="1525758"/>
            <a:ext cx="5275500" cy="2786100"/>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600"/>
              </a:spcBef>
              <a:spcAft>
                <a:spcPts val="0"/>
              </a:spcAft>
              <a:buSzPts val="2400"/>
              <a:buChar char="◎"/>
              <a:defRPr sz="2400"/>
            </a:lvl1pPr>
            <a:lvl2pPr indent="-381000" lvl="1" marL="914400" algn="l">
              <a:lnSpc>
                <a:spcPct val="100000"/>
              </a:lnSpc>
              <a:spcBef>
                <a:spcPts val="0"/>
              </a:spcBef>
              <a:spcAft>
                <a:spcPts val="0"/>
              </a:spcAft>
              <a:buSzPts val="2400"/>
              <a:buChar char="◉"/>
              <a:defRPr/>
            </a:lvl2pPr>
            <a:lvl3pPr indent="-381000" lvl="2" marL="1371600" algn="l">
              <a:lnSpc>
                <a:spcPct val="100000"/>
              </a:lnSpc>
              <a:spcBef>
                <a:spcPts val="0"/>
              </a:spcBef>
              <a:spcAft>
                <a:spcPts val="0"/>
              </a:spcAft>
              <a:buSzPts val="2400"/>
              <a:buChar char="￮"/>
              <a:defRPr/>
            </a:lvl3pPr>
            <a:lvl4pPr indent="-381000" lvl="3" marL="1828800" algn="l">
              <a:lnSpc>
                <a:spcPct val="100000"/>
              </a:lnSpc>
              <a:spcBef>
                <a:spcPts val="0"/>
              </a:spcBef>
              <a:spcAft>
                <a:spcPts val="0"/>
              </a:spcAft>
              <a:buSzPts val="2400"/>
              <a:buChar char="●"/>
              <a:defRPr sz="2400"/>
            </a:lvl4pPr>
            <a:lvl5pPr indent="-381000" lvl="4" marL="2286000" algn="l">
              <a:lnSpc>
                <a:spcPct val="100000"/>
              </a:lnSpc>
              <a:spcBef>
                <a:spcPts val="0"/>
              </a:spcBef>
              <a:spcAft>
                <a:spcPts val="0"/>
              </a:spcAft>
              <a:buSzPts val="2400"/>
              <a:buChar char="○"/>
              <a:defRPr sz="2400"/>
            </a:lvl5pPr>
            <a:lvl6pPr indent="-381000" lvl="5" marL="2743200" algn="l">
              <a:lnSpc>
                <a:spcPct val="100000"/>
              </a:lnSpc>
              <a:spcBef>
                <a:spcPts val="0"/>
              </a:spcBef>
              <a:spcAft>
                <a:spcPts val="0"/>
              </a:spcAft>
              <a:buSzPts val="2400"/>
              <a:buChar char="■"/>
              <a:defRPr sz="2400"/>
            </a:lvl6pPr>
            <a:lvl7pPr indent="-381000" lvl="6" marL="3200400" algn="l">
              <a:lnSpc>
                <a:spcPct val="100000"/>
              </a:lnSpc>
              <a:spcBef>
                <a:spcPts val="0"/>
              </a:spcBef>
              <a:spcAft>
                <a:spcPts val="0"/>
              </a:spcAft>
              <a:buSzPts val="2400"/>
              <a:buChar char="●"/>
              <a:defRPr sz="2400"/>
            </a:lvl7pPr>
            <a:lvl8pPr indent="-381000" lvl="7" marL="3657600" algn="l">
              <a:lnSpc>
                <a:spcPct val="100000"/>
              </a:lnSpc>
              <a:spcBef>
                <a:spcPts val="0"/>
              </a:spcBef>
              <a:spcAft>
                <a:spcPts val="0"/>
              </a:spcAft>
              <a:buSzPts val="2400"/>
              <a:buChar char="○"/>
              <a:defRPr sz="2400"/>
            </a:lvl8pPr>
            <a:lvl9pPr indent="-381000" lvl="8" marL="4114800" algn="l">
              <a:lnSpc>
                <a:spcPct val="100000"/>
              </a:lnSpc>
              <a:spcBef>
                <a:spcPts val="0"/>
              </a:spcBef>
              <a:spcAft>
                <a:spcPts val="0"/>
              </a:spcAft>
              <a:buSzPts val="2400"/>
              <a:buChar char="■"/>
              <a:defRPr sz="2400"/>
            </a:lvl9pPr>
          </a:lstStyle>
          <a:p/>
        </p:txBody>
      </p:sp>
      <p:sp>
        <p:nvSpPr>
          <p:cNvPr id="974" name="Google Shape;974;p48"/>
          <p:cNvSpPr/>
          <p:nvPr/>
        </p:nvSpPr>
        <p:spPr>
          <a:xfrm>
            <a:off x="259925" y="-206300"/>
            <a:ext cx="2347200" cy="2347200"/>
          </a:xfrm>
          <a:prstGeom prst="donut">
            <a:avLst>
              <a:gd fmla="val 29778" name="adj"/>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5" name="Google Shape;975;p48"/>
          <p:cNvSpPr/>
          <p:nvPr/>
        </p:nvSpPr>
        <p:spPr>
          <a:xfrm>
            <a:off x="-152925" y="1360050"/>
            <a:ext cx="978600" cy="978600"/>
          </a:xfrm>
          <a:prstGeom prst="ellipse">
            <a:avLst/>
          </a:prstGeom>
          <a:solidFill>
            <a:srgbClr val="ED4A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p48"/>
          <p:cNvSpPr/>
          <p:nvPr/>
        </p:nvSpPr>
        <p:spPr>
          <a:xfrm>
            <a:off x="2339600" y="243625"/>
            <a:ext cx="657600" cy="657600"/>
          </a:xfrm>
          <a:prstGeom prst="ellipse">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p48"/>
          <p:cNvSpPr/>
          <p:nvPr/>
        </p:nvSpPr>
        <p:spPr>
          <a:xfrm>
            <a:off x="788725" y="2338650"/>
            <a:ext cx="811200" cy="811200"/>
          </a:xfrm>
          <a:prstGeom prst="donut">
            <a:avLst>
              <a:gd fmla="val 22275" name="adj"/>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48"/>
          <p:cNvSpPr/>
          <p:nvPr/>
        </p:nvSpPr>
        <p:spPr>
          <a:xfrm>
            <a:off x="153675" y="4149950"/>
            <a:ext cx="1207800" cy="12078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9" name="Google Shape;979;p48"/>
          <p:cNvSpPr/>
          <p:nvPr/>
        </p:nvSpPr>
        <p:spPr>
          <a:xfrm>
            <a:off x="1315800" y="3860975"/>
            <a:ext cx="550500" cy="550500"/>
          </a:xfrm>
          <a:prstGeom prst="donut">
            <a:avLst>
              <a:gd fmla="val 42915" name="adj"/>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48"/>
          <p:cNvSpPr/>
          <p:nvPr/>
        </p:nvSpPr>
        <p:spPr>
          <a:xfrm>
            <a:off x="438575" y="2993025"/>
            <a:ext cx="304800" cy="304800"/>
          </a:xfrm>
          <a:prstGeom prst="ellipse">
            <a:avLst/>
          </a:prstGeom>
          <a:solidFill>
            <a:srgbClr val="E8004C">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p48"/>
          <p:cNvSpPr/>
          <p:nvPr/>
        </p:nvSpPr>
        <p:spPr>
          <a:xfrm>
            <a:off x="7744850" y="420475"/>
            <a:ext cx="550500" cy="550500"/>
          </a:xfrm>
          <a:prstGeom prst="ellipse">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p48"/>
          <p:cNvSpPr/>
          <p:nvPr/>
        </p:nvSpPr>
        <p:spPr>
          <a:xfrm>
            <a:off x="8839500" y="1019775"/>
            <a:ext cx="397500" cy="397500"/>
          </a:xfrm>
          <a:prstGeom prst="ellipse">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48"/>
          <p:cNvSpPr/>
          <p:nvPr/>
        </p:nvSpPr>
        <p:spPr>
          <a:xfrm>
            <a:off x="8295350" y="-321125"/>
            <a:ext cx="741600" cy="741600"/>
          </a:xfrm>
          <a:prstGeom prst="donut">
            <a:avLst>
              <a:gd fmla="val 31897" name="adj"/>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48"/>
          <p:cNvSpPr/>
          <p:nvPr/>
        </p:nvSpPr>
        <p:spPr>
          <a:xfrm>
            <a:off x="8651500" y="1616325"/>
            <a:ext cx="188100" cy="1881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48"/>
          <p:cNvSpPr/>
          <p:nvPr/>
        </p:nvSpPr>
        <p:spPr>
          <a:xfrm>
            <a:off x="2179100" y="83125"/>
            <a:ext cx="978600" cy="978600"/>
          </a:xfrm>
          <a:prstGeom prst="ellipse">
            <a:avLst/>
          </a:prstGeom>
          <a:noFill/>
          <a:ln cap="flat" cmpd="sng" w="9525">
            <a:solidFill>
              <a:srgbClr val="00ACC3"/>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48"/>
          <p:cNvSpPr/>
          <p:nvPr/>
        </p:nvSpPr>
        <p:spPr>
          <a:xfrm>
            <a:off x="8062825" y="688875"/>
            <a:ext cx="449700" cy="449700"/>
          </a:xfrm>
          <a:prstGeom prst="ellipse">
            <a:avLst/>
          </a:prstGeom>
          <a:noFill/>
          <a:ln cap="flat" cmpd="sng" w="9525">
            <a:solidFill>
              <a:srgbClr val="ED4A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987" name="Shape 987"/>
        <p:cNvGrpSpPr/>
        <p:nvPr/>
      </p:nvGrpSpPr>
      <p:grpSpPr>
        <a:xfrm>
          <a:off x="0" y="0"/>
          <a:ext cx="0" cy="0"/>
          <a:chOff x="0" y="0"/>
          <a:chExt cx="0" cy="0"/>
        </a:xfrm>
      </p:grpSpPr>
      <p:sp>
        <p:nvSpPr>
          <p:cNvPr id="988" name="Google Shape;988;p49"/>
          <p:cNvSpPr/>
          <p:nvPr/>
        </p:nvSpPr>
        <p:spPr>
          <a:xfrm>
            <a:off x="8638525" y="1472600"/>
            <a:ext cx="978600" cy="978600"/>
          </a:xfrm>
          <a:prstGeom prst="ellipse">
            <a:avLst/>
          </a:prstGeom>
          <a:noFill/>
          <a:ln cap="flat" cmpd="sng" w="9525">
            <a:solidFill>
              <a:srgbClr val="ED4A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p49"/>
          <p:cNvSpPr txBox="1"/>
          <p:nvPr>
            <p:ph type="title"/>
          </p:nvPr>
        </p:nvSpPr>
        <p:spPr>
          <a:xfrm>
            <a:off x="2935875" y="909050"/>
            <a:ext cx="5275500" cy="641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p:txBody>
      </p:sp>
      <p:sp>
        <p:nvSpPr>
          <p:cNvPr id="990" name="Google Shape;990;p49"/>
          <p:cNvSpPr txBox="1"/>
          <p:nvPr>
            <p:ph idx="1" type="body"/>
          </p:nvPr>
        </p:nvSpPr>
        <p:spPr>
          <a:xfrm>
            <a:off x="2935875" y="1550150"/>
            <a:ext cx="1700400" cy="33756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600"/>
              </a:spcBef>
              <a:spcAft>
                <a:spcPts val="0"/>
              </a:spcAft>
              <a:buSzPts val="1400"/>
              <a:buChar char="◎"/>
              <a:defRPr sz="14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0"/>
              </a:spcBef>
              <a:spcAft>
                <a:spcPts val="0"/>
              </a:spcAft>
              <a:buSzPts val="1400"/>
              <a:buChar char="￮"/>
              <a:defRPr sz="1400"/>
            </a:lvl3pPr>
            <a:lvl4pPr indent="-317500" lvl="3" marL="1828800" algn="l">
              <a:lnSpc>
                <a:spcPct val="100000"/>
              </a:lnSpc>
              <a:spcBef>
                <a:spcPts val="0"/>
              </a:spcBef>
              <a:spcAft>
                <a:spcPts val="0"/>
              </a:spcAft>
              <a:buSzPts val="1400"/>
              <a:buChar char="●"/>
              <a:defRPr sz="1400"/>
            </a:lvl4pPr>
            <a:lvl5pPr indent="-317500" lvl="4" marL="2286000" algn="l">
              <a:lnSpc>
                <a:spcPct val="100000"/>
              </a:lnSpc>
              <a:spcBef>
                <a:spcPts val="0"/>
              </a:spcBef>
              <a:spcAft>
                <a:spcPts val="0"/>
              </a:spcAft>
              <a:buSzPts val="1400"/>
              <a:buChar char="○"/>
              <a:defRPr sz="1400"/>
            </a:lvl5pPr>
            <a:lvl6pPr indent="-317500" lvl="5" marL="2743200" algn="l">
              <a:lnSpc>
                <a:spcPct val="100000"/>
              </a:lnSpc>
              <a:spcBef>
                <a:spcPts val="0"/>
              </a:spcBef>
              <a:spcAft>
                <a:spcPts val="0"/>
              </a:spcAft>
              <a:buSzPts val="1400"/>
              <a:buChar char="■"/>
              <a:defRPr sz="1400"/>
            </a:lvl6pPr>
            <a:lvl7pPr indent="-317500" lvl="6" marL="3200400" algn="l">
              <a:lnSpc>
                <a:spcPct val="100000"/>
              </a:lnSpc>
              <a:spcBef>
                <a:spcPts val="0"/>
              </a:spcBef>
              <a:spcAft>
                <a:spcPts val="0"/>
              </a:spcAft>
              <a:buSzPts val="1400"/>
              <a:buChar char="●"/>
              <a:defRPr sz="1400"/>
            </a:lvl7pPr>
            <a:lvl8pPr indent="-317500" lvl="7" marL="3657600" algn="l">
              <a:lnSpc>
                <a:spcPct val="100000"/>
              </a:lnSpc>
              <a:spcBef>
                <a:spcPts val="0"/>
              </a:spcBef>
              <a:spcAft>
                <a:spcPts val="0"/>
              </a:spcAft>
              <a:buSzPts val="1400"/>
              <a:buChar char="○"/>
              <a:defRPr sz="1400"/>
            </a:lvl8pPr>
            <a:lvl9pPr indent="-317500" lvl="8" marL="4114800" algn="l">
              <a:lnSpc>
                <a:spcPct val="100000"/>
              </a:lnSpc>
              <a:spcBef>
                <a:spcPts val="0"/>
              </a:spcBef>
              <a:spcAft>
                <a:spcPts val="0"/>
              </a:spcAft>
              <a:buSzPts val="1400"/>
              <a:buChar char="■"/>
              <a:defRPr sz="1400"/>
            </a:lvl9pPr>
          </a:lstStyle>
          <a:p/>
        </p:txBody>
      </p:sp>
      <p:sp>
        <p:nvSpPr>
          <p:cNvPr id="991" name="Google Shape;991;p49"/>
          <p:cNvSpPr txBox="1"/>
          <p:nvPr>
            <p:ph idx="2" type="body"/>
          </p:nvPr>
        </p:nvSpPr>
        <p:spPr>
          <a:xfrm>
            <a:off x="4723373" y="1550150"/>
            <a:ext cx="1700400" cy="33756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600"/>
              </a:spcBef>
              <a:spcAft>
                <a:spcPts val="0"/>
              </a:spcAft>
              <a:buSzPts val="1400"/>
              <a:buChar char="◎"/>
              <a:defRPr sz="14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0"/>
              </a:spcBef>
              <a:spcAft>
                <a:spcPts val="0"/>
              </a:spcAft>
              <a:buSzPts val="1400"/>
              <a:buChar char="￮"/>
              <a:defRPr sz="1400"/>
            </a:lvl3pPr>
            <a:lvl4pPr indent="-317500" lvl="3" marL="1828800" algn="l">
              <a:lnSpc>
                <a:spcPct val="100000"/>
              </a:lnSpc>
              <a:spcBef>
                <a:spcPts val="0"/>
              </a:spcBef>
              <a:spcAft>
                <a:spcPts val="0"/>
              </a:spcAft>
              <a:buSzPts val="1400"/>
              <a:buChar char="●"/>
              <a:defRPr sz="1400"/>
            </a:lvl4pPr>
            <a:lvl5pPr indent="-317500" lvl="4" marL="2286000" algn="l">
              <a:lnSpc>
                <a:spcPct val="100000"/>
              </a:lnSpc>
              <a:spcBef>
                <a:spcPts val="0"/>
              </a:spcBef>
              <a:spcAft>
                <a:spcPts val="0"/>
              </a:spcAft>
              <a:buSzPts val="1400"/>
              <a:buChar char="○"/>
              <a:defRPr sz="1400"/>
            </a:lvl5pPr>
            <a:lvl6pPr indent="-317500" lvl="5" marL="2743200" algn="l">
              <a:lnSpc>
                <a:spcPct val="100000"/>
              </a:lnSpc>
              <a:spcBef>
                <a:spcPts val="0"/>
              </a:spcBef>
              <a:spcAft>
                <a:spcPts val="0"/>
              </a:spcAft>
              <a:buSzPts val="1400"/>
              <a:buChar char="■"/>
              <a:defRPr sz="1400"/>
            </a:lvl6pPr>
            <a:lvl7pPr indent="-317500" lvl="6" marL="3200400" algn="l">
              <a:lnSpc>
                <a:spcPct val="100000"/>
              </a:lnSpc>
              <a:spcBef>
                <a:spcPts val="0"/>
              </a:spcBef>
              <a:spcAft>
                <a:spcPts val="0"/>
              </a:spcAft>
              <a:buSzPts val="1400"/>
              <a:buChar char="●"/>
              <a:defRPr sz="1400"/>
            </a:lvl7pPr>
            <a:lvl8pPr indent="-317500" lvl="7" marL="3657600" algn="l">
              <a:lnSpc>
                <a:spcPct val="100000"/>
              </a:lnSpc>
              <a:spcBef>
                <a:spcPts val="0"/>
              </a:spcBef>
              <a:spcAft>
                <a:spcPts val="0"/>
              </a:spcAft>
              <a:buSzPts val="1400"/>
              <a:buChar char="○"/>
              <a:defRPr sz="1400"/>
            </a:lvl8pPr>
            <a:lvl9pPr indent="-317500" lvl="8" marL="4114800" algn="l">
              <a:lnSpc>
                <a:spcPct val="100000"/>
              </a:lnSpc>
              <a:spcBef>
                <a:spcPts val="0"/>
              </a:spcBef>
              <a:spcAft>
                <a:spcPts val="0"/>
              </a:spcAft>
              <a:buSzPts val="1400"/>
              <a:buChar char="■"/>
              <a:defRPr sz="1400"/>
            </a:lvl9pPr>
          </a:lstStyle>
          <a:p/>
        </p:txBody>
      </p:sp>
      <p:sp>
        <p:nvSpPr>
          <p:cNvPr id="992" name="Google Shape;992;p49"/>
          <p:cNvSpPr txBox="1"/>
          <p:nvPr>
            <p:ph idx="3" type="body"/>
          </p:nvPr>
        </p:nvSpPr>
        <p:spPr>
          <a:xfrm>
            <a:off x="6510871" y="1550150"/>
            <a:ext cx="1700400" cy="33756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600"/>
              </a:spcBef>
              <a:spcAft>
                <a:spcPts val="0"/>
              </a:spcAft>
              <a:buSzPts val="1400"/>
              <a:buChar char="◎"/>
              <a:defRPr sz="14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0"/>
              </a:spcBef>
              <a:spcAft>
                <a:spcPts val="0"/>
              </a:spcAft>
              <a:buSzPts val="1400"/>
              <a:buChar char="￮"/>
              <a:defRPr sz="1400"/>
            </a:lvl3pPr>
            <a:lvl4pPr indent="-317500" lvl="3" marL="1828800" algn="l">
              <a:lnSpc>
                <a:spcPct val="100000"/>
              </a:lnSpc>
              <a:spcBef>
                <a:spcPts val="0"/>
              </a:spcBef>
              <a:spcAft>
                <a:spcPts val="0"/>
              </a:spcAft>
              <a:buSzPts val="1400"/>
              <a:buChar char="●"/>
              <a:defRPr sz="1400"/>
            </a:lvl4pPr>
            <a:lvl5pPr indent="-317500" lvl="4" marL="2286000" algn="l">
              <a:lnSpc>
                <a:spcPct val="100000"/>
              </a:lnSpc>
              <a:spcBef>
                <a:spcPts val="0"/>
              </a:spcBef>
              <a:spcAft>
                <a:spcPts val="0"/>
              </a:spcAft>
              <a:buSzPts val="1400"/>
              <a:buChar char="○"/>
              <a:defRPr sz="1400"/>
            </a:lvl5pPr>
            <a:lvl6pPr indent="-317500" lvl="5" marL="2743200" algn="l">
              <a:lnSpc>
                <a:spcPct val="100000"/>
              </a:lnSpc>
              <a:spcBef>
                <a:spcPts val="0"/>
              </a:spcBef>
              <a:spcAft>
                <a:spcPts val="0"/>
              </a:spcAft>
              <a:buSzPts val="1400"/>
              <a:buChar char="■"/>
              <a:defRPr sz="1400"/>
            </a:lvl6pPr>
            <a:lvl7pPr indent="-317500" lvl="6" marL="3200400" algn="l">
              <a:lnSpc>
                <a:spcPct val="100000"/>
              </a:lnSpc>
              <a:spcBef>
                <a:spcPts val="0"/>
              </a:spcBef>
              <a:spcAft>
                <a:spcPts val="0"/>
              </a:spcAft>
              <a:buSzPts val="1400"/>
              <a:buChar char="●"/>
              <a:defRPr sz="1400"/>
            </a:lvl7pPr>
            <a:lvl8pPr indent="-317500" lvl="7" marL="3657600" algn="l">
              <a:lnSpc>
                <a:spcPct val="100000"/>
              </a:lnSpc>
              <a:spcBef>
                <a:spcPts val="0"/>
              </a:spcBef>
              <a:spcAft>
                <a:spcPts val="0"/>
              </a:spcAft>
              <a:buSzPts val="1400"/>
              <a:buChar char="○"/>
              <a:defRPr sz="1400"/>
            </a:lvl8pPr>
            <a:lvl9pPr indent="-317500" lvl="8" marL="4114800" algn="l">
              <a:lnSpc>
                <a:spcPct val="100000"/>
              </a:lnSpc>
              <a:spcBef>
                <a:spcPts val="0"/>
              </a:spcBef>
              <a:spcAft>
                <a:spcPts val="0"/>
              </a:spcAft>
              <a:buSzPts val="1400"/>
              <a:buChar char="■"/>
              <a:defRPr sz="1400"/>
            </a:lvl9pPr>
          </a:lstStyle>
          <a:p/>
        </p:txBody>
      </p:sp>
      <p:sp>
        <p:nvSpPr>
          <p:cNvPr id="993" name="Google Shape;993;p49"/>
          <p:cNvSpPr/>
          <p:nvPr/>
        </p:nvSpPr>
        <p:spPr>
          <a:xfrm>
            <a:off x="1016475" y="2981600"/>
            <a:ext cx="440400" cy="440400"/>
          </a:xfrm>
          <a:prstGeom prst="ellipse">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4" name="Google Shape;994;p49"/>
          <p:cNvSpPr/>
          <p:nvPr/>
        </p:nvSpPr>
        <p:spPr>
          <a:xfrm>
            <a:off x="-68725" y="3346150"/>
            <a:ext cx="819600" cy="819600"/>
          </a:xfrm>
          <a:prstGeom prst="ellipse">
            <a:avLst/>
          </a:prstGeom>
          <a:noFill/>
          <a:ln cap="flat" cmpd="sng" w="9525">
            <a:solidFill>
              <a:srgbClr val="00D1C6"/>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5" name="Google Shape;995;p49"/>
          <p:cNvSpPr/>
          <p:nvPr/>
        </p:nvSpPr>
        <p:spPr>
          <a:xfrm>
            <a:off x="1361475" y="140725"/>
            <a:ext cx="862800" cy="863400"/>
          </a:xfrm>
          <a:prstGeom prst="donut">
            <a:avLst>
              <a:gd fmla="val 43200" name="adj"/>
            </a:avLst>
          </a:prstGeom>
          <a:solidFill>
            <a:srgbClr val="E8004C">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6" name="Google Shape;996;p49"/>
          <p:cNvSpPr/>
          <p:nvPr/>
        </p:nvSpPr>
        <p:spPr>
          <a:xfrm>
            <a:off x="1438125" y="3422000"/>
            <a:ext cx="1062000" cy="1062000"/>
          </a:xfrm>
          <a:prstGeom prst="donut">
            <a:avLst>
              <a:gd fmla="val 9905" name="adj"/>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7" name="Google Shape;997;p49"/>
          <p:cNvSpPr/>
          <p:nvPr/>
        </p:nvSpPr>
        <p:spPr>
          <a:xfrm>
            <a:off x="2059425" y="1112475"/>
            <a:ext cx="304800" cy="304800"/>
          </a:xfrm>
          <a:prstGeom prst="ellipse">
            <a:avLst/>
          </a:prstGeom>
          <a:solidFill>
            <a:srgbClr val="ED4A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8" name="Google Shape;998;p49"/>
          <p:cNvSpPr/>
          <p:nvPr/>
        </p:nvSpPr>
        <p:spPr>
          <a:xfrm>
            <a:off x="8723500" y="270225"/>
            <a:ext cx="550500" cy="550500"/>
          </a:xfrm>
          <a:prstGeom prst="ellipse">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9" name="Google Shape;999;p49"/>
          <p:cNvSpPr/>
          <p:nvPr/>
        </p:nvSpPr>
        <p:spPr>
          <a:xfrm>
            <a:off x="8546800" y="608625"/>
            <a:ext cx="397500" cy="397500"/>
          </a:xfrm>
          <a:prstGeom prst="donut">
            <a:avLst>
              <a:gd fmla="val 8754" name="adj"/>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p49"/>
          <p:cNvSpPr/>
          <p:nvPr/>
        </p:nvSpPr>
        <p:spPr>
          <a:xfrm>
            <a:off x="8211275" y="1152650"/>
            <a:ext cx="397500" cy="397500"/>
          </a:xfrm>
          <a:prstGeom prst="ellipse">
            <a:avLst/>
          </a:prstGeom>
          <a:solidFill>
            <a:srgbClr val="ED4A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1" name="Google Shape;1001;p49"/>
          <p:cNvSpPr/>
          <p:nvPr/>
        </p:nvSpPr>
        <p:spPr>
          <a:xfrm>
            <a:off x="7599600" y="-275250"/>
            <a:ext cx="741600" cy="741600"/>
          </a:xfrm>
          <a:prstGeom prst="donut">
            <a:avLst>
              <a:gd fmla="val 39163" name="adj"/>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p49"/>
          <p:cNvSpPr/>
          <p:nvPr/>
        </p:nvSpPr>
        <p:spPr>
          <a:xfrm>
            <a:off x="9033775" y="1867850"/>
            <a:ext cx="188100" cy="188100"/>
          </a:xfrm>
          <a:prstGeom prst="ellipse">
            <a:avLst/>
          </a:prstGeom>
          <a:solidFill>
            <a:srgbClr val="E8004C">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3" name="Google Shape;1003;p49"/>
          <p:cNvSpPr/>
          <p:nvPr/>
        </p:nvSpPr>
        <p:spPr>
          <a:xfrm>
            <a:off x="-480225" y="243625"/>
            <a:ext cx="2347200" cy="2347200"/>
          </a:xfrm>
          <a:prstGeom prst="donut">
            <a:avLst>
              <a:gd fmla="val 21094" name="adj"/>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4" name="Google Shape;1004;p49"/>
          <p:cNvSpPr/>
          <p:nvPr/>
        </p:nvSpPr>
        <p:spPr>
          <a:xfrm>
            <a:off x="1016475" y="4091700"/>
            <a:ext cx="1207800" cy="1207800"/>
          </a:xfrm>
          <a:prstGeom prst="ellipse">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5" name="Google Shape;1005;p49"/>
          <p:cNvSpPr/>
          <p:nvPr/>
        </p:nvSpPr>
        <p:spPr>
          <a:xfrm>
            <a:off x="204075" y="927925"/>
            <a:ext cx="978600" cy="978600"/>
          </a:xfrm>
          <a:prstGeom prst="ellipse">
            <a:avLst/>
          </a:prstGeom>
          <a:noFill/>
          <a:ln cap="flat" cmpd="sng" w="9525">
            <a:solidFill>
              <a:srgbClr val="BBCD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06" name="Shape 1006"/>
        <p:cNvGrpSpPr/>
        <p:nvPr/>
      </p:nvGrpSpPr>
      <p:grpSpPr>
        <a:xfrm>
          <a:off x="0" y="0"/>
          <a:ext cx="0" cy="0"/>
          <a:chOff x="0" y="0"/>
          <a:chExt cx="0" cy="0"/>
        </a:xfrm>
      </p:grpSpPr>
      <p:sp>
        <p:nvSpPr>
          <p:cNvPr id="1007" name="Google Shape;1007;p50"/>
          <p:cNvSpPr txBox="1"/>
          <p:nvPr>
            <p:ph type="title"/>
          </p:nvPr>
        </p:nvSpPr>
        <p:spPr>
          <a:xfrm>
            <a:off x="2935875" y="909050"/>
            <a:ext cx="5275500" cy="641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p:txBody>
      </p:sp>
      <p:sp>
        <p:nvSpPr>
          <p:cNvPr id="1008" name="Google Shape;1008;p50"/>
          <p:cNvSpPr/>
          <p:nvPr/>
        </p:nvSpPr>
        <p:spPr>
          <a:xfrm>
            <a:off x="1280688" y="3669150"/>
            <a:ext cx="206100" cy="206100"/>
          </a:xfrm>
          <a:prstGeom prst="ellipse">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9" name="Google Shape;1009;p50"/>
          <p:cNvSpPr/>
          <p:nvPr/>
        </p:nvSpPr>
        <p:spPr>
          <a:xfrm>
            <a:off x="180500" y="4023250"/>
            <a:ext cx="1370700" cy="13707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0" name="Google Shape;1010;p50"/>
          <p:cNvSpPr/>
          <p:nvPr/>
        </p:nvSpPr>
        <p:spPr>
          <a:xfrm>
            <a:off x="246046" y="3213146"/>
            <a:ext cx="456000" cy="456000"/>
          </a:xfrm>
          <a:prstGeom prst="ellipse">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p50"/>
          <p:cNvSpPr/>
          <p:nvPr/>
        </p:nvSpPr>
        <p:spPr>
          <a:xfrm>
            <a:off x="71500" y="3038600"/>
            <a:ext cx="804900" cy="804900"/>
          </a:xfrm>
          <a:prstGeom prst="ellipse">
            <a:avLst/>
          </a:prstGeom>
          <a:noFill/>
          <a:ln cap="flat" cmpd="sng" w="9525">
            <a:solidFill>
              <a:srgbClr val="65BB48"/>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p50"/>
          <p:cNvSpPr/>
          <p:nvPr/>
        </p:nvSpPr>
        <p:spPr>
          <a:xfrm>
            <a:off x="1280700" y="1608475"/>
            <a:ext cx="1043400" cy="1044000"/>
          </a:xfrm>
          <a:prstGeom prst="donut">
            <a:avLst>
              <a:gd fmla="val 43200" name="adj"/>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p50"/>
          <p:cNvSpPr/>
          <p:nvPr/>
        </p:nvSpPr>
        <p:spPr>
          <a:xfrm>
            <a:off x="1640475" y="-201875"/>
            <a:ext cx="750300" cy="750300"/>
          </a:xfrm>
          <a:prstGeom prst="ellipse">
            <a:avLst/>
          </a:prstGeom>
          <a:solidFill>
            <a:srgbClr val="ED4A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4" name="Google Shape;1014;p50"/>
          <p:cNvSpPr/>
          <p:nvPr/>
        </p:nvSpPr>
        <p:spPr>
          <a:xfrm>
            <a:off x="-480225" y="243625"/>
            <a:ext cx="2347200" cy="2347200"/>
          </a:xfrm>
          <a:prstGeom prst="donut">
            <a:avLst>
              <a:gd fmla="val 6129" name="adj"/>
            </a:avLst>
          </a:prstGeom>
          <a:solidFill>
            <a:srgbClr val="E8004C">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p50"/>
          <p:cNvSpPr/>
          <p:nvPr/>
        </p:nvSpPr>
        <p:spPr>
          <a:xfrm>
            <a:off x="-222975" y="500875"/>
            <a:ext cx="1832700" cy="1832700"/>
          </a:xfrm>
          <a:prstGeom prst="ellipse">
            <a:avLst/>
          </a:prstGeom>
          <a:noFill/>
          <a:ln cap="flat" cmpd="sng" w="9525">
            <a:solidFill>
              <a:srgbClr val="ED4A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6" name="Google Shape;1016;p50"/>
          <p:cNvSpPr/>
          <p:nvPr/>
        </p:nvSpPr>
        <p:spPr>
          <a:xfrm>
            <a:off x="1280700" y="3950125"/>
            <a:ext cx="750300" cy="750300"/>
          </a:xfrm>
          <a:prstGeom prst="ellipse">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7" name="Google Shape;1017;p50"/>
          <p:cNvSpPr/>
          <p:nvPr/>
        </p:nvSpPr>
        <p:spPr>
          <a:xfrm>
            <a:off x="7913000" y="600225"/>
            <a:ext cx="550500" cy="550500"/>
          </a:xfrm>
          <a:prstGeom prst="ellipse">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8" name="Google Shape;1018;p50"/>
          <p:cNvSpPr/>
          <p:nvPr/>
        </p:nvSpPr>
        <p:spPr>
          <a:xfrm>
            <a:off x="8703400" y="1608475"/>
            <a:ext cx="287100" cy="287100"/>
          </a:xfrm>
          <a:prstGeom prst="donut">
            <a:avLst>
              <a:gd fmla="val 18608" name="adj"/>
            </a:avLst>
          </a:prstGeom>
          <a:solidFill>
            <a:srgbClr val="ED4A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p50"/>
          <p:cNvSpPr/>
          <p:nvPr/>
        </p:nvSpPr>
        <p:spPr>
          <a:xfrm>
            <a:off x="8809377" y="886439"/>
            <a:ext cx="416400" cy="416400"/>
          </a:xfrm>
          <a:prstGeom prst="ellipse">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0" name="Google Shape;1020;p50"/>
          <p:cNvSpPr/>
          <p:nvPr/>
        </p:nvSpPr>
        <p:spPr>
          <a:xfrm>
            <a:off x="8118000" y="-244550"/>
            <a:ext cx="741600" cy="741600"/>
          </a:xfrm>
          <a:prstGeom prst="donut">
            <a:avLst>
              <a:gd fmla="val 37879" name="adj"/>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1" name="Google Shape;1021;p50"/>
          <p:cNvSpPr/>
          <p:nvPr/>
        </p:nvSpPr>
        <p:spPr>
          <a:xfrm>
            <a:off x="7813725" y="312775"/>
            <a:ext cx="188100" cy="1881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p50"/>
          <p:cNvSpPr/>
          <p:nvPr/>
        </p:nvSpPr>
        <p:spPr>
          <a:xfrm>
            <a:off x="8646900" y="723963"/>
            <a:ext cx="741600" cy="741600"/>
          </a:xfrm>
          <a:prstGeom prst="ellipse">
            <a:avLst/>
          </a:prstGeom>
          <a:noFill/>
          <a:ln cap="flat" cmpd="sng" w="9525">
            <a:solidFill>
              <a:srgbClr val="F8BB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23" name="Shape 1023"/>
        <p:cNvGrpSpPr/>
        <p:nvPr/>
      </p:nvGrpSpPr>
      <p:grpSpPr>
        <a:xfrm>
          <a:off x="0" y="0"/>
          <a:ext cx="0" cy="0"/>
          <a:chOff x="0" y="0"/>
          <a:chExt cx="0" cy="0"/>
        </a:xfrm>
      </p:grpSpPr>
      <p:sp>
        <p:nvSpPr>
          <p:cNvPr id="1024" name="Google Shape;1024;p51"/>
          <p:cNvSpPr/>
          <p:nvPr/>
        </p:nvSpPr>
        <p:spPr>
          <a:xfrm>
            <a:off x="1197475" y="-802775"/>
            <a:ext cx="6749100" cy="6749100"/>
          </a:xfrm>
          <a:prstGeom prst="ellipse">
            <a:avLst/>
          </a:prstGeom>
          <a:noFill/>
          <a:ln cap="flat" cmpd="sng" w="9525">
            <a:solidFill>
              <a:srgbClr val="A1BEC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5" name="Google Shape;1025;p51"/>
          <p:cNvSpPr txBox="1"/>
          <p:nvPr>
            <p:ph idx="1" type="body"/>
          </p:nvPr>
        </p:nvSpPr>
        <p:spPr>
          <a:xfrm>
            <a:off x="1246225" y="4177700"/>
            <a:ext cx="6651600" cy="519600"/>
          </a:xfrm>
          <a:prstGeom prst="rect">
            <a:avLst/>
          </a:prstGeom>
          <a:noFill/>
          <a:ln>
            <a:noFill/>
          </a:ln>
        </p:spPr>
        <p:txBody>
          <a:bodyPr anchorCtr="0" anchor="t" bIns="91425" lIns="91425" spcFirstLastPara="1" rIns="91425" wrap="square" tIns="91425">
            <a:noAutofit/>
          </a:bodyPr>
          <a:lstStyle>
            <a:lvl1pPr indent="-228600" lvl="0" marL="457200" algn="ctr">
              <a:lnSpc>
                <a:spcPct val="100000"/>
              </a:lnSpc>
              <a:spcBef>
                <a:spcPts val="360"/>
              </a:spcBef>
              <a:spcAft>
                <a:spcPts val="0"/>
              </a:spcAft>
              <a:buSzPts val="1600"/>
              <a:buNone/>
              <a:defRPr sz="1600"/>
            </a:lvl1pPr>
          </a:lstStyle>
          <a:p/>
        </p:txBody>
      </p:sp>
      <p:sp>
        <p:nvSpPr>
          <p:cNvPr id="1026" name="Google Shape;1026;p51"/>
          <p:cNvSpPr/>
          <p:nvPr/>
        </p:nvSpPr>
        <p:spPr>
          <a:xfrm rot="10800000">
            <a:off x="8705950" y="3777263"/>
            <a:ext cx="617400" cy="617400"/>
          </a:xfrm>
          <a:prstGeom prst="ellipse">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7" name="Google Shape;1027;p51"/>
          <p:cNvSpPr/>
          <p:nvPr/>
        </p:nvSpPr>
        <p:spPr>
          <a:xfrm rot="10800000">
            <a:off x="608750" y="841361"/>
            <a:ext cx="515400" cy="515400"/>
          </a:xfrm>
          <a:prstGeom prst="donut">
            <a:avLst>
              <a:gd fmla="val 18608" name="adj"/>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8" name="Google Shape;1028;p51"/>
          <p:cNvSpPr/>
          <p:nvPr/>
        </p:nvSpPr>
        <p:spPr>
          <a:xfrm rot="10800000">
            <a:off x="8195021" y="4553300"/>
            <a:ext cx="831600" cy="831600"/>
          </a:xfrm>
          <a:prstGeom prst="donut">
            <a:avLst>
              <a:gd fmla="val 37879" name="adj"/>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9" name="Google Shape;1029;p51"/>
          <p:cNvSpPr/>
          <p:nvPr/>
        </p:nvSpPr>
        <p:spPr>
          <a:xfrm rot="10800000">
            <a:off x="8458384" y="4183763"/>
            <a:ext cx="210900" cy="2109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0" name="Google Shape;1030;p51"/>
          <p:cNvSpPr/>
          <p:nvPr/>
        </p:nvSpPr>
        <p:spPr>
          <a:xfrm rot="10800000">
            <a:off x="-153147" y="-444547"/>
            <a:ext cx="1128300" cy="1128300"/>
          </a:xfrm>
          <a:prstGeom prst="ellipse">
            <a:avLst/>
          </a:prstGeom>
          <a:noFill/>
          <a:ln cap="flat" cmpd="sng" w="9525">
            <a:solidFill>
              <a:srgbClr val="ED4A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1" name="Google Shape;1031;p51"/>
          <p:cNvSpPr/>
          <p:nvPr/>
        </p:nvSpPr>
        <p:spPr>
          <a:xfrm rot="10800000">
            <a:off x="8012016" y="133391"/>
            <a:ext cx="434700" cy="434700"/>
          </a:xfrm>
          <a:prstGeom prst="donut">
            <a:avLst>
              <a:gd fmla="val 8754" name="adj"/>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2" name="Google Shape;1032;p51"/>
          <p:cNvSpPr/>
          <p:nvPr/>
        </p:nvSpPr>
        <p:spPr>
          <a:xfrm rot="10800000">
            <a:off x="-73577" y="841500"/>
            <a:ext cx="330900" cy="330900"/>
          </a:xfrm>
          <a:prstGeom prst="ellipse">
            <a:avLst/>
          </a:prstGeom>
          <a:solidFill>
            <a:srgbClr val="ED4A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3" name="Google Shape;1033;p51"/>
          <p:cNvSpPr/>
          <p:nvPr/>
        </p:nvSpPr>
        <p:spPr>
          <a:xfrm rot="10800000">
            <a:off x="8512150" y="133404"/>
            <a:ext cx="811200" cy="811200"/>
          </a:xfrm>
          <a:prstGeom prst="donut">
            <a:avLst>
              <a:gd fmla="val 39163" name="adj"/>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4" name="Google Shape;1034;p51"/>
          <p:cNvSpPr/>
          <p:nvPr/>
        </p:nvSpPr>
        <p:spPr>
          <a:xfrm rot="10800000">
            <a:off x="117998" y="-173402"/>
            <a:ext cx="586200" cy="586200"/>
          </a:xfrm>
          <a:prstGeom prst="ellipse">
            <a:avLst/>
          </a:prstGeom>
          <a:solidFill>
            <a:srgbClr val="E8004C">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5" name="Google Shape;1035;p51"/>
          <p:cNvSpPr/>
          <p:nvPr/>
        </p:nvSpPr>
        <p:spPr>
          <a:xfrm rot="10800000">
            <a:off x="748825" y="4695050"/>
            <a:ext cx="345000" cy="345000"/>
          </a:xfrm>
          <a:prstGeom prst="donut">
            <a:avLst>
              <a:gd fmla="val 30568" name="adj"/>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6" name="Google Shape;1036;p51"/>
          <p:cNvSpPr/>
          <p:nvPr/>
        </p:nvSpPr>
        <p:spPr>
          <a:xfrm rot="10800000">
            <a:off x="-107786" y="4259033"/>
            <a:ext cx="663000" cy="663000"/>
          </a:xfrm>
          <a:prstGeom prst="ellipse">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7" name="Google Shape;1037;p51"/>
          <p:cNvSpPr/>
          <p:nvPr/>
        </p:nvSpPr>
        <p:spPr>
          <a:xfrm rot="10800000">
            <a:off x="-316662" y="3443534"/>
            <a:ext cx="506100" cy="5061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8" name="Google Shape;1038;p51"/>
          <p:cNvSpPr/>
          <p:nvPr/>
        </p:nvSpPr>
        <p:spPr>
          <a:xfrm rot="10800000">
            <a:off x="-226170" y="4140650"/>
            <a:ext cx="899400" cy="899400"/>
          </a:xfrm>
          <a:prstGeom prst="ellipse">
            <a:avLst/>
          </a:prstGeom>
          <a:noFill/>
          <a:ln cap="flat" cmpd="sng" w="9525">
            <a:solidFill>
              <a:srgbClr val="F8BB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9" name="Google Shape;1039;p51"/>
          <p:cNvSpPr/>
          <p:nvPr/>
        </p:nvSpPr>
        <p:spPr>
          <a:xfrm rot="10800000">
            <a:off x="8700641" y="1100250"/>
            <a:ext cx="333300" cy="333300"/>
          </a:xfrm>
          <a:prstGeom prst="ellipse">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1044" name="Shape 1044"/>
        <p:cNvGrpSpPr/>
        <p:nvPr/>
      </p:nvGrpSpPr>
      <p:grpSpPr>
        <a:xfrm>
          <a:off x="0" y="0"/>
          <a:ext cx="0" cy="0"/>
          <a:chOff x="0" y="0"/>
          <a:chExt cx="0" cy="0"/>
        </a:xfrm>
      </p:grpSpPr>
      <p:pic>
        <p:nvPicPr>
          <p:cNvPr id="1045" name="Google Shape;1045;p41"/>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1046" name="Google Shape;1046;p41"/>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7" name="Google Shape;1047;p41"/>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pic>
        <p:nvPicPr>
          <p:cNvPr id="1048" name="Google Shape;1048;p4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1049" name="Google Shape;104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Practice</a:t>
            </a:r>
            <a:endParaRPr b="1" i="0" sz="900" u="none" cap="none" strike="noStrike">
              <a:solidFill>
                <a:srgbClr val="EBEDFE"/>
              </a:solidFill>
              <a:latin typeface="Lexend"/>
              <a:ea typeface="Lexend"/>
              <a:cs typeface="Lexend"/>
              <a:sym typeface="Lexend"/>
            </a:endParaRPr>
          </a:p>
        </p:txBody>
      </p:sp>
      <p:sp>
        <p:nvSpPr>
          <p:cNvPr id="1050" name="Google Shape;1050;p41"/>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1051" name="Google Shape;1051;p4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Lexend"/>
                <a:ea typeface="Lexend"/>
                <a:cs typeface="Lexend"/>
                <a:sym typeface="Lexend"/>
              </a:rPr>
              <a:t>Task A</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1052" name="Shape 1052"/>
        <p:cNvGrpSpPr/>
        <p:nvPr/>
      </p:nvGrpSpPr>
      <p:grpSpPr>
        <a:xfrm>
          <a:off x="0" y="0"/>
          <a:ext cx="0" cy="0"/>
          <a:chOff x="0" y="0"/>
          <a:chExt cx="0" cy="0"/>
        </a:xfrm>
      </p:grpSpPr>
      <p:pic>
        <p:nvPicPr>
          <p:cNvPr id="1053" name="Google Shape;1053;p120"/>
          <p:cNvPicPr preferRelativeResize="0"/>
          <p:nvPr/>
        </p:nvPicPr>
        <p:blipFill rotWithShape="1">
          <a:blip r:embed="rId2">
            <a:alphaModFix/>
          </a:blip>
          <a:srcRect b="0" l="6209" r="6210" t="0"/>
          <a:stretch/>
        </p:blipFill>
        <p:spPr>
          <a:xfrm>
            <a:off x="324000" y="4008600"/>
            <a:ext cx="1117400" cy="128000"/>
          </a:xfrm>
          <a:prstGeom prst="rect">
            <a:avLst/>
          </a:prstGeom>
          <a:noFill/>
          <a:ln>
            <a:noFill/>
          </a:ln>
        </p:spPr>
      </p:pic>
      <p:sp>
        <p:nvSpPr>
          <p:cNvPr id="1054" name="Google Shape;1054;p12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55" name="Google Shape;1055;p12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Chemistry</a:t>
            </a:r>
            <a:endParaRPr b="1" i="0" sz="1700" u="none" cap="none" strike="noStrike">
              <a:solidFill>
                <a:srgbClr val="000000"/>
              </a:solidFill>
              <a:latin typeface="Lexend"/>
              <a:ea typeface="Lexend"/>
              <a:cs typeface="Lexend"/>
              <a:sym typeface="Lexend"/>
            </a:endParaRPr>
          </a:p>
        </p:txBody>
      </p:sp>
      <p:sp>
        <p:nvSpPr>
          <p:cNvPr id="1056" name="Google Shape;1056;p12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057" name="Google Shape;1057;p120"/>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1058" name="Google Shape;1058;p12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pic>
        <p:nvPicPr>
          <p:cNvPr id="1059" name="Google Shape;1059;p120"/>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1060" name="Shape 1060"/>
        <p:cNvGrpSpPr/>
        <p:nvPr/>
      </p:nvGrpSpPr>
      <p:grpSpPr>
        <a:xfrm>
          <a:off x="0" y="0"/>
          <a:ext cx="0" cy="0"/>
          <a:chOff x="0" y="0"/>
          <a:chExt cx="0" cy="0"/>
        </a:xfrm>
      </p:grpSpPr>
      <p:sp>
        <p:nvSpPr>
          <p:cNvPr id="1061" name="Google Shape;1061;p121"/>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Clr>
                <a:srgbClr val="000000"/>
              </a:buClr>
              <a:buSzPts val="1200"/>
              <a:buFont typeface="Arial"/>
              <a:buNone/>
            </a:pPr>
            <a:r>
              <a:rPr b="0" i="0" lang="en" sz="1200" u="none" cap="none" strike="noStrike">
                <a:solidFill>
                  <a:srgbClr val="000000"/>
                </a:solidFill>
                <a:latin typeface="Lexend"/>
                <a:ea typeface="Lexend"/>
                <a:cs typeface="Lexend"/>
                <a:sym typeface="Lexend"/>
              </a:rPr>
              <a:t>Oak’s lessons are structured around </a:t>
            </a:r>
            <a:r>
              <a:rPr b="1" i="0" lang="en" sz="1200" u="none" cap="none" strike="noStrike">
                <a:solidFill>
                  <a:srgbClr val="000000"/>
                </a:solidFill>
                <a:latin typeface="Lexend"/>
                <a:ea typeface="Lexend"/>
                <a:cs typeface="Lexend"/>
                <a:sym typeface="Lexend"/>
              </a:rPr>
              <a:t>learning cycles</a:t>
            </a:r>
            <a:r>
              <a:rPr b="0" i="1" lang="en" sz="1200" u="none" cap="none" strike="noStrike">
                <a:solidFill>
                  <a:srgbClr val="000000"/>
                </a:solidFill>
                <a:latin typeface="Lexend"/>
                <a:ea typeface="Lexend"/>
                <a:cs typeface="Lexend"/>
                <a:sym typeface="Lexend"/>
              </a:rPr>
              <a:t>.</a:t>
            </a:r>
            <a:r>
              <a:rPr b="0" i="0" lang="en" sz="1200" u="none" cap="none" strike="noStrike">
                <a:solidFill>
                  <a:srgbClr val="000000"/>
                </a:solidFill>
                <a:latin typeface="Lexend"/>
                <a:ea typeface="Lexend"/>
                <a:cs typeface="Lexend"/>
                <a:sym typeface="Lexend"/>
              </a:rPr>
              <a:t> These are indicated through colour in the slide deck:</a:t>
            </a:r>
            <a:endParaRPr b="0" i="0" sz="1200" u="none" cap="none" strike="noStrike">
              <a:solidFill>
                <a:srgbClr val="000000"/>
              </a:solidFill>
              <a:latin typeface="Lexend"/>
              <a:ea typeface="Lexend"/>
              <a:cs typeface="Lexend"/>
              <a:sym typeface="Lexend"/>
            </a:endParaRPr>
          </a:p>
        </p:txBody>
      </p:sp>
      <p:sp>
        <p:nvSpPr>
          <p:cNvPr id="1062" name="Google Shape;1062;p121"/>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Lexend"/>
                <a:ea typeface="Lexend"/>
                <a:cs typeface="Lexend"/>
                <a:sym typeface="Lexend"/>
              </a:rPr>
              <a:t>Oak’s lesson structure</a:t>
            </a:r>
            <a:endParaRPr b="1" i="0" sz="1600" u="none" cap="none" strike="noStrike">
              <a:solidFill>
                <a:srgbClr val="000000"/>
              </a:solidFill>
              <a:latin typeface="Lexend"/>
              <a:ea typeface="Lexend"/>
              <a:cs typeface="Lexend"/>
              <a:sym typeface="Lexend"/>
            </a:endParaRPr>
          </a:p>
        </p:txBody>
      </p:sp>
      <p:sp>
        <p:nvSpPr>
          <p:cNvPr id="1063" name="Google Shape;1063;p121"/>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Lexend"/>
                <a:ea typeface="Lexend"/>
                <a:cs typeface="Lexend"/>
                <a:sym typeface="Lexend"/>
              </a:rPr>
              <a:t>Useful links</a:t>
            </a:r>
            <a:endParaRPr b="1" i="0" sz="1600" u="none" cap="none" strike="noStrike">
              <a:solidFill>
                <a:srgbClr val="000000"/>
              </a:solidFill>
              <a:latin typeface="Lexend"/>
              <a:ea typeface="Lexend"/>
              <a:cs typeface="Lexend"/>
              <a:sym typeface="Lexend"/>
            </a:endParaRPr>
          </a:p>
        </p:txBody>
      </p:sp>
      <p:sp>
        <p:nvSpPr>
          <p:cNvPr id="1064" name="Google Shape;1064;p121"/>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Clr>
                <a:srgbClr val="000000"/>
              </a:buClr>
              <a:buSzPts val="1200"/>
              <a:buFont typeface="Arial"/>
              <a:buNone/>
            </a:pPr>
            <a:r>
              <a:rPr b="0" i="0" lang="en" sz="1200" u="none" cap="none" strike="noStrike">
                <a:solidFill>
                  <a:srgbClr val="000000"/>
                </a:solidFill>
                <a:latin typeface="Lexend"/>
                <a:ea typeface="Lexend"/>
                <a:cs typeface="Lexend"/>
                <a:sym typeface="Lexend"/>
              </a:rPr>
              <a:t>Each</a:t>
            </a:r>
            <a:r>
              <a:rPr b="1" i="0" lang="en" sz="1200" u="none" cap="none" strike="noStrike">
                <a:solidFill>
                  <a:srgbClr val="000000"/>
                </a:solidFill>
                <a:latin typeface="Lexend"/>
                <a:ea typeface="Lexend"/>
                <a:cs typeface="Lexend"/>
                <a:sym typeface="Lexend"/>
              </a:rPr>
              <a:t> learning cycle</a:t>
            </a:r>
            <a:r>
              <a:rPr b="0" i="0" lang="en" sz="1200" u="none" cap="none" strike="noStrike">
                <a:solidFill>
                  <a:srgbClr val="000000"/>
                </a:solidFill>
                <a:latin typeface="Lexend"/>
                <a:ea typeface="Lexend"/>
                <a:cs typeface="Lexend"/>
                <a:sym typeface="Lexend"/>
              </a:rPr>
              <a:t> covers several phases:</a:t>
            </a:r>
            <a:endParaRPr b="0" i="0" sz="1200" u="none" cap="none" strike="noStrike">
              <a:solidFill>
                <a:srgbClr val="000000"/>
              </a:solidFill>
              <a:latin typeface="Lexend"/>
              <a:ea typeface="Lexend"/>
              <a:cs typeface="Lexend"/>
              <a:sym typeface="Lexend"/>
            </a:endParaRPr>
          </a:p>
        </p:txBody>
      </p:sp>
      <p:grpSp>
        <p:nvGrpSpPr>
          <p:cNvPr id="1065" name="Google Shape;1065;p121"/>
          <p:cNvGrpSpPr/>
          <p:nvPr/>
        </p:nvGrpSpPr>
        <p:grpSpPr>
          <a:xfrm>
            <a:off x="2650916" y="1644416"/>
            <a:ext cx="1745271" cy="1430724"/>
            <a:chOff x="2642961" y="1644312"/>
            <a:chExt cx="1454635" cy="1195658"/>
          </a:xfrm>
        </p:grpSpPr>
        <p:pic>
          <p:nvPicPr>
            <p:cNvPr id="1066" name="Google Shape;1066;p121"/>
            <p:cNvPicPr preferRelativeResize="0"/>
            <p:nvPr/>
          </p:nvPicPr>
          <p:blipFill rotWithShape="1">
            <a:blip r:embed="rId2">
              <a:alphaModFix/>
            </a:blip>
            <a:srcRect b="0" l="0" r="0" t="0"/>
            <a:stretch/>
          </p:blipFill>
          <p:spPr>
            <a:xfrm>
              <a:off x="2642975" y="1644312"/>
              <a:ext cx="1454621" cy="287396"/>
            </a:xfrm>
            <a:prstGeom prst="rect">
              <a:avLst/>
            </a:prstGeom>
            <a:noFill/>
            <a:ln>
              <a:noFill/>
            </a:ln>
            <a:effectLst>
              <a:outerShdw blurRad="57150" rotWithShape="0" algn="bl" dir="5400000" dist="19050">
                <a:srgbClr val="000000">
                  <a:alpha val="49804"/>
                </a:srgbClr>
              </a:outerShdw>
            </a:effectLst>
          </p:spPr>
        </p:pic>
        <p:pic>
          <p:nvPicPr>
            <p:cNvPr id="1067" name="Google Shape;1067;p121"/>
            <p:cNvPicPr preferRelativeResize="0"/>
            <p:nvPr/>
          </p:nvPicPr>
          <p:blipFill rotWithShape="1">
            <a:blip r:embed="rId3">
              <a:alphaModFix/>
            </a:blip>
            <a:srcRect b="0" l="0" r="0" t="0"/>
            <a:stretch/>
          </p:blipFill>
          <p:spPr>
            <a:xfrm>
              <a:off x="2642975" y="1936215"/>
              <a:ext cx="1454618" cy="287940"/>
            </a:xfrm>
            <a:prstGeom prst="rect">
              <a:avLst/>
            </a:prstGeom>
            <a:noFill/>
            <a:ln>
              <a:noFill/>
            </a:ln>
            <a:effectLst>
              <a:outerShdw blurRad="57150" rotWithShape="0" algn="bl" dir="5400000" dist="19050">
                <a:srgbClr val="000000">
                  <a:alpha val="49804"/>
                </a:srgbClr>
              </a:outerShdw>
            </a:effectLst>
          </p:spPr>
        </p:pic>
        <p:pic>
          <p:nvPicPr>
            <p:cNvPr id="1068" name="Google Shape;1068;p121"/>
            <p:cNvPicPr preferRelativeResize="0"/>
            <p:nvPr/>
          </p:nvPicPr>
          <p:blipFill rotWithShape="1">
            <a:blip r:embed="rId4">
              <a:alphaModFix/>
            </a:blip>
            <a:srcRect b="0" l="0" r="0" t="0"/>
            <a:stretch/>
          </p:blipFill>
          <p:spPr>
            <a:xfrm>
              <a:off x="2642965" y="2251391"/>
              <a:ext cx="1454621" cy="284581"/>
            </a:xfrm>
            <a:prstGeom prst="rect">
              <a:avLst/>
            </a:prstGeom>
            <a:noFill/>
            <a:ln>
              <a:noFill/>
            </a:ln>
            <a:effectLst>
              <a:outerShdw blurRad="57150" rotWithShape="0" algn="bl" dir="5400000" dist="19050">
                <a:srgbClr val="000000">
                  <a:alpha val="49804"/>
                </a:srgbClr>
              </a:outerShdw>
            </a:effectLst>
          </p:spPr>
        </p:pic>
        <p:pic>
          <p:nvPicPr>
            <p:cNvPr id="1069" name="Google Shape;1069;p121"/>
            <p:cNvPicPr preferRelativeResize="0"/>
            <p:nvPr/>
          </p:nvPicPr>
          <p:blipFill rotWithShape="1">
            <a:blip r:embed="rId5">
              <a:alphaModFix/>
            </a:blip>
            <a:srcRect b="0" l="0" r="0" t="0"/>
            <a:stretch/>
          </p:blipFill>
          <p:spPr>
            <a:xfrm>
              <a:off x="2642961" y="2563206"/>
              <a:ext cx="1454620" cy="276764"/>
            </a:xfrm>
            <a:prstGeom prst="rect">
              <a:avLst/>
            </a:prstGeom>
            <a:noFill/>
            <a:ln>
              <a:noFill/>
            </a:ln>
            <a:effectLst>
              <a:outerShdw blurRad="57150" rotWithShape="0" algn="bl" dir="5400000" dist="19050">
                <a:srgbClr val="000000">
                  <a:alpha val="49804"/>
                </a:srgbClr>
              </a:outerShdw>
            </a:effectLst>
          </p:spPr>
        </p:pic>
      </p:grpSp>
      <p:pic>
        <p:nvPicPr>
          <p:cNvPr id="1070" name="Google Shape;1070;p121"/>
          <p:cNvPicPr preferRelativeResize="0"/>
          <p:nvPr/>
        </p:nvPicPr>
        <p:blipFill rotWithShape="1">
          <a:blip r:embed="rId6">
            <a:alphaModFix/>
          </a:blip>
          <a:srcRect b="5222" l="3911" r="0" t="0"/>
          <a:stretch/>
        </p:blipFill>
        <p:spPr>
          <a:xfrm>
            <a:off x="1328513" y="3569750"/>
            <a:ext cx="2057336" cy="1195675"/>
          </a:xfrm>
          <a:prstGeom prst="rect">
            <a:avLst/>
          </a:prstGeom>
          <a:noFill/>
          <a:ln>
            <a:noFill/>
          </a:ln>
        </p:spPr>
      </p:pic>
      <p:pic>
        <p:nvPicPr>
          <p:cNvPr id="1071" name="Google Shape;1071;p121"/>
          <p:cNvPicPr preferRelativeResize="0"/>
          <p:nvPr/>
        </p:nvPicPr>
        <p:blipFill rotWithShape="1">
          <a:blip r:embed="rId7">
            <a:alphaModFix/>
          </a:blip>
          <a:srcRect b="0" l="0" r="0" t="0"/>
          <a:stretch/>
        </p:blipFill>
        <p:spPr>
          <a:xfrm>
            <a:off x="398750" y="1778088"/>
            <a:ext cx="2057324" cy="1163398"/>
          </a:xfrm>
          <a:prstGeom prst="rect">
            <a:avLst/>
          </a:prstGeom>
          <a:noFill/>
          <a:ln>
            <a:noFill/>
          </a:ln>
          <a:effectLst>
            <a:outerShdw blurRad="57150" rotWithShape="0" algn="bl" dir="5400000" dist="19050">
              <a:srgbClr val="000000">
                <a:alpha val="49804"/>
              </a:srgbClr>
            </a:outerShdw>
          </a:effectLst>
        </p:spPr>
      </p:pic>
      <p:sp>
        <p:nvSpPr>
          <p:cNvPr id="1072" name="Google Shape;1072;p121"/>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1073" name="Shape 1073"/>
        <p:cNvGrpSpPr/>
        <p:nvPr/>
      </p:nvGrpSpPr>
      <p:grpSpPr>
        <a:xfrm>
          <a:off x="0" y="0"/>
          <a:ext cx="0" cy="0"/>
          <a:chOff x="0" y="0"/>
          <a:chExt cx="0" cy="0"/>
        </a:xfrm>
      </p:grpSpPr>
      <p:pic>
        <p:nvPicPr>
          <p:cNvPr id="1074" name="Google Shape;1074;p122"/>
          <p:cNvPicPr preferRelativeResize="0"/>
          <p:nvPr/>
        </p:nvPicPr>
        <p:blipFill rotWithShape="1">
          <a:blip r:embed="rId2">
            <a:alphaModFix/>
          </a:blip>
          <a:srcRect b="0" l="0" r="0" t="0"/>
          <a:stretch/>
        </p:blipFill>
        <p:spPr>
          <a:xfrm>
            <a:off x="343225" y="1388370"/>
            <a:ext cx="7945600" cy="2919776"/>
          </a:xfrm>
          <a:prstGeom prst="rect">
            <a:avLst/>
          </a:prstGeom>
          <a:noFill/>
          <a:ln>
            <a:noFill/>
          </a:ln>
        </p:spPr>
      </p:pic>
      <p:sp>
        <p:nvSpPr>
          <p:cNvPr id="1075" name="Google Shape;1075;p122"/>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000000"/>
                </a:solidFill>
                <a:latin typeface="Lexend"/>
                <a:ea typeface="Lexend"/>
                <a:cs typeface="Lexend"/>
                <a:sym typeface="Lexend"/>
              </a:rPr>
              <a:t>Outcome</a:t>
            </a:r>
            <a:endParaRPr b="1" i="0" sz="2800" u="none" cap="none" strike="noStrike">
              <a:solidFill>
                <a:srgbClr val="000000"/>
              </a:solidFill>
              <a:latin typeface="Lexend"/>
              <a:ea typeface="Lexend"/>
              <a:cs typeface="Lexend"/>
              <a:sym typeface="Lexend"/>
            </a:endParaRPr>
          </a:p>
        </p:txBody>
      </p:sp>
      <p:sp>
        <p:nvSpPr>
          <p:cNvPr id="1076" name="Google Shape;1076;p122"/>
          <p:cNvSpPr txBox="1"/>
          <p:nvPr>
            <p:ph idx="1" type="subTitle"/>
          </p:nvPr>
        </p:nvSpPr>
        <p:spPr>
          <a:xfrm>
            <a:off x="585575" y="1463950"/>
            <a:ext cx="7351200" cy="27627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077" name="Shape 1077"/>
        <p:cNvGrpSpPr/>
        <p:nvPr/>
      </p:nvGrpSpPr>
      <p:grpSpPr>
        <a:xfrm>
          <a:off x="0" y="0"/>
          <a:ext cx="0" cy="0"/>
          <a:chOff x="0" y="0"/>
          <a:chExt cx="0" cy="0"/>
        </a:xfrm>
      </p:grpSpPr>
      <p:sp>
        <p:nvSpPr>
          <p:cNvPr id="1078" name="Google Shape;1078;p12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79" name="Google Shape;1079;p123"/>
          <p:cNvPicPr preferRelativeResize="0"/>
          <p:nvPr/>
        </p:nvPicPr>
        <p:blipFill rotWithShape="1">
          <a:blip r:embed="rId2">
            <a:alphaModFix/>
          </a:blip>
          <a:srcRect b="1710" l="0" r="0" t="1700"/>
          <a:stretch/>
        </p:blipFill>
        <p:spPr>
          <a:xfrm>
            <a:off x="0" y="532525"/>
            <a:ext cx="9151202" cy="116709"/>
          </a:xfrm>
          <a:prstGeom prst="rect">
            <a:avLst/>
          </a:prstGeom>
          <a:noFill/>
          <a:ln>
            <a:noFill/>
          </a:ln>
        </p:spPr>
      </p:pic>
      <p:sp>
        <p:nvSpPr>
          <p:cNvPr id="1080" name="Google Shape;1080;p12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081" name="Google Shape;1081;p123"/>
          <p:cNvSpPr txBox="1"/>
          <p:nvPr>
            <p:ph idx="1" type="subTitle"/>
          </p:nvPr>
        </p:nvSpPr>
        <p:spPr>
          <a:xfrm>
            <a:off x="324000" y="8100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082" name="Google Shape;1082;p123"/>
          <p:cNvSpPr txBox="1"/>
          <p:nvPr>
            <p:ph idx="2" type="subTitle"/>
          </p:nvPr>
        </p:nvSpPr>
        <p:spPr>
          <a:xfrm>
            <a:off x="2699325" y="8100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083" name="Google Shape;1083;p123"/>
          <p:cNvSpPr txBox="1"/>
          <p:nvPr>
            <p:ph idx="3" type="subTitle"/>
          </p:nvPr>
        </p:nvSpPr>
        <p:spPr>
          <a:xfrm>
            <a:off x="324000" y="18006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084" name="Google Shape;1084;p123"/>
          <p:cNvSpPr txBox="1"/>
          <p:nvPr>
            <p:ph idx="4" type="subTitle"/>
          </p:nvPr>
        </p:nvSpPr>
        <p:spPr>
          <a:xfrm>
            <a:off x="2699325" y="18006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085" name="Google Shape;1085;p123"/>
          <p:cNvSpPr txBox="1"/>
          <p:nvPr>
            <p:ph idx="5" type="subTitle"/>
          </p:nvPr>
        </p:nvSpPr>
        <p:spPr>
          <a:xfrm>
            <a:off x="324000" y="27912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086" name="Google Shape;1086;p123"/>
          <p:cNvSpPr txBox="1"/>
          <p:nvPr>
            <p:ph idx="6" type="subTitle"/>
          </p:nvPr>
        </p:nvSpPr>
        <p:spPr>
          <a:xfrm>
            <a:off x="2699325" y="27912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087" name="Google Shape;1087;p123"/>
          <p:cNvSpPr txBox="1"/>
          <p:nvPr>
            <p:ph idx="7" type="subTitle"/>
          </p:nvPr>
        </p:nvSpPr>
        <p:spPr>
          <a:xfrm>
            <a:off x="324000" y="37818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088" name="Google Shape;1088;p123"/>
          <p:cNvSpPr txBox="1"/>
          <p:nvPr>
            <p:ph idx="8" type="subTitle"/>
          </p:nvPr>
        </p:nvSpPr>
        <p:spPr>
          <a:xfrm>
            <a:off x="2699325" y="37818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089" name="Shape 1089"/>
        <p:cNvGrpSpPr/>
        <p:nvPr/>
      </p:nvGrpSpPr>
      <p:grpSpPr>
        <a:xfrm>
          <a:off x="0" y="0"/>
          <a:ext cx="0" cy="0"/>
          <a:chOff x="0" y="0"/>
          <a:chExt cx="0" cy="0"/>
        </a:xfrm>
      </p:grpSpPr>
      <p:sp>
        <p:nvSpPr>
          <p:cNvPr id="1090" name="Google Shape;1090;p124"/>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91" name="Google Shape;1091;p124"/>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092" name="Google Shape;1092;p124"/>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093" name="Google Shape;1093;p124"/>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094" name="Google Shape;1094;p124"/>
          <p:cNvCxnSpPr>
            <a:endCxn id="1095" idx="2"/>
          </p:cNvCxnSpPr>
          <p:nvPr/>
        </p:nvCxnSpPr>
        <p:spPr>
          <a:xfrm flipH="1">
            <a:off x="645063" y="2017282"/>
            <a:ext cx="2700" cy="1480500"/>
          </a:xfrm>
          <a:prstGeom prst="straightConnector1">
            <a:avLst/>
          </a:prstGeom>
          <a:noFill/>
          <a:ln cap="flat" cmpd="sng" w="38100">
            <a:solidFill>
              <a:srgbClr val="282828"/>
            </a:solidFill>
            <a:prstDash val="solid"/>
            <a:round/>
            <a:headEnd len="sm" w="sm" type="none"/>
            <a:tailEnd len="sm" w="sm" type="none"/>
          </a:ln>
        </p:spPr>
      </p:cxnSp>
      <p:pic>
        <p:nvPicPr>
          <p:cNvPr id="1096" name="Google Shape;1096;p124"/>
          <p:cNvPicPr preferRelativeResize="0"/>
          <p:nvPr/>
        </p:nvPicPr>
        <p:blipFill rotWithShape="1">
          <a:blip r:embed="rId5">
            <a:alphaModFix/>
          </a:blip>
          <a:srcRect b="0" l="0" r="0" t="0"/>
          <a:stretch/>
        </p:blipFill>
        <p:spPr>
          <a:xfrm>
            <a:off x="363482" y="1993619"/>
            <a:ext cx="563185" cy="572092"/>
          </a:xfrm>
          <a:prstGeom prst="rect">
            <a:avLst/>
          </a:prstGeom>
          <a:noFill/>
          <a:ln>
            <a:noFill/>
          </a:ln>
        </p:spPr>
      </p:pic>
      <p:sp>
        <p:nvSpPr>
          <p:cNvPr id="1097" name="Google Shape;1097;p124"/>
          <p:cNvSpPr txBox="1"/>
          <p:nvPr>
            <p:ph type="title"/>
          </p:nvPr>
        </p:nvSpPr>
        <p:spPr>
          <a:xfrm>
            <a:off x="1225225" y="2090813"/>
            <a:ext cx="6852300" cy="3693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098" name="Google Shape;1098;p124"/>
          <p:cNvSpPr txBox="1"/>
          <p:nvPr>
            <p:ph idx="2" type="title"/>
          </p:nvPr>
        </p:nvSpPr>
        <p:spPr>
          <a:xfrm>
            <a:off x="1225225" y="3027088"/>
            <a:ext cx="6852300" cy="3693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pic>
        <p:nvPicPr>
          <p:cNvPr id="1095" name="Google Shape;1095;p124"/>
          <p:cNvPicPr preferRelativeResize="0"/>
          <p:nvPr/>
        </p:nvPicPr>
        <p:blipFill rotWithShape="1">
          <a:blip r:embed="rId6">
            <a:alphaModFix/>
          </a:blip>
          <a:srcRect b="0" l="0" r="0" t="0"/>
          <a:stretch/>
        </p:blipFill>
        <p:spPr>
          <a:xfrm>
            <a:off x="363340" y="2925705"/>
            <a:ext cx="563446" cy="572077"/>
          </a:xfrm>
          <a:prstGeom prst="rect">
            <a:avLst/>
          </a:prstGeom>
          <a:noFill/>
          <a:ln>
            <a:noFill/>
          </a:ln>
        </p:spPr>
      </p:pic>
      <p:pic>
        <p:nvPicPr>
          <p:cNvPr id="1099" name="Google Shape;1099;p124"/>
          <p:cNvPicPr preferRelativeResize="0"/>
          <p:nvPr/>
        </p:nvPicPr>
        <p:blipFill rotWithShape="1">
          <a:blip r:embed="rId7">
            <a:alphaModFix/>
          </a:blip>
          <a:srcRect b="1710" l="0" r="0" t="1700"/>
          <a:stretch/>
        </p:blipFill>
        <p:spPr>
          <a:xfrm>
            <a:off x="-12" y="481650"/>
            <a:ext cx="9151202" cy="116709"/>
          </a:xfrm>
          <a:prstGeom prst="rect">
            <a:avLst/>
          </a:prstGeom>
          <a:noFill/>
          <a:ln>
            <a:noFill/>
          </a:ln>
        </p:spPr>
      </p:pic>
      <p:sp>
        <p:nvSpPr>
          <p:cNvPr id="1100" name="Google Shape;1100;p124"/>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Lexend"/>
                <a:ea typeface="Lexend"/>
                <a:cs typeface="Lexend"/>
                <a:sym typeface="Lexend"/>
              </a:rPr>
              <a:t>Lesson outline</a:t>
            </a:r>
            <a:endParaRPr b="1" i="0" sz="2000" u="none" cap="none" strike="noStrike">
              <a:solidFill>
                <a:schemeClr val="dk1"/>
              </a:solidFill>
              <a:latin typeface="Lexend"/>
              <a:ea typeface="Lexend"/>
              <a:cs typeface="Lexend"/>
              <a:sym typeface="Lexend"/>
            </a:endParaRPr>
          </a:p>
        </p:txBody>
      </p:sp>
      <p:sp>
        <p:nvSpPr>
          <p:cNvPr id="1101" name="Google Shape;1101;p124"/>
          <p:cNvSpPr txBox="1"/>
          <p:nvPr>
            <p:ph idx="3" type="title"/>
          </p:nvPr>
        </p:nvSpPr>
        <p:spPr>
          <a:xfrm>
            <a:off x="324000" y="657600"/>
            <a:ext cx="5741400" cy="615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Font typeface="Lexend"/>
              <a:buNone/>
              <a:defRPr b="0" sz="1800">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1102" name="Shape 1102"/>
        <p:cNvGrpSpPr/>
        <p:nvPr/>
      </p:nvGrpSpPr>
      <p:grpSpPr>
        <a:xfrm>
          <a:off x="0" y="0"/>
          <a:ext cx="0" cy="0"/>
          <a:chOff x="0" y="0"/>
          <a:chExt cx="0" cy="0"/>
        </a:xfrm>
      </p:grpSpPr>
      <p:pic>
        <p:nvPicPr>
          <p:cNvPr id="1103" name="Google Shape;1103;p125"/>
          <p:cNvPicPr preferRelativeResize="0"/>
          <p:nvPr/>
        </p:nvPicPr>
        <p:blipFill rotWithShape="1">
          <a:blip r:embed="rId2">
            <a:alphaModFix/>
          </a:blip>
          <a:srcRect b="0" l="0" r="0" t="0"/>
          <a:stretch/>
        </p:blipFill>
        <p:spPr>
          <a:xfrm>
            <a:off x="0" y="532525"/>
            <a:ext cx="9151202" cy="116700"/>
          </a:xfrm>
          <a:prstGeom prst="rect">
            <a:avLst/>
          </a:prstGeom>
          <a:noFill/>
          <a:ln>
            <a:noFill/>
          </a:ln>
        </p:spPr>
      </p:pic>
      <p:sp>
        <p:nvSpPr>
          <p:cNvPr id="1104" name="Google Shape;1104;p125"/>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5" name="Google Shape;1105;p125"/>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1106" name="Google Shape;1106;p125"/>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107" name="Google Shape;1107;p125"/>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1108" name="Google Shape;1108;p125"/>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3EEFB"/>
                </a:solidFill>
                <a:latin typeface="Lexend"/>
                <a:ea typeface="Lexend"/>
                <a:cs typeface="Lexend"/>
                <a:sym typeface="Lexend"/>
              </a:rPr>
              <a:t>Explanation</a:t>
            </a:r>
            <a:endParaRPr b="1" i="0" sz="900" u="none" cap="none" strike="noStrike">
              <a:solidFill>
                <a:srgbClr val="F3EEFB"/>
              </a:solidFill>
              <a:latin typeface="Lexend"/>
              <a:ea typeface="Lexend"/>
              <a:cs typeface="Lexend"/>
              <a:sym typeface="Lexen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1109" name="Shape 1109"/>
        <p:cNvGrpSpPr/>
        <p:nvPr/>
      </p:nvGrpSpPr>
      <p:grpSpPr>
        <a:xfrm>
          <a:off x="0" y="0"/>
          <a:ext cx="0" cy="0"/>
          <a:chOff x="0" y="0"/>
          <a:chExt cx="0" cy="0"/>
        </a:xfrm>
      </p:grpSpPr>
      <p:pic>
        <p:nvPicPr>
          <p:cNvPr id="1110" name="Google Shape;1110;p126"/>
          <p:cNvPicPr preferRelativeResize="0"/>
          <p:nvPr/>
        </p:nvPicPr>
        <p:blipFill rotWithShape="1">
          <a:blip r:embed="rId2">
            <a:alphaModFix/>
          </a:blip>
          <a:srcRect b="0" l="0" r="0" t="0"/>
          <a:stretch/>
        </p:blipFill>
        <p:spPr>
          <a:xfrm>
            <a:off x="2429763" y="1780516"/>
            <a:ext cx="457425" cy="457425"/>
          </a:xfrm>
          <a:prstGeom prst="rect">
            <a:avLst/>
          </a:prstGeom>
          <a:noFill/>
          <a:ln>
            <a:noFill/>
          </a:ln>
        </p:spPr>
      </p:pic>
      <p:pic>
        <p:nvPicPr>
          <p:cNvPr id="1111" name="Google Shape;1111;p126"/>
          <p:cNvPicPr preferRelativeResize="0"/>
          <p:nvPr/>
        </p:nvPicPr>
        <p:blipFill rotWithShape="1">
          <a:blip r:embed="rId2">
            <a:alphaModFix/>
          </a:blip>
          <a:srcRect b="0" l="0" r="0" t="0"/>
          <a:stretch/>
        </p:blipFill>
        <p:spPr>
          <a:xfrm>
            <a:off x="4823988" y="1780516"/>
            <a:ext cx="457425" cy="457425"/>
          </a:xfrm>
          <a:prstGeom prst="rect">
            <a:avLst/>
          </a:prstGeom>
          <a:noFill/>
          <a:ln>
            <a:noFill/>
          </a:ln>
        </p:spPr>
      </p:pic>
      <p:pic>
        <p:nvPicPr>
          <p:cNvPr id="1112" name="Google Shape;1112;p126"/>
          <p:cNvPicPr preferRelativeResize="0"/>
          <p:nvPr/>
        </p:nvPicPr>
        <p:blipFill rotWithShape="1">
          <a:blip r:embed="rId3">
            <a:alphaModFix/>
          </a:blip>
          <a:srcRect b="0" l="0" r="0" t="0"/>
          <a:stretch/>
        </p:blipFill>
        <p:spPr>
          <a:xfrm>
            <a:off x="0" y="532525"/>
            <a:ext cx="9151202" cy="116709"/>
          </a:xfrm>
          <a:prstGeom prst="rect">
            <a:avLst/>
          </a:prstGeom>
          <a:noFill/>
          <a:ln>
            <a:noFill/>
          </a:ln>
        </p:spPr>
      </p:pic>
      <p:sp>
        <p:nvSpPr>
          <p:cNvPr id="1113" name="Google Shape;1113;p12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4" name="Google Shape;1114;p126"/>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a:t>
            </a:r>
            <a:endParaRPr b="1" i="0" sz="2200" u="none" cap="none" strike="noStrike">
              <a:solidFill>
                <a:schemeClr val="dk1"/>
              </a:solidFill>
              <a:latin typeface="Lexend"/>
              <a:ea typeface="Lexend"/>
              <a:cs typeface="Lexend"/>
              <a:sym typeface="Lexend"/>
            </a:endParaRPr>
          </a:p>
        </p:txBody>
      </p:sp>
      <p:sp>
        <p:nvSpPr>
          <p:cNvPr id="1115" name="Google Shape;1115;p126"/>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False</a:t>
            </a:r>
            <a:endParaRPr b="1" i="0" sz="2200" u="none" cap="none" strike="noStrike">
              <a:solidFill>
                <a:schemeClr val="dk1"/>
              </a:solidFill>
              <a:latin typeface="Lexend"/>
              <a:ea typeface="Lexend"/>
              <a:cs typeface="Lexend"/>
              <a:sym typeface="Lexend"/>
            </a:endParaRPr>
          </a:p>
        </p:txBody>
      </p:sp>
      <p:sp>
        <p:nvSpPr>
          <p:cNvPr id="1116" name="Google Shape;1116;p126"/>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Justify your answer</a:t>
            </a:r>
            <a:endParaRPr b="1" i="0" sz="2200" u="none" cap="none" strike="noStrike">
              <a:solidFill>
                <a:schemeClr val="dk1"/>
              </a:solidFill>
              <a:latin typeface="Lexend"/>
              <a:ea typeface="Lexend"/>
              <a:cs typeface="Lexend"/>
              <a:sym typeface="Lexend"/>
            </a:endParaRPr>
          </a:p>
        </p:txBody>
      </p:sp>
      <p:sp>
        <p:nvSpPr>
          <p:cNvPr id="1117" name="Google Shape;1117;p126"/>
          <p:cNvSpPr txBox="1"/>
          <p:nvPr>
            <p:ph idx="1" type="subTitle"/>
          </p:nvPr>
        </p:nvSpPr>
        <p:spPr>
          <a:xfrm>
            <a:off x="980575" y="3196113"/>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118" name="Google Shape;1118;p126"/>
          <p:cNvSpPr txBox="1"/>
          <p:nvPr>
            <p:ph idx="2" type="subTitle"/>
          </p:nvPr>
        </p:nvSpPr>
        <p:spPr>
          <a:xfrm>
            <a:off x="324000" y="1080000"/>
            <a:ext cx="6722400" cy="2505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119" name="Google Shape;1119;p126"/>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 or false?</a:t>
            </a:r>
            <a:r>
              <a:rPr b="0" i="0" lang="en" sz="2400" u="none" cap="none" strike="noStrike">
                <a:solidFill>
                  <a:schemeClr val="dk1"/>
                </a:solidFill>
                <a:latin typeface="ABeeZee"/>
                <a:ea typeface="ABeeZee"/>
                <a:cs typeface="ABeeZee"/>
                <a:sym typeface="ABeeZee"/>
              </a:rPr>
              <a:t> </a:t>
            </a:r>
            <a:endParaRPr b="0" i="0" sz="2400" u="none" cap="none" strike="noStrike">
              <a:solidFill>
                <a:schemeClr val="dk1"/>
              </a:solidFill>
              <a:latin typeface="ABeeZee"/>
              <a:ea typeface="ABeeZee"/>
              <a:cs typeface="ABeeZee"/>
              <a:sym typeface="ABeeZee"/>
            </a:endParaRPr>
          </a:p>
        </p:txBody>
      </p:sp>
      <p:sp>
        <p:nvSpPr>
          <p:cNvPr id="1120" name="Google Shape;1120;p126"/>
          <p:cNvSpPr txBox="1"/>
          <p:nvPr>
            <p:ph idx="3" type="subTitle"/>
          </p:nvPr>
        </p:nvSpPr>
        <p:spPr>
          <a:xfrm>
            <a:off x="980575" y="4040345"/>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121" name="Google Shape;1121;p126"/>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T</a:t>
            </a:r>
            <a:endParaRPr b="1" i="0" sz="1800" u="none" cap="none" strike="noStrike">
              <a:solidFill>
                <a:schemeClr val="lt1"/>
              </a:solidFill>
              <a:latin typeface="Lexend"/>
              <a:ea typeface="Lexend"/>
              <a:cs typeface="Lexend"/>
              <a:sym typeface="Lexend"/>
            </a:endParaRPr>
          </a:p>
        </p:txBody>
      </p:sp>
      <p:sp>
        <p:nvSpPr>
          <p:cNvPr id="1122" name="Google Shape;1122;p126"/>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F</a:t>
            </a:r>
            <a:endParaRPr b="1" i="0" sz="1800" u="none" cap="none" strike="noStrike">
              <a:solidFill>
                <a:schemeClr val="lt1"/>
              </a:solidFill>
              <a:latin typeface="Lexend"/>
              <a:ea typeface="Lexend"/>
              <a:cs typeface="Lexend"/>
              <a:sym typeface="Lexend"/>
            </a:endParaRPr>
          </a:p>
        </p:txBody>
      </p:sp>
      <p:pic>
        <p:nvPicPr>
          <p:cNvPr id="1123" name="Google Shape;1123;p126"/>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1124" name="Google Shape;1124;p12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3EEFB"/>
                </a:solidFill>
                <a:latin typeface="Lexend"/>
                <a:ea typeface="Lexend"/>
                <a:cs typeface="Lexend"/>
                <a:sym typeface="Lexend"/>
              </a:rPr>
              <a:t>Check</a:t>
            </a:r>
            <a:endParaRPr b="1" i="0" sz="900" u="none" cap="none" strike="noStrike">
              <a:solidFill>
                <a:srgbClr val="F3EEFB"/>
              </a:solidFill>
              <a:latin typeface="Lexend"/>
              <a:ea typeface="Lexend"/>
              <a:cs typeface="Lexend"/>
              <a:sym typeface="Lexend"/>
            </a:endParaRPr>
          </a:p>
        </p:txBody>
      </p:sp>
      <p:sp>
        <p:nvSpPr>
          <p:cNvPr id="1125" name="Google Shape;1125;p126"/>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126" name="Google Shape;1126;p126"/>
          <p:cNvGrpSpPr/>
          <p:nvPr/>
        </p:nvGrpSpPr>
        <p:grpSpPr>
          <a:xfrm>
            <a:off x="324128" y="3139463"/>
            <a:ext cx="457200" cy="457200"/>
            <a:chOff x="1020916" y="1442088"/>
            <a:chExt cx="457200" cy="457200"/>
          </a:xfrm>
        </p:grpSpPr>
        <p:pic>
          <p:nvPicPr>
            <p:cNvPr id="1127" name="Google Shape;1127;p126"/>
            <p:cNvPicPr preferRelativeResize="0"/>
            <p:nvPr/>
          </p:nvPicPr>
          <p:blipFill rotWithShape="1">
            <a:blip r:embed="rId5">
              <a:alphaModFix/>
            </a:blip>
            <a:srcRect b="0" l="0" r="0" t="0"/>
            <a:stretch/>
          </p:blipFill>
          <p:spPr>
            <a:xfrm>
              <a:off x="1020916" y="1442088"/>
              <a:ext cx="457200" cy="457200"/>
            </a:xfrm>
            <a:prstGeom prst="rect">
              <a:avLst/>
            </a:prstGeom>
            <a:noFill/>
            <a:ln>
              <a:noFill/>
            </a:ln>
          </p:spPr>
        </p:pic>
        <p:sp>
          <p:nvSpPr>
            <p:cNvPr id="1128" name="Google Shape;1128;p12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129" name="Google Shape;1129;p126"/>
          <p:cNvGrpSpPr/>
          <p:nvPr/>
        </p:nvGrpSpPr>
        <p:grpSpPr>
          <a:xfrm>
            <a:off x="324128" y="3987825"/>
            <a:ext cx="457200" cy="457200"/>
            <a:chOff x="1020916" y="1442088"/>
            <a:chExt cx="457200" cy="457200"/>
          </a:xfrm>
        </p:grpSpPr>
        <p:pic>
          <p:nvPicPr>
            <p:cNvPr id="1130" name="Google Shape;1130;p126"/>
            <p:cNvPicPr preferRelativeResize="0"/>
            <p:nvPr/>
          </p:nvPicPr>
          <p:blipFill rotWithShape="1">
            <a:blip r:embed="rId5">
              <a:alphaModFix/>
            </a:blip>
            <a:srcRect b="0" l="0" r="0" t="0"/>
            <a:stretch/>
          </p:blipFill>
          <p:spPr>
            <a:xfrm>
              <a:off x="1020916" y="1442088"/>
              <a:ext cx="457200" cy="457200"/>
            </a:xfrm>
            <a:prstGeom prst="rect">
              <a:avLst/>
            </a:prstGeom>
            <a:noFill/>
            <a:ln>
              <a:noFill/>
            </a:ln>
          </p:spPr>
        </p:pic>
        <p:sp>
          <p:nvSpPr>
            <p:cNvPr id="1131" name="Google Shape;1131;p12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1132" name="Shape 1132"/>
        <p:cNvGrpSpPr/>
        <p:nvPr/>
      </p:nvGrpSpPr>
      <p:grpSpPr>
        <a:xfrm>
          <a:off x="0" y="0"/>
          <a:ext cx="0" cy="0"/>
          <a:chOff x="0" y="0"/>
          <a:chExt cx="0" cy="0"/>
        </a:xfrm>
      </p:grpSpPr>
      <p:pic>
        <p:nvPicPr>
          <p:cNvPr id="1133" name="Google Shape;1133;p127"/>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1134" name="Google Shape;1134;p12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5" name="Google Shape;1135;p127"/>
          <p:cNvSpPr txBox="1"/>
          <p:nvPr>
            <p:ph type="title"/>
          </p:nvPr>
        </p:nvSpPr>
        <p:spPr>
          <a:xfrm>
            <a:off x="324000" y="809988"/>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136" name="Google Shape;1136;p12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137" name="Google Shape;1137;p12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1138" name="Google Shape;1138;p127"/>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39" name="Google Shape;1139;p127"/>
          <p:cNvSpPr txBox="1"/>
          <p:nvPr>
            <p:ph idx="1" type="subTitle"/>
          </p:nvPr>
        </p:nvSpPr>
        <p:spPr>
          <a:xfrm>
            <a:off x="1034425" y="16853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140" name="Google Shape;1140;p127"/>
          <p:cNvSpPr txBox="1"/>
          <p:nvPr>
            <p:ph idx="3" type="subTitle"/>
          </p:nvPr>
        </p:nvSpPr>
        <p:spPr>
          <a:xfrm>
            <a:off x="1034425" y="24894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141" name="Google Shape;1141;p127"/>
          <p:cNvSpPr txBox="1"/>
          <p:nvPr>
            <p:ph idx="4" type="subTitle"/>
          </p:nvPr>
        </p:nvSpPr>
        <p:spPr>
          <a:xfrm>
            <a:off x="1034425" y="33097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142" name="Google Shape;1142;p127"/>
          <p:cNvSpPr txBox="1"/>
          <p:nvPr>
            <p:ph idx="5" type="subTitle"/>
          </p:nvPr>
        </p:nvSpPr>
        <p:spPr>
          <a:xfrm>
            <a:off x="1034425" y="4113837"/>
            <a:ext cx="7506600" cy="3603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1143" name="Google Shape;1143;p127"/>
          <p:cNvGrpSpPr/>
          <p:nvPr/>
        </p:nvGrpSpPr>
        <p:grpSpPr>
          <a:xfrm>
            <a:off x="323653" y="1652038"/>
            <a:ext cx="457200" cy="457200"/>
            <a:chOff x="1020916" y="1442088"/>
            <a:chExt cx="457200" cy="457200"/>
          </a:xfrm>
        </p:grpSpPr>
        <p:pic>
          <p:nvPicPr>
            <p:cNvPr id="1144" name="Google Shape;1144;p12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145" name="Google Shape;1145;p12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146" name="Google Shape;1146;p127"/>
          <p:cNvGrpSpPr/>
          <p:nvPr/>
        </p:nvGrpSpPr>
        <p:grpSpPr>
          <a:xfrm>
            <a:off x="323653" y="2461775"/>
            <a:ext cx="457200" cy="457200"/>
            <a:chOff x="1020916" y="1442088"/>
            <a:chExt cx="457200" cy="457200"/>
          </a:xfrm>
        </p:grpSpPr>
        <p:pic>
          <p:nvPicPr>
            <p:cNvPr id="1147" name="Google Shape;1147;p12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148" name="Google Shape;1148;p12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1149" name="Google Shape;1149;p127"/>
          <p:cNvGrpSpPr/>
          <p:nvPr/>
        </p:nvGrpSpPr>
        <p:grpSpPr>
          <a:xfrm>
            <a:off x="323641" y="3271838"/>
            <a:ext cx="457200" cy="457200"/>
            <a:chOff x="1020916" y="1442088"/>
            <a:chExt cx="457200" cy="457200"/>
          </a:xfrm>
        </p:grpSpPr>
        <p:pic>
          <p:nvPicPr>
            <p:cNvPr id="1150" name="Google Shape;1150;p12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151" name="Google Shape;1151;p12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grpSp>
        <p:nvGrpSpPr>
          <p:cNvPr id="1152" name="Google Shape;1152;p127"/>
          <p:cNvGrpSpPr/>
          <p:nvPr/>
        </p:nvGrpSpPr>
        <p:grpSpPr>
          <a:xfrm>
            <a:off x="323641" y="4081763"/>
            <a:ext cx="457200" cy="457200"/>
            <a:chOff x="1020916" y="1442088"/>
            <a:chExt cx="457200" cy="457200"/>
          </a:xfrm>
        </p:grpSpPr>
        <p:pic>
          <p:nvPicPr>
            <p:cNvPr id="1153" name="Google Shape;1153;p12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154" name="Google Shape;1154;p12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d</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1155" name="Shape 1155"/>
        <p:cNvGrpSpPr/>
        <p:nvPr/>
      </p:nvGrpSpPr>
      <p:grpSpPr>
        <a:xfrm>
          <a:off x="0" y="0"/>
          <a:ext cx="0" cy="0"/>
          <a:chOff x="0" y="0"/>
          <a:chExt cx="0" cy="0"/>
        </a:xfrm>
      </p:grpSpPr>
      <p:pic>
        <p:nvPicPr>
          <p:cNvPr id="1156" name="Google Shape;1156;p128"/>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1157" name="Google Shape;1157;p1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8" name="Google Shape;1158;p128"/>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pic>
        <p:nvPicPr>
          <p:cNvPr id="1159" name="Google Shape;1159;p12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160" name="Google Shape;1160;p1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3EEFB"/>
                </a:solidFill>
                <a:latin typeface="Lexend"/>
                <a:ea typeface="Lexend"/>
                <a:cs typeface="Lexend"/>
                <a:sym typeface="Lexend"/>
              </a:rPr>
              <a:t>Feedback</a:t>
            </a:r>
            <a:endParaRPr b="1" i="0" sz="900" u="none" cap="none" strike="noStrike">
              <a:solidFill>
                <a:srgbClr val="F3EEFB"/>
              </a:solidFill>
              <a:latin typeface="Lexend"/>
              <a:ea typeface="Lexend"/>
              <a:cs typeface="Lexend"/>
              <a:sym typeface="Lexend"/>
            </a:endParaRPr>
          </a:p>
        </p:txBody>
      </p:sp>
      <p:sp>
        <p:nvSpPr>
          <p:cNvPr id="1161" name="Google Shape;1161;p128"/>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1162" name="Google Shape;1162;p12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Lexend"/>
                <a:ea typeface="Lexend"/>
                <a:cs typeface="Lexend"/>
                <a:sym typeface="Lexend"/>
              </a:rPr>
              <a:t>Task A</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1163" name="Shape 1163"/>
        <p:cNvGrpSpPr/>
        <p:nvPr/>
      </p:nvGrpSpPr>
      <p:grpSpPr>
        <a:xfrm>
          <a:off x="0" y="0"/>
          <a:ext cx="0" cy="0"/>
          <a:chOff x="0" y="0"/>
          <a:chExt cx="0" cy="0"/>
        </a:xfrm>
      </p:grpSpPr>
      <p:pic>
        <p:nvPicPr>
          <p:cNvPr id="1164" name="Google Shape;1164;p129"/>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165" name="Google Shape;1165;p1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6" name="Google Shape;1166;p129"/>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1167" name="Google Shape;1167;p129"/>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Explanation</a:t>
            </a:r>
            <a:endParaRPr b="1" i="0" sz="900" u="none" cap="none" strike="noStrike">
              <a:solidFill>
                <a:srgbClr val="E6F2F2"/>
              </a:solidFill>
              <a:latin typeface="Lexend"/>
              <a:ea typeface="Lexend"/>
              <a:cs typeface="Lexend"/>
              <a:sym typeface="Lexend"/>
            </a:endParaRPr>
          </a:p>
        </p:txBody>
      </p:sp>
      <p:sp>
        <p:nvSpPr>
          <p:cNvPr id="1168" name="Google Shape;1168;p129"/>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169" name="Google Shape;1169;p129"/>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1170" name="Shape 1170"/>
        <p:cNvGrpSpPr/>
        <p:nvPr/>
      </p:nvGrpSpPr>
      <p:grpSpPr>
        <a:xfrm>
          <a:off x="0" y="0"/>
          <a:ext cx="0" cy="0"/>
          <a:chOff x="0" y="0"/>
          <a:chExt cx="0" cy="0"/>
        </a:xfrm>
      </p:grpSpPr>
      <p:pic>
        <p:nvPicPr>
          <p:cNvPr id="1171" name="Google Shape;1171;p130"/>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172" name="Google Shape;1172;p13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3" name="Google Shape;1173;p130"/>
          <p:cNvSpPr txBox="1"/>
          <p:nvPr>
            <p:ph type="title"/>
          </p:nvPr>
        </p:nvSpPr>
        <p:spPr>
          <a:xfrm>
            <a:off x="324000" y="809988"/>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174" name="Google Shape;1174;p1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175" name="Google Shape;1175;p1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sp>
        <p:nvSpPr>
          <p:cNvPr id="1176" name="Google Shape;1176;p130"/>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77" name="Google Shape;1177;p130"/>
          <p:cNvSpPr txBox="1"/>
          <p:nvPr>
            <p:ph idx="1" type="subTitle"/>
          </p:nvPr>
        </p:nvSpPr>
        <p:spPr>
          <a:xfrm>
            <a:off x="1034425" y="16853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178" name="Google Shape;1178;p130"/>
          <p:cNvSpPr txBox="1"/>
          <p:nvPr>
            <p:ph idx="3" type="subTitle"/>
          </p:nvPr>
        </p:nvSpPr>
        <p:spPr>
          <a:xfrm>
            <a:off x="1034425" y="24894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179" name="Google Shape;1179;p130"/>
          <p:cNvSpPr txBox="1"/>
          <p:nvPr>
            <p:ph idx="4" type="subTitle"/>
          </p:nvPr>
        </p:nvSpPr>
        <p:spPr>
          <a:xfrm>
            <a:off x="1034425" y="33097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180" name="Google Shape;1180;p130"/>
          <p:cNvSpPr txBox="1"/>
          <p:nvPr>
            <p:ph idx="5" type="subTitle"/>
          </p:nvPr>
        </p:nvSpPr>
        <p:spPr>
          <a:xfrm>
            <a:off x="1034425" y="4113837"/>
            <a:ext cx="7506600" cy="3603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1181" name="Google Shape;1181;p130"/>
          <p:cNvGrpSpPr/>
          <p:nvPr/>
        </p:nvGrpSpPr>
        <p:grpSpPr>
          <a:xfrm>
            <a:off x="323653" y="1652038"/>
            <a:ext cx="457200" cy="457200"/>
            <a:chOff x="1020916" y="1442088"/>
            <a:chExt cx="457200" cy="457200"/>
          </a:xfrm>
        </p:grpSpPr>
        <p:pic>
          <p:nvPicPr>
            <p:cNvPr id="1182" name="Google Shape;1182;p130"/>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183" name="Google Shape;1183;p1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184" name="Google Shape;1184;p130"/>
          <p:cNvGrpSpPr/>
          <p:nvPr/>
        </p:nvGrpSpPr>
        <p:grpSpPr>
          <a:xfrm>
            <a:off x="323653" y="2461775"/>
            <a:ext cx="457200" cy="457200"/>
            <a:chOff x="1020916" y="1442088"/>
            <a:chExt cx="457200" cy="457200"/>
          </a:xfrm>
        </p:grpSpPr>
        <p:pic>
          <p:nvPicPr>
            <p:cNvPr id="1185" name="Google Shape;1185;p130"/>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186" name="Google Shape;1186;p1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1187" name="Google Shape;1187;p130"/>
          <p:cNvGrpSpPr/>
          <p:nvPr/>
        </p:nvGrpSpPr>
        <p:grpSpPr>
          <a:xfrm>
            <a:off x="323641" y="3271838"/>
            <a:ext cx="457200" cy="457200"/>
            <a:chOff x="1020916" y="1442088"/>
            <a:chExt cx="457200" cy="457200"/>
          </a:xfrm>
        </p:grpSpPr>
        <p:pic>
          <p:nvPicPr>
            <p:cNvPr id="1188" name="Google Shape;1188;p130"/>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189" name="Google Shape;1189;p1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grpSp>
        <p:nvGrpSpPr>
          <p:cNvPr id="1190" name="Google Shape;1190;p130"/>
          <p:cNvGrpSpPr/>
          <p:nvPr/>
        </p:nvGrpSpPr>
        <p:grpSpPr>
          <a:xfrm>
            <a:off x="323641" y="4081763"/>
            <a:ext cx="457200" cy="457200"/>
            <a:chOff x="1020916" y="1442088"/>
            <a:chExt cx="457200" cy="457200"/>
          </a:xfrm>
        </p:grpSpPr>
        <p:pic>
          <p:nvPicPr>
            <p:cNvPr id="1191" name="Google Shape;1191;p130"/>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192" name="Google Shape;1192;p1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d</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1193" name="Shape 1193"/>
        <p:cNvGrpSpPr/>
        <p:nvPr/>
      </p:nvGrpSpPr>
      <p:grpSpPr>
        <a:xfrm>
          <a:off x="0" y="0"/>
          <a:ext cx="0" cy="0"/>
          <a:chOff x="0" y="0"/>
          <a:chExt cx="0" cy="0"/>
        </a:xfrm>
      </p:grpSpPr>
      <p:pic>
        <p:nvPicPr>
          <p:cNvPr id="1194" name="Google Shape;1194;p131"/>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195" name="Google Shape;1195;p13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6" name="Google Shape;1196;p131"/>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1197" name="Google Shape;1197;p1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Practice</a:t>
            </a:r>
            <a:endParaRPr b="1" i="0" sz="900" u="none" cap="none" strike="noStrike">
              <a:solidFill>
                <a:srgbClr val="E6F2F2"/>
              </a:solidFill>
              <a:latin typeface="Lexend"/>
              <a:ea typeface="Lexend"/>
              <a:cs typeface="Lexend"/>
              <a:sym typeface="Lexend"/>
            </a:endParaRPr>
          </a:p>
        </p:txBody>
      </p:sp>
      <p:pic>
        <p:nvPicPr>
          <p:cNvPr id="1198" name="Google Shape;1198;p13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1199" name="Google Shape;1199;p131"/>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1200" name="Google Shape;1200;p13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Lexend"/>
                <a:ea typeface="Lexend"/>
                <a:cs typeface="Lexend"/>
                <a:sym typeface="Lexend"/>
              </a:rPr>
              <a:t>Task B</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1201" name="Shape 1201"/>
        <p:cNvGrpSpPr/>
        <p:nvPr/>
      </p:nvGrpSpPr>
      <p:grpSpPr>
        <a:xfrm>
          <a:off x="0" y="0"/>
          <a:ext cx="0" cy="0"/>
          <a:chOff x="0" y="0"/>
          <a:chExt cx="0" cy="0"/>
        </a:xfrm>
      </p:grpSpPr>
      <p:pic>
        <p:nvPicPr>
          <p:cNvPr id="1202" name="Google Shape;1202;p132"/>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203" name="Google Shape;1203;p13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4" name="Google Shape;1204;p132"/>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1205" name="Google Shape;1205;p1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Feedback</a:t>
            </a:r>
            <a:endParaRPr b="1" i="0" sz="900" u="none" cap="none" strike="noStrike">
              <a:solidFill>
                <a:srgbClr val="E6F2F2"/>
              </a:solidFill>
              <a:latin typeface="Lexend"/>
              <a:ea typeface="Lexend"/>
              <a:cs typeface="Lexend"/>
              <a:sym typeface="Lexend"/>
            </a:endParaRPr>
          </a:p>
        </p:txBody>
      </p:sp>
      <p:pic>
        <p:nvPicPr>
          <p:cNvPr id="1206" name="Google Shape;1206;p1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207" name="Google Shape;1207;p132"/>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1208" name="Google Shape;1208;p13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Lexend"/>
                <a:ea typeface="Lexend"/>
                <a:cs typeface="Lexend"/>
                <a:sym typeface="Lexend"/>
              </a:rPr>
              <a:t>Task B</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1209" name="Shape 1209"/>
        <p:cNvGrpSpPr/>
        <p:nvPr/>
      </p:nvGrpSpPr>
      <p:grpSpPr>
        <a:xfrm>
          <a:off x="0" y="0"/>
          <a:ext cx="0" cy="0"/>
          <a:chOff x="0" y="0"/>
          <a:chExt cx="0" cy="0"/>
        </a:xfrm>
      </p:grpSpPr>
      <p:sp>
        <p:nvSpPr>
          <p:cNvPr id="1210" name="Google Shape;1210;p133"/>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11" name="Google Shape;1211;p133"/>
          <p:cNvPicPr preferRelativeResize="0"/>
          <p:nvPr/>
        </p:nvPicPr>
        <p:blipFill rotWithShape="1">
          <a:blip r:embed="rId2">
            <a:alphaModFix/>
          </a:blip>
          <a:srcRect b="1710" l="0" r="0" t="1700"/>
          <a:stretch/>
        </p:blipFill>
        <p:spPr>
          <a:xfrm>
            <a:off x="0" y="535825"/>
            <a:ext cx="9151202" cy="116709"/>
          </a:xfrm>
          <a:prstGeom prst="rect">
            <a:avLst/>
          </a:prstGeom>
          <a:noFill/>
          <a:ln>
            <a:noFill/>
          </a:ln>
        </p:spPr>
      </p:pic>
      <p:sp>
        <p:nvSpPr>
          <p:cNvPr id="1212" name="Google Shape;1212;p133"/>
          <p:cNvSpPr txBox="1"/>
          <p:nvPr>
            <p:ph idx="1" type="body"/>
          </p:nvPr>
        </p:nvSpPr>
        <p:spPr>
          <a:xfrm>
            <a:off x="324000" y="1080000"/>
            <a:ext cx="8113800" cy="37404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1213" name="Google Shape;1213;p13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Lexend"/>
                <a:ea typeface="Lexend"/>
                <a:cs typeface="Lexend"/>
                <a:sym typeface="Lexend"/>
              </a:rPr>
              <a:t>Summary</a:t>
            </a:r>
            <a:endParaRPr b="1" i="0" sz="2000" u="none" cap="none" strike="noStrike">
              <a:solidFill>
                <a:schemeClr val="dk1"/>
              </a:solidFill>
              <a:latin typeface="Lexend"/>
              <a:ea typeface="Lexend"/>
              <a:cs typeface="Lexend"/>
              <a:sym typeface="Lexend"/>
            </a:endParaRPr>
          </a:p>
        </p:txBody>
      </p:sp>
      <p:sp>
        <p:nvSpPr>
          <p:cNvPr id="1214" name="Google Shape;1214;p133"/>
          <p:cNvSpPr txBox="1"/>
          <p:nvPr>
            <p:ph type="title"/>
          </p:nvPr>
        </p:nvSpPr>
        <p:spPr>
          <a:xfrm>
            <a:off x="1684800" y="43825"/>
            <a:ext cx="57414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000"/>
              <a:buFont typeface="Lexend"/>
              <a:buNone/>
              <a:defRPr b="0" sz="2000">
                <a:latin typeface="Lexend"/>
                <a:ea typeface="Lexend"/>
                <a:cs typeface="Lexend"/>
                <a:sym typeface="Lexend"/>
              </a:defRPr>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1215" name="Shape 1215"/>
        <p:cNvGrpSpPr/>
        <p:nvPr/>
      </p:nvGrpSpPr>
      <p:grpSpPr>
        <a:xfrm>
          <a:off x="0" y="0"/>
          <a:ext cx="0" cy="0"/>
          <a:chOff x="0" y="0"/>
          <a:chExt cx="0" cy="0"/>
        </a:xfrm>
      </p:grpSpPr>
      <p:pic>
        <p:nvPicPr>
          <p:cNvPr id="1216" name="Google Shape;1216;p134"/>
          <p:cNvPicPr preferRelativeResize="0"/>
          <p:nvPr/>
        </p:nvPicPr>
        <p:blipFill rotWithShape="1">
          <a:blip r:embed="rId2">
            <a:alphaModFix/>
          </a:blip>
          <a:srcRect b="0" l="0" r="0" t="0"/>
          <a:stretch/>
        </p:blipFill>
        <p:spPr>
          <a:xfrm>
            <a:off x="347200" y="1111870"/>
            <a:ext cx="7945600" cy="2919776"/>
          </a:xfrm>
          <a:prstGeom prst="rect">
            <a:avLst/>
          </a:prstGeom>
          <a:noFill/>
          <a:ln>
            <a:noFill/>
          </a:ln>
        </p:spPr>
      </p:pic>
      <p:sp>
        <p:nvSpPr>
          <p:cNvPr id="1217" name="Google Shape;1217;p134"/>
          <p:cNvSpPr txBox="1"/>
          <p:nvPr>
            <p:ph idx="1" type="subTitle"/>
          </p:nvPr>
        </p:nvSpPr>
        <p:spPr>
          <a:xfrm>
            <a:off x="661775" y="1190413"/>
            <a:ext cx="7351200" cy="27627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800"/>
              <a:buNone/>
              <a:defRPr sz="1800"/>
            </a:lvl1pPr>
            <a:lvl2pPr lvl="1" algn="l">
              <a:lnSpc>
                <a:spcPct val="130000"/>
              </a:lnSpc>
              <a:spcBef>
                <a:spcPts val="1000"/>
              </a:spcBef>
              <a:spcAft>
                <a:spcPts val="0"/>
              </a:spcAft>
              <a:buSzPts val="1800"/>
              <a:buNone/>
              <a:defRPr sz="1800"/>
            </a:lvl2pPr>
            <a:lvl3pPr lvl="2" algn="l">
              <a:lnSpc>
                <a:spcPct val="130000"/>
              </a:lnSpc>
              <a:spcBef>
                <a:spcPts val="1000"/>
              </a:spcBef>
              <a:spcAft>
                <a:spcPts val="0"/>
              </a:spcAft>
              <a:buSzPts val="1800"/>
              <a:buNone/>
              <a:defRPr sz="1800"/>
            </a:lvl3pPr>
            <a:lvl4pPr lvl="3" algn="l">
              <a:lnSpc>
                <a:spcPct val="130000"/>
              </a:lnSpc>
              <a:spcBef>
                <a:spcPts val="800"/>
              </a:spcBef>
              <a:spcAft>
                <a:spcPts val="0"/>
              </a:spcAft>
              <a:buSzPts val="1800"/>
              <a:buNone/>
              <a:defRPr sz="1800"/>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Art and design" showMasterSp="0">
  <p:cSld name="Title Slide 2_1">
    <p:bg>
      <p:bgPr>
        <a:solidFill>
          <a:srgbClr val="BEF2BD"/>
        </a:solidFill>
      </p:bgPr>
    </p:bg>
    <p:spTree>
      <p:nvGrpSpPr>
        <p:cNvPr id="1218" name="Shape 1218"/>
        <p:cNvGrpSpPr/>
        <p:nvPr/>
      </p:nvGrpSpPr>
      <p:grpSpPr>
        <a:xfrm>
          <a:off x="0" y="0"/>
          <a:ext cx="0" cy="0"/>
          <a:chOff x="0" y="0"/>
          <a:chExt cx="0" cy="0"/>
        </a:xfrm>
      </p:grpSpPr>
      <p:sp>
        <p:nvSpPr>
          <p:cNvPr id="1219" name="Google Shape;1219;p135"/>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20" name="Google Shape;1220;p135"/>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221" name="Google Shape;1221;p135"/>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1222" name="Google Shape;1222;p13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1223" name="Google Shape;1223;p135"/>
          <p:cNvGrpSpPr/>
          <p:nvPr/>
        </p:nvGrpSpPr>
        <p:grpSpPr>
          <a:xfrm>
            <a:off x="6156975" y="0"/>
            <a:ext cx="2987025" cy="3854074"/>
            <a:chOff x="6156975" y="0"/>
            <a:chExt cx="2987025" cy="3854074"/>
          </a:xfrm>
        </p:grpSpPr>
        <p:pic>
          <p:nvPicPr>
            <p:cNvPr id="1224" name="Google Shape;1224;p135"/>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225" name="Google Shape;1225;p13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grpSp>
      <p:pic>
        <p:nvPicPr>
          <p:cNvPr id="1226" name="Google Shape;1226;p135"/>
          <p:cNvPicPr preferRelativeResize="0"/>
          <p:nvPr/>
        </p:nvPicPr>
        <p:blipFill rotWithShape="1">
          <a:blip r:embed="rId4">
            <a:alphaModFix/>
          </a:blip>
          <a:srcRect b="0" l="0" r="0" t="0"/>
          <a:stretch/>
        </p:blipFill>
        <p:spPr>
          <a:xfrm rot="-360030">
            <a:off x="6753314" y="1132068"/>
            <a:ext cx="2063340" cy="1643029"/>
          </a:xfrm>
          <a:prstGeom prst="rect">
            <a:avLst/>
          </a:prstGeom>
          <a:noFill/>
          <a:ln>
            <a:noFill/>
          </a:ln>
        </p:spPr>
      </p:pic>
      <p:pic>
        <p:nvPicPr>
          <p:cNvPr id="1227" name="Google Shape;1227;p135"/>
          <p:cNvPicPr preferRelativeResize="0"/>
          <p:nvPr/>
        </p:nvPicPr>
        <p:blipFill rotWithShape="1">
          <a:blip r:embed="rId5">
            <a:alphaModFix/>
          </a:blip>
          <a:srcRect b="0" l="6209" r="6210" t="0"/>
          <a:stretch/>
        </p:blipFill>
        <p:spPr>
          <a:xfrm>
            <a:off x="324000" y="4008600"/>
            <a:ext cx="1705150" cy="128000"/>
          </a:xfrm>
          <a:prstGeom prst="rect">
            <a:avLst/>
          </a:prstGeom>
          <a:noFill/>
          <a:ln>
            <a:noFill/>
          </a:ln>
        </p:spPr>
      </p:pic>
      <p:sp>
        <p:nvSpPr>
          <p:cNvPr id="1228" name="Google Shape;1228;p13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Art and design</a:t>
            </a:r>
            <a:endParaRPr b="1" i="0" sz="1700" u="none" cap="none" strike="noStrike">
              <a:solidFill>
                <a:srgbClr val="000000"/>
              </a:solidFill>
              <a:latin typeface="Lexend"/>
              <a:ea typeface="Lexend"/>
              <a:cs typeface="Lexend"/>
              <a:sym typeface="Lexend"/>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1229" name="Shape 1229"/>
        <p:cNvGrpSpPr/>
        <p:nvPr/>
      </p:nvGrpSpPr>
      <p:grpSpPr>
        <a:xfrm>
          <a:off x="0" y="0"/>
          <a:ext cx="0" cy="0"/>
          <a:chOff x="0" y="0"/>
          <a:chExt cx="0" cy="0"/>
        </a:xfrm>
      </p:grpSpPr>
      <p:pic>
        <p:nvPicPr>
          <p:cNvPr id="1230" name="Google Shape;1230;p136"/>
          <p:cNvPicPr preferRelativeResize="0"/>
          <p:nvPr/>
        </p:nvPicPr>
        <p:blipFill rotWithShape="1">
          <a:blip r:embed="rId2">
            <a:alphaModFix/>
          </a:blip>
          <a:srcRect b="0" l="6209" r="6210" t="0"/>
          <a:stretch/>
        </p:blipFill>
        <p:spPr>
          <a:xfrm>
            <a:off x="324000" y="4008600"/>
            <a:ext cx="859400" cy="127996"/>
          </a:xfrm>
          <a:prstGeom prst="rect">
            <a:avLst/>
          </a:prstGeom>
          <a:noFill/>
          <a:ln>
            <a:noFill/>
          </a:ln>
        </p:spPr>
      </p:pic>
      <p:pic>
        <p:nvPicPr>
          <p:cNvPr id="1231" name="Google Shape;1231;p136"/>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232" name="Google Shape;1232;p13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33" name="Google Shape;1233;p13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Biology</a:t>
            </a:r>
            <a:endParaRPr b="1" i="0" sz="1700" u="none" cap="none" strike="noStrike">
              <a:solidFill>
                <a:srgbClr val="000000"/>
              </a:solidFill>
              <a:latin typeface="Lexend"/>
              <a:ea typeface="Lexend"/>
              <a:cs typeface="Lexend"/>
              <a:sym typeface="Lexend"/>
            </a:endParaRPr>
          </a:p>
        </p:txBody>
      </p:sp>
      <p:sp>
        <p:nvSpPr>
          <p:cNvPr id="1234" name="Google Shape;1234;p136"/>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235" name="Google Shape;1235;p136"/>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1236" name="Google Shape;1236;p13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itizenship" showMasterSp="0">
  <p:cSld name="Title Slide 2_1_1_1_1_1_1_1_1_1_1_5">
    <p:bg>
      <p:bgPr>
        <a:solidFill>
          <a:srgbClr val="BEF2BD"/>
        </a:solidFill>
      </p:bgPr>
    </p:bg>
    <p:spTree>
      <p:nvGrpSpPr>
        <p:cNvPr id="1237" name="Shape 1237"/>
        <p:cNvGrpSpPr/>
        <p:nvPr/>
      </p:nvGrpSpPr>
      <p:grpSpPr>
        <a:xfrm>
          <a:off x="0" y="0"/>
          <a:ext cx="0" cy="0"/>
          <a:chOff x="0" y="0"/>
          <a:chExt cx="0" cy="0"/>
        </a:xfrm>
      </p:grpSpPr>
      <p:pic>
        <p:nvPicPr>
          <p:cNvPr id="1238" name="Google Shape;1238;p137"/>
          <p:cNvPicPr preferRelativeResize="0"/>
          <p:nvPr/>
        </p:nvPicPr>
        <p:blipFill rotWithShape="1">
          <a:blip r:embed="rId2">
            <a:alphaModFix/>
          </a:blip>
          <a:srcRect b="0" l="6209" r="6210" t="0"/>
          <a:stretch/>
        </p:blipFill>
        <p:spPr>
          <a:xfrm>
            <a:off x="324000" y="4008600"/>
            <a:ext cx="1245800" cy="128000"/>
          </a:xfrm>
          <a:prstGeom prst="rect">
            <a:avLst/>
          </a:prstGeom>
          <a:noFill/>
          <a:ln>
            <a:noFill/>
          </a:ln>
        </p:spPr>
      </p:pic>
      <p:sp>
        <p:nvSpPr>
          <p:cNvPr id="1239" name="Google Shape;1239;p13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40" name="Google Shape;1240;p13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Citizenship</a:t>
            </a:r>
            <a:endParaRPr b="1" i="0" sz="1700" u="none" cap="none" strike="noStrike">
              <a:solidFill>
                <a:srgbClr val="000000"/>
              </a:solidFill>
              <a:latin typeface="Lexend"/>
              <a:ea typeface="Lexend"/>
              <a:cs typeface="Lexend"/>
              <a:sym typeface="Lexend"/>
            </a:endParaRPr>
          </a:p>
        </p:txBody>
      </p:sp>
      <p:sp>
        <p:nvSpPr>
          <p:cNvPr id="1241" name="Google Shape;1241;p137"/>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242" name="Google Shape;1242;p13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1243" name="Google Shape;1243;p13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1244" name="Google Shape;1244;p137"/>
          <p:cNvGrpSpPr/>
          <p:nvPr/>
        </p:nvGrpSpPr>
        <p:grpSpPr>
          <a:xfrm>
            <a:off x="6156975" y="0"/>
            <a:ext cx="2987025" cy="3854074"/>
            <a:chOff x="6156975" y="0"/>
            <a:chExt cx="2987025" cy="3854074"/>
          </a:xfrm>
        </p:grpSpPr>
        <p:pic>
          <p:nvPicPr>
            <p:cNvPr id="1245" name="Google Shape;1245;p13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246" name="Google Shape;1246;p13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grpSp>
      <p:pic>
        <p:nvPicPr>
          <p:cNvPr id="1247" name="Google Shape;1247;p137"/>
          <p:cNvPicPr preferRelativeResize="0"/>
          <p:nvPr/>
        </p:nvPicPr>
        <p:blipFill rotWithShape="1">
          <a:blip r:embed="rId5">
            <a:alphaModFix/>
          </a:blip>
          <a:srcRect b="0" l="0" r="0" t="0"/>
          <a:stretch/>
        </p:blipFill>
        <p:spPr>
          <a:xfrm rot="-360025">
            <a:off x="6945328" y="787504"/>
            <a:ext cx="1710318" cy="2052379"/>
          </a:xfrm>
          <a:prstGeom prst="rect">
            <a:avLst/>
          </a:prstGeom>
          <a:noFill/>
          <a:ln>
            <a:noFill/>
          </a:ln>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omputing" showMasterSp="0">
  <p:cSld name="Title Slide 2_1_1_1_1_1_1_1_1_1_1_3">
    <p:bg>
      <p:bgPr>
        <a:solidFill>
          <a:srgbClr val="BEF2BD"/>
        </a:solidFill>
      </p:bgPr>
    </p:bg>
    <p:spTree>
      <p:nvGrpSpPr>
        <p:cNvPr id="1248" name="Shape 1248"/>
        <p:cNvGrpSpPr/>
        <p:nvPr/>
      </p:nvGrpSpPr>
      <p:grpSpPr>
        <a:xfrm>
          <a:off x="0" y="0"/>
          <a:ext cx="0" cy="0"/>
          <a:chOff x="0" y="0"/>
          <a:chExt cx="0" cy="0"/>
        </a:xfrm>
      </p:grpSpPr>
      <p:pic>
        <p:nvPicPr>
          <p:cNvPr id="1249" name="Google Shape;1249;p138"/>
          <p:cNvPicPr preferRelativeResize="0"/>
          <p:nvPr/>
        </p:nvPicPr>
        <p:blipFill rotWithShape="1">
          <a:blip r:embed="rId2">
            <a:alphaModFix/>
          </a:blip>
          <a:srcRect b="0" l="6209" r="6210" t="0"/>
          <a:stretch/>
        </p:blipFill>
        <p:spPr>
          <a:xfrm>
            <a:off x="324000" y="4008600"/>
            <a:ext cx="1258950" cy="128000"/>
          </a:xfrm>
          <a:prstGeom prst="rect">
            <a:avLst/>
          </a:prstGeom>
          <a:noFill/>
          <a:ln>
            <a:noFill/>
          </a:ln>
        </p:spPr>
      </p:pic>
      <p:sp>
        <p:nvSpPr>
          <p:cNvPr id="1250" name="Google Shape;1250;p13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51" name="Google Shape;1251;p13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Computing</a:t>
            </a:r>
            <a:endParaRPr b="1" i="0" sz="1700" u="none" cap="none" strike="noStrike">
              <a:solidFill>
                <a:srgbClr val="000000"/>
              </a:solidFill>
              <a:latin typeface="Lexend"/>
              <a:ea typeface="Lexend"/>
              <a:cs typeface="Lexend"/>
              <a:sym typeface="Lexend"/>
            </a:endParaRPr>
          </a:p>
        </p:txBody>
      </p:sp>
      <p:sp>
        <p:nvSpPr>
          <p:cNvPr id="1252" name="Google Shape;1252;p138"/>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253" name="Google Shape;1253;p138"/>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1254" name="Google Shape;1254;p13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1255" name="Google Shape;1255;p138"/>
          <p:cNvGrpSpPr/>
          <p:nvPr/>
        </p:nvGrpSpPr>
        <p:grpSpPr>
          <a:xfrm>
            <a:off x="6156975" y="0"/>
            <a:ext cx="2987025" cy="3854074"/>
            <a:chOff x="6156975" y="0"/>
            <a:chExt cx="2987025" cy="3854074"/>
          </a:xfrm>
        </p:grpSpPr>
        <p:pic>
          <p:nvPicPr>
            <p:cNvPr id="1256" name="Google Shape;1256;p138"/>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257" name="Google Shape;1257;p138"/>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grpSp>
      <p:pic>
        <p:nvPicPr>
          <p:cNvPr id="1258" name="Google Shape;1258;p138"/>
          <p:cNvPicPr preferRelativeResize="0"/>
          <p:nvPr/>
        </p:nvPicPr>
        <p:blipFill rotWithShape="1">
          <a:blip r:embed="rId5">
            <a:alphaModFix/>
          </a:blip>
          <a:srcRect b="0" l="0" r="0" t="0"/>
          <a:stretch/>
        </p:blipFill>
        <p:spPr>
          <a:xfrm rot="-359982">
            <a:off x="6923956" y="1273792"/>
            <a:ext cx="1784155" cy="1404545"/>
          </a:xfrm>
          <a:prstGeom prst="rect">
            <a:avLst/>
          </a:prstGeom>
          <a:noFill/>
          <a:ln>
            <a:noFill/>
          </a:ln>
        </p:spPr>
      </p:pic>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Design and technology" showMasterSp="0">
  <p:cSld name="Title Slide 2_1_1_1_1_1_1_1_1_1_1_2">
    <p:bg>
      <p:bgPr>
        <a:solidFill>
          <a:srgbClr val="BEF2BD"/>
        </a:solidFill>
      </p:bgPr>
    </p:bg>
    <p:spTree>
      <p:nvGrpSpPr>
        <p:cNvPr id="1259" name="Shape 1259"/>
        <p:cNvGrpSpPr/>
        <p:nvPr/>
      </p:nvGrpSpPr>
      <p:grpSpPr>
        <a:xfrm>
          <a:off x="0" y="0"/>
          <a:ext cx="0" cy="0"/>
          <a:chOff x="0" y="0"/>
          <a:chExt cx="0" cy="0"/>
        </a:xfrm>
      </p:grpSpPr>
      <p:pic>
        <p:nvPicPr>
          <p:cNvPr id="1260" name="Google Shape;1260;p139"/>
          <p:cNvPicPr preferRelativeResize="0"/>
          <p:nvPr/>
        </p:nvPicPr>
        <p:blipFill rotWithShape="1">
          <a:blip r:embed="rId2">
            <a:alphaModFix/>
          </a:blip>
          <a:srcRect b="0" l="6209" r="6210" t="0"/>
          <a:stretch/>
        </p:blipFill>
        <p:spPr>
          <a:xfrm>
            <a:off x="324000" y="4008600"/>
            <a:ext cx="2705850" cy="128000"/>
          </a:xfrm>
          <a:prstGeom prst="rect">
            <a:avLst/>
          </a:prstGeom>
          <a:noFill/>
          <a:ln>
            <a:noFill/>
          </a:ln>
        </p:spPr>
      </p:pic>
      <p:sp>
        <p:nvSpPr>
          <p:cNvPr id="1261" name="Google Shape;1261;p13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62" name="Google Shape;1262;p139"/>
          <p:cNvSpPr txBox="1"/>
          <p:nvPr/>
        </p:nvSpPr>
        <p:spPr>
          <a:xfrm>
            <a:off x="323850" y="3781525"/>
            <a:ext cx="2706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Design and technology</a:t>
            </a:r>
            <a:endParaRPr b="1" i="0" sz="1700" u="none" cap="none" strike="noStrike">
              <a:solidFill>
                <a:srgbClr val="000000"/>
              </a:solidFill>
              <a:latin typeface="Lexend"/>
              <a:ea typeface="Lexend"/>
              <a:cs typeface="Lexend"/>
              <a:sym typeface="Lexend"/>
            </a:endParaRPr>
          </a:p>
        </p:txBody>
      </p:sp>
      <p:sp>
        <p:nvSpPr>
          <p:cNvPr id="1263" name="Google Shape;1263;p139"/>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264" name="Google Shape;1264;p13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1265" name="Google Shape;1265;p13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1266" name="Google Shape;1266;p139"/>
          <p:cNvGrpSpPr/>
          <p:nvPr/>
        </p:nvGrpSpPr>
        <p:grpSpPr>
          <a:xfrm>
            <a:off x="6156975" y="0"/>
            <a:ext cx="2987025" cy="3854074"/>
            <a:chOff x="6156975" y="0"/>
            <a:chExt cx="2987025" cy="3854074"/>
          </a:xfrm>
        </p:grpSpPr>
        <p:pic>
          <p:nvPicPr>
            <p:cNvPr id="1267" name="Google Shape;1267;p13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268" name="Google Shape;1268;p13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grpSp>
      <p:pic>
        <p:nvPicPr>
          <p:cNvPr id="1269" name="Google Shape;1269;p139"/>
          <p:cNvPicPr preferRelativeResize="0"/>
          <p:nvPr/>
        </p:nvPicPr>
        <p:blipFill rotWithShape="1">
          <a:blip r:embed="rId5">
            <a:alphaModFix/>
          </a:blip>
          <a:srcRect b="0" l="0" r="0" t="0"/>
          <a:stretch/>
        </p:blipFill>
        <p:spPr>
          <a:xfrm rot="-362791">
            <a:off x="6884380" y="985388"/>
            <a:ext cx="1846116" cy="1852594"/>
          </a:xfrm>
          <a:prstGeom prst="rect">
            <a:avLst/>
          </a:prstGeom>
          <a:noFill/>
          <a:ln>
            <a:noFill/>
          </a:ln>
        </p:spPr>
      </p:pic>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_2">
    <p:bg>
      <p:bgPr>
        <a:solidFill>
          <a:srgbClr val="BEF2BD"/>
        </a:solidFill>
      </p:bgPr>
    </p:bg>
    <p:spTree>
      <p:nvGrpSpPr>
        <p:cNvPr id="1270" name="Shape 1270"/>
        <p:cNvGrpSpPr/>
        <p:nvPr/>
      </p:nvGrpSpPr>
      <p:grpSpPr>
        <a:xfrm>
          <a:off x="0" y="0"/>
          <a:ext cx="0" cy="0"/>
          <a:chOff x="0" y="0"/>
          <a:chExt cx="0" cy="0"/>
        </a:xfrm>
      </p:grpSpPr>
      <p:pic>
        <p:nvPicPr>
          <p:cNvPr id="1271" name="Google Shape;1271;p140"/>
          <p:cNvPicPr preferRelativeResize="0"/>
          <p:nvPr/>
        </p:nvPicPr>
        <p:blipFill rotWithShape="1">
          <a:blip r:embed="rId2">
            <a:alphaModFix/>
          </a:blip>
          <a:srcRect b="0" l="6209" r="6210" t="0"/>
          <a:stretch/>
        </p:blipFill>
        <p:spPr>
          <a:xfrm>
            <a:off x="324000" y="4008600"/>
            <a:ext cx="859400" cy="127996"/>
          </a:xfrm>
          <a:prstGeom prst="rect">
            <a:avLst/>
          </a:prstGeom>
          <a:noFill/>
          <a:ln>
            <a:noFill/>
          </a:ln>
        </p:spPr>
      </p:pic>
      <p:sp>
        <p:nvSpPr>
          <p:cNvPr id="1272" name="Google Shape;1272;p14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English</a:t>
            </a:r>
            <a:endParaRPr b="1" i="0" sz="1700" u="none" cap="none" strike="noStrike">
              <a:solidFill>
                <a:srgbClr val="000000"/>
              </a:solidFill>
              <a:latin typeface="Lexend"/>
              <a:ea typeface="Lexend"/>
              <a:cs typeface="Lexend"/>
              <a:sym typeface="Lexend"/>
            </a:endParaRPr>
          </a:p>
        </p:txBody>
      </p:sp>
      <p:sp>
        <p:nvSpPr>
          <p:cNvPr id="1273" name="Google Shape;1273;p140"/>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74" name="Google Shape;1274;p140"/>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275" name="Google Shape;1275;p140"/>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276" name="Google Shape;1276;p140"/>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277" name="Google Shape;1277;p14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French" showMasterSp="0">
  <p:cSld name="Title Slide 2_1_1_1_1_1_1_1_1_1_1_1">
    <p:bg>
      <p:bgPr>
        <a:solidFill>
          <a:srgbClr val="BEF2BD"/>
        </a:solidFill>
      </p:bgPr>
    </p:bg>
    <p:spTree>
      <p:nvGrpSpPr>
        <p:cNvPr id="1278" name="Shape 1278"/>
        <p:cNvGrpSpPr/>
        <p:nvPr/>
      </p:nvGrpSpPr>
      <p:grpSpPr>
        <a:xfrm>
          <a:off x="0" y="0"/>
          <a:ext cx="0" cy="0"/>
          <a:chOff x="0" y="0"/>
          <a:chExt cx="0" cy="0"/>
        </a:xfrm>
      </p:grpSpPr>
      <p:pic>
        <p:nvPicPr>
          <p:cNvPr id="1279" name="Google Shape;1279;p141"/>
          <p:cNvPicPr preferRelativeResize="0"/>
          <p:nvPr/>
        </p:nvPicPr>
        <p:blipFill rotWithShape="1">
          <a:blip r:embed="rId2">
            <a:alphaModFix/>
          </a:blip>
          <a:srcRect b="0" l="6209" r="6210" t="0"/>
          <a:stretch/>
        </p:blipFill>
        <p:spPr>
          <a:xfrm>
            <a:off x="324000" y="4008600"/>
            <a:ext cx="772225" cy="128000"/>
          </a:xfrm>
          <a:prstGeom prst="rect">
            <a:avLst/>
          </a:prstGeom>
          <a:noFill/>
          <a:ln>
            <a:noFill/>
          </a:ln>
        </p:spPr>
      </p:pic>
      <p:sp>
        <p:nvSpPr>
          <p:cNvPr id="1280" name="Google Shape;1280;p14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81" name="Google Shape;1281;p14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French</a:t>
            </a:r>
            <a:endParaRPr b="1" i="0" sz="1700" u="none" cap="none" strike="noStrike">
              <a:solidFill>
                <a:srgbClr val="000000"/>
              </a:solidFill>
              <a:latin typeface="Lexend"/>
              <a:ea typeface="Lexend"/>
              <a:cs typeface="Lexend"/>
              <a:sym typeface="Lexend"/>
            </a:endParaRPr>
          </a:p>
        </p:txBody>
      </p:sp>
      <p:sp>
        <p:nvSpPr>
          <p:cNvPr id="1282" name="Google Shape;1282;p141"/>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283" name="Google Shape;1283;p14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1284" name="Google Shape;1284;p141"/>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1285" name="Google Shape;1285;p141"/>
          <p:cNvGrpSpPr/>
          <p:nvPr/>
        </p:nvGrpSpPr>
        <p:grpSpPr>
          <a:xfrm>
            <a:off x="6156975" y="0"/>
            <a:ext cx="2987025" cy="3854074"/>
            <a:chOff x="6156975" y="0"/>
            <a:chExt cx="2987025" cy="3854074"/>
          </a:xfrm>
        </p:grpSpPr>
        <p:pic>
          <p:nvPicPr>
            <p:cNvPr id="1286" name="Google Shape;1286;p14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287" name="Google Shape;1287;p141"/>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grpSp>
      <p:pic>
        <p:nvPicPr>
          <p:cNvPr id="1288" name="Google Shape;1288;p141"/>
          <p:cNvPicPr preferRelativeResize="0"/>
          <p:nvPr/>
        </p:nvPicPr>
        <p:blipFill rotWithShape="1">
          <a:blip r:embed="rId5">
            <a:alphaModFix/>
          </a:blip>
          <a:srcRect b="0" l="0" r="0" t="0"/>
          <a:stretch/>
        </p:blipFill>
        <p:spPr>
          <a:xfrm rot="-388119">
            <a:off x="6742284" y="969390"/>
            <a:ext cx="2161157" cy="1915296"/>
          </a:xfrm>
          <a:prstGeom prst="rect">
            <a:avLst/>
          </a:prstGeom>
          <a:noFill/>
          <a:ln>
            <a:noFill/>
          </a:ln>
        </p:spPr>
      </p:pic>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1289" name="Shape 1289"/>
        <p:cNvGrpSpPr/>
        <p:nvPr/>
      </p:nvGrpSpPr>
      <p:grpSpPr>
        <a:xfrm>
          <a:off x="0" y="0"/>
          <a:ext cx="0" cy="0"/>
          <a:chOff x="0" y="0"/>
          <a:chExt cx="0" cy="0"/>
        </a:xfrm>
      </p:grpSpPr>
      <p:pic>
        <p:nvPicPr>
          <p:cNvPr id="1290" name="Google Shape;1290;p142"/>
          <p:cNvPicPr preferRelativeResize="0"/>
          <p:nvPr/>
        </p:nvPicPr>
        <p:blipFill rotWithShape="1">
          <a:blip r:embed="rId2">
            <a:alphaModFix/>
          </a:blip>
          <a:srcRect b="0" l="6209" r="6210" t="0"/>
          <a:stretch/>
        </p:blipFill>
        <p:spPr>
          <a:xfrm>
            <a:off x="324000" y="4008600"/>
            <a:ext cx="1259825" cy="128000"/>
          </a:xfrm>
          <a:prstGeom prst="rect">
            <a:avLst/>
          </a:prstGeom>
          <a:noFill/>
          <a:ln>
            <a:noFill/>
          </a:ln>
        </p:spPr>
      </p:pic>
      <p:pic>
        <p:nvPicPr>
          <p:cNvPr id="1291" name="Google Shape;1291;p142"/>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292" name="Google Shape;1292;p142"/>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93" name="Google Shape;1293;p14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Geography</a:t>
            </a:r>
            <a:endParaRPr b="1" i="0" sz="1700" u="none" cap="none" strike="noStrike">
              <a:solidFill>
                <a:srgbClr val="000000"/>
              </a:solidFill>
              <a:latin typeface="Lexend"/>
              <a:ea typeface="Lexend"/>
              <a:cs typeface="Lexend"/>
              <a:sym typeface="Lexend"/>
            </a:endParaRPr>
          </a:p>
        </p:txBody>
      </p:sp>
      <p:sp>
        <p:nvSpPr>
          <p:cNvPr id="1294" name="Google Shape;1294;p142"/>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295" name="Google Shape;1295;p142"/>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1296" name="Google Shape;1296;p14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rman" showMasterSp="0">
  <p:cSld name="Title Slide 2_1_1_1_1_1_1_1_1_1_1_1_1">
    <p:bg>
      <p:bgPr>
        <a:solidFill>
          <a:srgbClr val="BEF2BD"/>
        </a:solidFill>
      </p:bgPr>
    </p:bg>
    <p:spTree>
      <p:nvGrpSpPr>
        <p:cNvPr id="1297" name="Shape 1297"/>
        <p:cNvGrpSpPr/>
        <p:nvPr/>
      </p:nvGrpSpPr>
      <p:grpSpPr>
        <a:xfrm>
          <a:off x="0" y="0"/>
          <a:ext cx="0" cy="0"/>
          <a:chOff x="0" y="0"/>
          <a:chExt cx="0" cy="0"/>
        </a:xfrm>
      </p:grpSpPr>
      <p:pic>
        <p:nvPicPr>
          <p:cNvPr id="1298" name="Google Shape;1298;p143"/>
          <p:cNvPicPr preferRelativeResize="0"/>
          <p:nvPr/>
        </p:nvPicPr>
        <p:blipFill rotWithShape="1">
          <a:blip r:embed="rId2">
            <a:alphaModFix/>
          </a:blip>
          <a:srcRect b="0" l="6209" r="6210" t="0"/>
          <a:stretch/>
        </p:blipFill>
        <p:spPr>
          <a:xfrm>
            <a:off x="324000" y="4008600"/>
            <a:ext cx="916925" cy="128000"/>
          </a:xfrm>
          <a:prstGeom prst="rect">
            <a:avLst/>
          </a:prstGeom>
          <a:noFill/>
          <a:ln>
            <a:noFill/>
          </a:ln>
        </p:spPr>
      </p:pic>
      <p:sp>
        <p:nvSpPr>
          <p:cNvPr id="1299" name="Google Shape;1299;p14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00" name="Google Shape;1300;p14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German</a:t>
            </a:r>
            <a:endParaRPr b="1" i="0" sz="1700" u="none" cap="none" strike="noStrike">
              <a:solidFill>
                <a:srgbClr val="000000"/>
              </a:solidFill>
              <a:latin typeface="Lexend"/>
              <a:ea typeface="Lexend"/>
              <a:cs typeface="Lexend"/>
              <a:sym typeface="Lexend"/>
            </a:endParaRPr>
          </a:p>
        </p:txBody>
      </p:sp>
      <p:sp>
        <p:nvSpPr>
          <p:cNvPr id="1301" name="Google Shape;1301;p143"/>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302" name="Google Shape;1302;p14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1303" name="Google Shape;1303;p14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1304" name="Google Shape;1304;p143"/>
          <p:cNvGrpSpPr/>
          <p:nvPr/>
        </p:nvGrpSpPr>
        <p:grpSpPr>
          <a:xfrm>
            <a:off x="6156975" y="0"/>
            <a:ext cx="2987025" cy="3854074"/>
            <a:chOff x="6156975" y="0"/>
            <a:chExt cx="2987025" cy="3854074"/>
          </a:xfrm>
        </p:grpSpPr>
        <p:pic>
          <p:nvPicPr>
            <p:cNvPr id="1305" name="Google Shape;1305;p143"/>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306" name="Google Shape;1306;p143"/>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grpSp>
      <p:pic>
        <p:nvPicPr>
          <p:cNvPr id="1307" name="Google Shape;1307;p143"/>
          <p:cNvPicPr preferRelativeResize="0"/>
          <p:nvPr/>
        </p:nvPicPr>
        <p:blipFill rotWithShape="1">
          <a:blip r:embed="rId5">
            <a:alphaModFix/>
          </a:blip>
          <a:srcRect b="0" l="0" r="0" t="0"/>
          <a:stretch/>
        </p:blipFill>
        <p:spPr>
          <a:xfrm rot="-366027">
            <a:off x="6626180" y="831797"/>
            <a:ext cx="2331091" cy="2089577"/>
          </a:xfrm>
          <a:prstGeom prst="rect">
            <a:avLst/>
          </a:prstGeom>
          <a:noFill/>
          <a:ln>
            <a:noFill/>
          </a:ln>
        </p:spPr>
      </p:pic>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_2">
    <p:bg>
      <p:bgPr>
        <a:solidFill>
          <a:srgbClr val="BEF2BD"/>
        </a:solidFill>
      </p:bgPr>
    </p:bg>
    <p:spTree>
      <p:nvGrpSpPr>
        <p:cNvPr id="1308" name="Shape 1308"/>
        <p:cNvGrpSpPr/>
        <p:nvPr/>
      </p:nvGrpSpPr>
      <p:grpSpPr>
        <a:xfrm>
          <a:off x="0" y="0"/>
          <a:ext cx="0" cy="0"/>
          <a:chOff x="0" y="0"/>
          <a:chExt cx="0" cy="0"/>
        </a:xfrm>
      </p:grpSpPr>
      <p:pic>
        <p:nvPicPr>
          <p:cNvPr id="1309" name="Google Shape;1309;p144"/>
          <p:cNvPicPr preferRelativeResize="0"/>
          <p:nvPr/>
        </p:nvPicPr>
        <p:blipFill rotWithShape="1">
          <a:blip r:embed="rId2">
            <a:alphaModFix/>
          </a:blip>
          <a:srcRect b="0" l="6209" r="6210" t="0"/>
          <a:stretch/>
        </p:blipFill>
        <p:spPr>
          <a:xfrm>
            <a:off x="324000" y="4008600"/>
            <a:ext cx="859400" cy="127996"/>
          </a:xfrm>
          <a:prstGeom prst="rect">
            <a:avLst/>
          </a:prstGeom>
          <a:noFill/>
          <a:ln>
            <a:noFill/>
          </a:ln>
        </p:spPr>
      </p:pic>
      <p:sp>
        <p:nvSpPr>
          <p:cNvPr id="1310" name="Google Shape;1310;p14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11" name="Google Shape;1311;p14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History</a:t>
            </a:r>
            <a:endParaRPr b="1" i="0" sz="1700" u="none" cap="none" strike="noStrike">
              <a:solidFill>
                <a:srgbClr val="000000"/>
              </a:solidFill>
              <a:latin typeface="Lexend"/>
              <a:ea typeface="Lexend"/>
              <a:cs typeface="Lexend"/>
              <a:sym typeface="Lexend"/>
            </a:endParaRPr>
          </a:p>
        </p:txBody>
      </p:sp>
      <p:sp>
        <p:nvSpPr>
          <p:cNvPr id="1312" name="Google Shape;1312;p144"/>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313" name="Google Shape;1313;p14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1314" name="Google Shape;1314;p14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1315" name="Google Shape;1315;p144"/>
          <p:cNvGrpSpPr/>
          <p:nvPr/>
        </p:nvGrpSpPr>
        <p:grpSpPr>
          <a:xfrm>
            <a:off x="6156975" y="0"/>
            <a:ext cx="2987025" cy="3854074"/>
            <a:chOff x="6156975" y="0"/>
            <a:chExt cx="2987025" cy="3854074"/>
          </a:xfrm>
        </p:grpSpPr>
        <p:pic>
          <p:nvPicPr>
            <p:cNvPr id="1316" name="Google Shape;1316;p144"/>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317" name="Google Shape;1317;p144"/>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18" name="Google Shape;1318;p144"/>
            <p:cNvPicPr preferRelativeResize="0"/>
            <p:nvPr/>
          </p:nvPicPr>
          <p:blipFill rotWithShape="1">
            <a:blip r:embed="rId5">
              <a:alphaModFix/>
            </a:blip>
            <a:srcRect b="0" l="0" r="0" t="0"/>
            <a:stretch/>
          </p:blipFill>
          <p:spPr>
            <a:xfrm rot="-378432">
              <a:off x="7001357" y="1317070"/>
              <a:ext cx="1677682" cy="1143462"/>
            </a:xfrm>
            <a:prstGeom prst="rect">
              <a:avLst/>
            </a:prstGeom>
            <a:noFill/>
            <a:ln>
              <a:noFill/>
            </a:ln>
          </p:spPr>
        </p:pic>
      </p:gr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_2">
    <p:bg>
      <p:bgPr>
        <a:solidFill>
          <a:srgbClr val="BEF2BD"/>
        </a:solidFill>
      </p:bgPr>
    </p:bg>
    <p:spTree>
      <p:nvGrpSpPr>
        <p:cNvPr id="1319" name="Shape 1319"/>
        <p:cNvGrpSpPr/>
        <p:nvPr/>
      </p:nvGrpSpPr>
      <p:grpSpPr>
        <a:xfrm>
          <a:off x="0" y="0"/>
          <a:ext cx="0" cy="0"/>
          <a:chOff x="0" y="0"/>
          <a:chExt cx="0" cy="0"/>
        </a:xfrm>
      </p:grpSpPr>
      <p:pic>
        <p:nvPicPr>
          <p:cNvPr id="1320" name="Google Shape;1320;p145"/>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321" name="Google Shape;1321;p14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22" name="Google Shape;1322;p14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Maths</a:t>
            </a:r>
            <a:endParaRPr b="1" i="0" sz="1700" u="none" cap="none" strike="noStrike">
              <a:solidFill>
                <a:srgbClr val="000000"/>
              </a:solidFill>
              <a:latin typeface="Lexend"/>
              <a:ea typeface="Lexend"/>
              <a:cs typeface="Lexend"/>
              <a:sym typeface="Lexend"/>
            </a:endParaRPr>
          </a:p>
        </p:txBody>
      </p:sp>
      <p:sp>
        <p:nvSpPr>
          <p:cNvPr id="1323" name="Google Shape;1323;p145"/>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324" name="Google Shape;1324;p14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1325" name="Google Shape;1325;p14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pic>
        <p:nvPicPr>
          <p:cNvPr id="1326" name="Google Shape;1326;p145"/>
          <p:cNvPicPr preferRelativeResize="0"/>
          <p:nvPr/>
        </p:nvPicPr>
        <p:blipFill rotWithShape="1">
          <a:blip r:embed="rId4">
            <a:alphaModFix/>
          </a:blip>
          <a:srcRect b="0" l="6209" r="6210" t="0"/>
          <a:stretch/>
        </p:blipFill>
        <p:spPr>
          <a:xfrm>
            <a:off x="324000" y="4008600"/>
            <a:ext cx="707200" cy="128000"/>
          </a:xfrm>
          <a:prstGeom prst="rect">
            <a:avLst/>
          </a:prstGeom>
          <a:noFill/>
          <a:ln>
            <a:noFill/>
          </a:ln>
        </p:spPr>
      </p:pic>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1327" name="Shape 1327"/>
        <p:cNvGrpSpPr/>
        <p:nvPr/>
      </p:nvGrpSpPr>
      <p:grpSpPr>
        <a:xfrm>
          <a:off x="0" y="0"/>
          <a:ext cx="0" cy="0"/>
          <a:chOff x="0" y="0"/>
          <a:chExt cx="0" cy="0"/>
        </a:xfrm>
      </p:grpSpPr>
      <p:pic>
        <p:nvPicPr>
          <p:cNvPr id="1328" name="Google Shape;1328;p14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329" name="Google Shape;1329;p14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30" name="Google Shape;1330;p14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Music</a:t>
            </a:r>
            <a:endParaRPr b="1" i="0" sz="1700" u="none" cap="none" strike="noStrike">
              <a:solidFill>
                <a:srgbClr val="000000"/>
              </a:solidFill>
              <a:latin typeface="Lexend"/>
              <a:ea typeface="Lexend"/>
              <a:cs typeface="Lexend"/>
              <a:sym typeface="Lexend"/>
            </a:endParaRPr>
          </a:p>
        </p:txBody>
      </p:sp>
      <p:sp>
        <p:nvSpPr>
          <p:cNvPr id="1331" name="Google Shape;1331;p14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332" name="Google Shape;1332;p14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1333" name="Google Shape;1333;p14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pic>
        <p:nvPicPr>
          <p:cNvPr id="1334" name="Google Shape;1334;p146"/>
          <p:cNvPicPr preferRelativeResize="0"/>
          <p:nvPr/>
        </p:nvPicPr>
        <p:blipFill rotWithShape="1">
          <a:blip r:embed="rId4">
            <a:alphaModFix/>
          </a:blip>
          <a:srcRect b="0" l="6209" r="6210" t="0"/>
          <a:stretch/>
        </p:blipFill>
        <p:spPr>
          <a:xfrm>
            <a:off x="324000" y="4008600"/>
            <a:ext cx="661625" cy="128000"/>
          </a:xfrm>
          <a:prstGeom prst="rect">
            <a:avLst/>
          </a:prstGeom>
          <a:noFill/>
          <a:ln>
            <a:noFill/>
          </a:ln>
        </p:spPr>
      </p:pic>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al education" showMasterSp="0">
  <p:cSld name="Title Slide 2_1_1_1_1_1_1_1_1_1_1_1_1_2">
    <p:bg>
      <p:bgPr>
        <a:solidFill>
          <a:srgbClr val="BEF2BD"/>
        </a:solidFill>
      </p:bgPr>
    </p:bg>
    <p:spTree>
      <p:nvGrpSpPr>
        <p:cNvPr id="1335" name="Shape 1335"/>
        <p:cNvGrpSpPr/>
        <p:nvPr/>
      </p:nvGrpSpPr>
      <p:grpSpPr>
        <a:xfrm>
          <a:off x="0" y="0"/>
          <a:ext cx="0" cy="0"/>
          <a:chOff x="0" y="0"/>
          <a:chExt cx="0" cy="0"/>
        </a:xfrm>
      </p:grpSpPr>
      <p:pic>
        <p:nvPicPr>
          <p:cNvPr id="1336" name="Google Shape;1336;p147"/>
          <p:cNvPicPr preferRelativeResize="0"/>
          <p:nvPr/>
        </p:nvPicPr>
        <p:blipFill rotWithShape="1">
          <a:blip r:embed="rId2">
            <a:alphaModFix/>
          </a:blip>
          <a:srcRect b="0" l="6209" r="6210" t="0"/>
          <a:stretch/>
        </p:blipFill>
        <p:spPr>
          <a:xfrm>
            <a:off x="324000" y="4008600"/>
            <a:ext cx="2192950" cy="128000"/>
          </a:xfrm>
          <a:prstGeom prst="rect">
            <a:avLst/>
          </a:prstGeom>
          <a:noFill/>
          <a:ln>
            <a:noFill/>
          </a:ln>
        </p:spPr>
      </p:pic>
      <p:sp>
        <p:nvSpPr>
          <p:cNvPr id="1337" name="Google Shape;1337;p14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38" name="Google Shape;1338;p147"/>
          <p:cNvSpPr txBox="1"/>
          <p:nvPr/>
        </p:nvSpPr>
        <p:spPr>
          <a:xfrm>
            <a:off x="323850" y="3781525"/>
            <a:ext cx="2456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Physical education</a:t>
            </a:r>
            <a:endParaRPr b="1" i="0" sz="1700" u="none" cap="none" strike="noStrike">
              <a:solidFill>
                <a:srgbClr val="000000"/>
              </a:solidFill>
              <a:latin typeface="Lexend"/>
              <a:ea typeface="Lexend"/>
              <a:cs typeface="Lexend"/>
              <a:sym typeface="Lexend"/>
            </a:endParaRPr>
          </a:p>
        </p:txBody>
      </p:sp>
      <p:sp>
        <p:nvSpPr>
          <p:cNvPr id="1339" name="Google Shape;1339;p147"/>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340" name="Google Shape;1340;p14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1341" name="Google Shape;1341;p14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1342" name="Google Shape;1342;p147"/>
          <p:cNvGrpSpPr/>
          <p:nvPr/>
        </p:nvGrpSpPr>
        <p:grpSpPr>
          <a:xfrm>
            <a:off x="6156975" y="0"/>
            <a:ext cx="2987025" cy="3854074"/>
            <a:chOff x="6156975" y="0"/>
            <a:chExt cx="2987025" cy="3854074"/>
          </a:xfrm>
        </p:grpSpPr>
        <p:pic>
          <p:nvPicPr>
            <p:cNvPr id="1343" name="Google Shape;1343;p14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344" name="Google Shape;1344;p14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grpSp>
      <p:pic>
        <p:nvPicPr>
          <p:cNvPr id="1345" name="Google Shape;1345;p147"/>
          <p:cNvPicPr preferRelativeResize="0"/>
          <p:nvPr/>
        </p:nvPicPr>
        <p:blipFill rotWithShape="1">
          <a:blip r:embed="rId5">
            <a:alphaModFix/>
          </a:blip>
          <a:srcRect b="0" l="0" r="0" t="0"/>
          <a:stretch/>
        </p:blipFill>
        <p:spPr>
          <a:xfrm rot="-359976">
            <a:off x="6935172" y="1377298"/>
            <a:ext cx="1845860" cy="1302960"/>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_2">
    <p:bg>
      <p:bgPr>
        <a:solidFill>
          <a:srgbClr val="BEF2BD"/>
        </a:solidFill>
      </p:bgPr>
    </p:bg>
    <p:spTree>
      <p:nvGrpSpPr>
        <p:cNvPr id="1346" name="Shape 1346"/>
        <p:cNvGrpSpPr/>
        <p:nvPr/>
      </p:nvGrpSpPr>
      <p:grpSpPr>
        <a:xfrm>
          <a:off x="0" y="0"/>
          <a:ext cx="0" cy="0"/>
          <a:chOff x="0" y="0"/>
          <a:chExt cx="0" cy="0"/>
        </a:xfrm>
      </p:grpSpPr>
      <p:pic>
        <p:nvPicPr>
          <p:cNvPr id="1347" name="Google Shape;1347;p148"/>
          <p:cNvPicPr preferRelativeResize="0"/>
          <p:nvPr/>
        </p:nvPicPr>
        <p:blipFill rotWithShape="1">
          <a:blip r:embed="rId2">
            <a:alphaModFix/>
          </a:blip>
          <a:srcRect b="0" l="6209" r="6210" t="0"/>
          <a:stretch/>
        </p:blipFill>
        <p:spPr>
          <a:xfrm>
            <a:off x="324000" y="4008600"/>
            <a:ext cx="859400" cy="127996"/>
          </a:xfrm>
          <a:prstGeom prst="rect">
            <a:avLst/>
          </a:prstGeom>
          <a:noFill/>
          <a:ln>
            <a:noFill/>
          </a:ln>
        </p:spPr>
      </p:pic>
      <p:sp>
        <p:nvSpPr>
          <p:cNvPr id="1348" name="Google Shape;1348;p14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49" name="Google Shape;1349;p14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Physics</a:t>
            </a:r>
            <a:endParaRPr b="1" i="0" sz="1700" u="none" cap="none" strike="noStrike">
              <a:solidFill>
                <a:srgbClr val="000000"/>
              </a:solidFill>
              <a:latin typeface="Lexend"/>
              <a:ea typeface="Lexend"/>
              <a:cs typeface="Lexend"/>
              <a:sym typeface="Lexend"/>
            </a:endParaRPr>
          </a:p>
        </p:txBody>
      </p:sp>
      <p:sp>
        <p:nvSpPr>
          <p:cNvPr id="1350" name="Google Shape;1350;p148"/>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351" name="Google Shape;1351;p148"/>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1352" name="Google Shape;1352;p14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1353" name="Google Shape;1353;p148"/>
          <p:cNvGrpSpPr/>
          <p:nvPr/>
        </p:nvGrpSpPr>
        <p:grpSpPr>
          <a:xfrm>
            <a:off x="6156975" y="0"/>
            <a:ext cx="2987025" cy="3854074"/>
            <a:chOff x="6156975" y="0"/>
            <a:chExt cx="2987025" cy="3854074"/>
          </a:xfrm>
        </p:grpSpPr>
        <p:pic>
          <p:nvPicPr>
            <p:cNvPr id="1354" name="Google Shape;1354;p148"/>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355" name="Google Shape;1355;p148"/>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56" name="Google Shape;1356;p148"/>
            <p:cNvPicPr preferRelativeResize="0"/>
            <p:nvPr/>
          </p:nvPicPr>
          <p:blipFill rotWithShape="1">
            <a:blip r:embed="rId5">
              <a:alphaModFix/>
            </a:blip>
            <a:srcRect b="0" l="0" r="0" t="0"/>
            <a:stretch/>
          </p:blipFill>
          <p:spPr>
            <a:xfrm rot="-384492">
              <a:off x="7235673" y="1037850"/>
              <a:ext cx="1204851" cy="1957577"/>
            </a:xfrm>
            <a:prstGeom prst="rect">
              <a:avLst/>
            </a:prstGeom>
            <a:noFill/>
            <a:ln>
              <a:noFill/>
            </a:ln>
          </p:spPr>
        </p:pic>
      </p:gr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and health education" showMasterSp="0">
  <p:cSld name="Title Slide 2_1_1_1_1_1_1_1_1_1_1_7">
    <p:bg>
      <p:bgPr>
        <a:solidFill>
          <a:srgbClr val="BEF2BD"/>
        </a:solidFill>
      </p:bgPr>
    </p:bg>
    <p:spTree>
      <p:nvGrpSpPr>
        <p:cNvPr id="1357" name="Shape 1357"/>
        <p:cNvGrpSpPr/>
        <p:nvPr/>
      </p:nvGrpSpPr>
      <p:grpSpPr>
        <a:xfrm>
          <a:off x="0" y="0"/>
          <a:ext cx="0" cy="0"/>
          <a:chOff x="0" y="0"/>
          <a:chExt cx="0" cy="0"/>
        </a:xfrm>
      </p:grpSpPr>
      <p:pic>
        <p:nvPicPr>
          <p:cNvPr id="1358" name="Google Shape;1358;p149"/>
          <p:cNvPicPr preferRelativeResize="0"/>
          <p:nvPr/>
        </p:nvPicPr>
        <p:blipFill rotWithShape="1">
          <a:blip r:embed="rId2">
            <a:alphaModFix/>
          </a:blip>
          <a:srcRect b="0" l="6209" r="6210" t="0"/>
          <a:stretch/>
        </p:blipFill>
        <p:spPr>
          <a:xfrm>
            <a:off x="324000" y="4008600"/>
            <a:ext cx="4112000" cy="128000"/>
          </a:xfrm>
          <a:prstGeom prst="rect">
            <a:avLst/>
          </a:prstGeom>
          <a:noFill/>
          <a:ln>
            <a:noFill/>
          </a:ln>
        </p:spPr>
      </p:pic>
      <p:sp>
        <p:nvSpPr>
          <p:cNvPr id="1359" name="Google Shape;1359;p14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60" name="Google Shape;1360;p149"/>
          <p:cNvSpPr txBox="1"/>
          <p:nvPr/>
        </p:nvSpPr>
        <p:spPr>
          <a:xfrm>
            <a:off x="323850" y="3781525"/>
            <a:ext cx="46233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Relationships and health education</a:t>
            </a:r>
            <a:endParaRPr b="1" i="0" sz="1700" u="none" cap="none" strike="noStrike">
              <a:solidFill>
                <a:srgbClr val="000000"/>
              </a:solidFill>
              <a:latin typeface="Lexend"/>
              <a:ea typeface="Lexend"/>
              <a:cs typeface="Lexend"/>
              <a:sym typeface="Lexend"/>
            </a:endParaRPr>
          </a:p>
        </p:txBody>
      </p:sp>
      <p:sp>
        <p:nvSpPr>
          <p:cNvPr id="1361" name="Google Shape;1361;p149"/>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362" name="Google Shape;1362;p14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1363" name="Google Shape;1363;p14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1364" name="Google Shape;1364;p149"/>
          <p:cNvGrpSpPr/>
          <p:nvPr/>
        </p:nvGrpSpPr>
        <p:grpSpPr>
          <a:xfrm>
            <a:off x="6156975" y="0"/>
            <a:ext cx="2987025" cy="3854074"/>
            <a:chOff x="6156975" y="0"/>
            <a:chExt cx="2987025" cy="3854074"/>
          </a:xfrm>
        </p:grpSpPr>
        <p:pic>
          <p:nvPicPr>
            <p:cNvPr id="1365" name="Google Shape;1365;p14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366" name="Google Shape;1366;p14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grpSp>
      <p:pic>
        <p:nvPicPr>
          <p:cNvPr id="1367" name="Google Shape;1367;p149"/>
          <p:cNvPicPr preferRelativeResize="0"/>
          <p:nvPr/>
        </p:nvPicPr>
        <p:blipFill rotWithShape="1">
          <a:blip r:embed="rId5">
            <a:alphaModFix/>
          </a:blip>
          <a:srcRect b="0" l="0" r="0" t="0"/>
          <a:stretch/>
        </p:blipFill>
        <p:spPr>
          <a:xfrm rot="-360033">
            <a:off x="6814805" y="1250542"/>
            <a:ext cx="1965462" cy="1393692"/>
          </a:xfrm>
          <a:prstGeom prst="rect">
            <a:avLst/>
          </a:prstGeom>
          <a:noFill/>
          <a:ln>
            <a:noFill/>
          </a:ln>
        </p:spPr>
      </p:pic>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sex and health education" showMasterSp="0">
  <p:cSld name="Title Slide 2_1_1_1_1_1_1_1_1_1_1_7_1">
    <p:bg>
      <p:bgPr>
        <a:solidFill>
          <a:srgbClr val="BEF2BD"/>
        </a:solidFill>
      </p:bgPr>
    </p:bg>
    <p:spTree>
      <p:nvGrpSpPr>
        <p:cNvPr id="1368" name="Shape 1368"/>
        <p:cNvGrpSpPr/>
        <p:nvPr/>
      </p:nvGrpSpPr>
      <p:grpSpPr>
        <a:xfrm>
          <a:off x="0" y="0"/>
          <a:ext cx="0" cy="0"/>
          <a:chOff x="0" y="0"/>
          <a:chExt cx="0" cy="0"/>
        </a:xfrm>
      </p:grpSpPr>
      <p:pic>
        <p:nvPicPr>
          <p:cNvPr id="1369" name="Google Shape;1369;p150"/>
          <p:cNvPicPr preferRelativeResize="0"/>
          <p:nvPr/>
        </p:nvPicPr>
        <p:blipFill rotWithShape="1">
          <a:blip r:embed="rId2">
            <a:alphaModFix/>
          </a:blip>
          <a:srcRect b="0" l="6209" r="6210" t="0"/>
          <a:stretch/>
        </p:blipFill>
        <p:spPr>
          <a:xfrm>
            <a:off x="324000" y="4008600"/>
            <a:ext cx="4639725" cy="128000"/>
          </a:xfrm>
          <a:prstGeom prst="rect">
            <a:avLst/>
          </a:prstGeom>
          <a:noFill/>
          <a:ln>
            <a:noFill/>
          </a:ln>
        </p:spPr>
      </p:pic>
      <p:sp>
        <p:nvSpPr>
          <p:cNvPr id="1370" name="Google Shape;1370;p15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71" name="Google Shape;1371;p150"/>
          <p:cNvSpPr txBox="1"/>
          <p:nvPr/>
        </p:nvSpPr>
        <p:spPr>
          <a:xfrm>
            <a:off x="323850" y="3781525"/>
            <a:ext cx="5087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Relationships, sex and health education</a:t>
            </a:r>
            <a:endParaRPr b="1" i="0" sz="1700" u="none" cap="none" strike="noStrike">
              <a:solidFill>
                <a:srgbClr val="000000"/>
              </a:solidFill>
              <a:latin typeface="Lexend"/>
              <a:ea typeface="Lexend"/>
              <a:cs typeface="Lexend"/>
              <a:sym typeface="Lexend"/>
            </a:endParaRPr>
          </a:p>
        </p:txBody>
      </p:sp>
      <p:sp>
        <p:nvSpPr>
          <p:cNvPr id="1372" name="Google Shape;1372;p15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373" name="Google Shape;1373;p150"/>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1374" name="Google Shape;1374;p15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1375" name="Google Shape;1375;p150"/>
          <p:cNvGrpSpPr/>
          <p:nvPr/>
        </p:nvGrpSpPr>
        <p:grpSpPr>
          <a:xfrm>
            <a:off x="6156975" y="0"/>
            <a:ext cx="2987025" cy="3854074"/>
            <a:chOff x="6156975" y="0"/>
            <a:chExt cx="2987025" cy="3854074"/>
          </a:xfrm>
        </p:grpSpPr>
        <p:pic>
          <p:nvPicPr>
            <p:cNvPr id="1376" name="Google Shape;1376;p150"/>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377" name="Google Shape;1377;p150"/>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grpSp>
      <p:pic>
        <p:nvPicPr>
          <p:cNvPr id="1378" name="Google Shape;1378;p150"/>
          <p:cNvPicPr preferRelativeResize="0"/>
          <p:nvPr/>
        </p:nvPicPr>
        <p:blipFill rotWithShape="1">
          <a:blip r:embed="rId5">
            <a:alphaModFix/>
          </a:blip>
          <a:srcRect b="0" l="0" r="0" t="0"/>
          <a:stretch/>
        </p:blipFill>
        <p:spPr>
          <a:xfrm rot="-360033">
            <a:off x="6814805" y="1250542"/>
            <a:ext cx="1965462" cy="1393692"/>
          </a:xfrm>
          <a:prstGeom prst="rect">
            <a:avLst/>
          </a:prstGeom>
          <a:noFill/>
          <a:ln>
            <a:noFill/>
          </a:ln>
        </p:spPr>
      </p:pic>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igious education" showMasterSp="0">
  <p:cSld name="Title Slide 2_1_1_1_1_1_1_1_1_1_1_1_1_1">
    <p:bg>
      <p:bgPr>
        <a:solidFill>
          <a:srgbClr val="BEF2BD"/>
        </a:solidFill>
      </p:bgPr>
    </p:bg>
    <p:spTree>
      <p:nvGrpSpPr>
        <p:cNvPr id="1379" name="Shape 1379"/>
        <p:cNvGrpSpPr/>
        <p:nvPr/>
      </p:nvGrpSpPr>
      <p:grpSpPr>
        <a:xfrm>
          <a:off x="0" y="0"/>
          <a:ext cx="0" cy="0"/>
          <a:chOff x="0" y="0"/>
          <a:chExt cx="0" cy="0"/>
        </a:xfrm>
      </p:grpSpPr>
      <p:pic>
        <p:nvPicPr>
          <p:cNvPr id="1380" name="Google Shape;1380;p151"/>
          <p:cNvPicPr preferRelativeResize="0"/>
          <p:nvPr/>
        </p:nvPicPr>
        <p:blipFill rotWithShape="1">
          <a:blip r:embed="rId2">
            <a:alphaModFix/>
          </a:blip>
          <a:srcRect b="0" l="6209" r="6210" t="0"/>
          <a:stretch/>
        </p:blipFill>
        <p:spPr>
          <a:xfrm>
            <a:off x="324000" y="4008600"/>
            <a:ext cx="2271875" cy="128000"/>
          </a:xfrm>
          <a:prstGeom prst="rect">
            <a:avLst/>
          </a:prstGeom>
          <a:noFill/>
          <a:ln>
            <a:noFill/>
          </a:ln>
        </p:spPr>
      </p:pic>
      <p:sp>
        <p:nvSpPr>
          <p:cNvPr id="1381" name="Google Shape;1381;p15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82" name="Google Shape;1382;p151"/>
          <p:cNvSpPr txBox="1"/>
          <p:nvPr/>
        </p:nvSpPr>
        <p:spPr>
          <a:xfrm>
            <a:off x="323850" y="3781525"/>
            <a:ext cx="2798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Religious education</a:t>
            </a:r>
            <a:endParaRPr b="1" i="0" sz="1700" u="none" cap="none" strike="noStrike">
              <a:solidFill>
                <a:srgbClr val="000000"/>
              </a:solidFill>
              <a:latin typeface="Lexend"/>
              <a:ea typeface="Lexend"/>
              <a:cs typeface="Lexend"/>
              <a:sym typeface="Lexend"/>
            </a:endParaRPr>
          </a:p>
        </p:txBody>
      </p:sp>
      <p:sp>
        <p:nvSpPr>
          <p:cNvPr id="1383" name="Google Shape;1383;p151"/>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384" name="Google Shape;1384;p15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1385" name="Google Shape;1385;p151"/>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1386" name="Google Shape;1386;p151"/>
          <p:cNvGrpSpPr/>
          <p:nvPr/>
        </p:nvGrpSpPr>
        <p:grpSpPr>
          <a:xfrm>
            <a:off x="6156975" y="0"/>
            <a:ext cx="2987025" cy="3854074"/>
            <a:chOff x="6156975" y="0"/>
            <a:chExt cx="2987025" cy="3854074"/>
          </a:xfrm>
        </p:grpSpPr>
        <p:pic>
          <p:nvPicPr>
            <p:cNvPr id="1387" name="Google Shape;1387;p15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388" name="Google Shape;1388;p151"/>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grpSp>
      <p:pic>
        <p:nvPicPr>
          <p:cNvPr id="1389" name="Google Shape;1389;p151"/>
          <p:cNvPicPr preferRelativeResize="0"/>
          <p:nvPr/>
        </p:nvPicPr>
        <p:blipFill rotWithShape="1">
          <a:blip r:embed="rId5">
            <a:alphaModFix/>
          </a:blip>
          <a:srcRect b="0" l="0" r="0" t="0"/>
          <a:stretch/>
        </p:blipFill>
        <p:spPr>
          <a:xfrm rot="-360003">
            <a:off x="6754135" y="1062731"/>
            <a:ext cx="2012844" cy="1854018"/>
          </a:xfrm>
          <a:prstGeom prst="rect">
            <a:avLst/>
          </a:prstGeom>
          <a:noFill/>
          <a:ln>
            <a:noFill/>
          </a:ln>
        </p:spPr>
      </p:pic>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_2">
    <p:bg>
      <p:bgPr>
        <a:solidFill>
          <a:srgbClr val="BEF2BD"/>
        </a:solidFill>
      </p:bgPr>
    </p:bg>
    <p:spTree>
      <p:nvGrpSpPr>
        <p:cNvPr id="1390" name="Shape 1390"/>
        <p:cNvGrpSpPr/>
        <p:nvPr/>
      </p:nvGrpSpPr>
      <p:grpSpPr>
        <a:xfrm>
          <a:off x="0" y="0"/>
          <a:ext cx="0" cy="0"/>
          <a:chOff x="0" y="0"/>
          <a:chExt cx="0" cy="0"/>
        </a:xfrm>
      </p:grpSpPr>
      <p:sp>
        <p:nvSpPr>
          <p:cNvPr id="1391" name="Google Shape;1391;p152"/>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92" name="Google Shape;1392;p15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Science</a:t>
            </a:r>
            <a:endParaRPr b="1" i="0" sz="1700" u="none" cap="none" strike="noStrike">
              <a:solidFill>
                <a:srgbClr val="000000"/>
              </a:solidFill>
              <a:latin typeface="Lexend"/>
              <a:ea typeface="Lexend"/>
              <a:cs typeface="Lexend"/>
              <a:sym typeface="Lexend"/>
            </a:endParaRPr>
          </a:p>
        </p:txBody>
      </p:sp>
      <p:sp>
        <p:nvSpPr>
          <p:cNvPr id="1393" name="Google Shape;1393;p152"/>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394" name="Google Shape;1394;p152"/>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1395" name="Google Shape;1395;p15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pic>
        <p:nvPicPr>
          <p:cNvPr id="1396" name="Google Shape;1396;p152"/>
          <p:cNvPicPr preferRelativeResize="0"/>
          <p:nvPr/>
        </p:nvPicPr>
        <p:blipFill rotWithShape="1">
          <a:blip r:embed="rId3">
            <a:alphaModFix/>
          </a:blip>
          <a:srcRect b="0" l="6209" r="6210" t="0"/>
          <a:stretch/>
        </p:blipFill>
        <p:spPr>
          <a:xfrm>
            <a:off x="324000" y="4008600"/>
            <a:ext cx="859400" cy="127996"/>
          </a:xfrm>
          <a:prstGeom prst="rect">
            <a:avLst/>
          </a:prstGeom>
          <a:noFill/>
          <a:ln>
            <a:noFill/>
          </a:ln>
        </p:spPr>
      </p:pic>
      <p:grpSp>
        <p:nvGrpSpPr>
          <p:cNvPr id="1397" name="Google Shape;1397;p152"/>
          <p:cNvGrpSpPr/>
          <p:nvPr/>
        </p:nvGrpSpPr>
        <p:grpSpPr>
          <a:xfrm>
            <a:off x="6156975" y="0"/>
            <a:ext cx="2987025" cy="3854074"/>
            <a:chOff x="6156975" y="0"/>
            <a:chExt cx="2987025" cy="3854074"/>
          </a:xfrm>
        </p:grpSpPr>
        <p:pic>
          <p:nvPicPr>
            <p:cNvPr id="1398" name="Google Shape;1398;p152"/>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399" name="Google Shape;1399;p152"/>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00" name="Google Shape;1400;p152"/>
            <p:cNvPicPr preferRelativeResize="0"/>
            <p:nvPr/>
          </p:nvPicPr>
          <p:blipFill rotWithShape="1">
            <a:blip r:embed="rId5">
              <a:alphaModFix/>
            </a:blip>
            <a:srcRect b="0" l="0" r="0" t="0"/>
            <a:stretch/>
          </p:blipFill>
          <p:spPr>
            <a:xfrm rot="-311816">
              <a:off x="7083000" y="1110274"/>
              <a:ext cx="1514398" cy="1526398"/>
            </a:xfrm>
            <a:prstGeom prst="rect">
              <a:avLst/>
            </a:prstGeom>
            <a:noFill/>
            <a:ln>
              <a:noFill/>
            </a:ln>
          </p:spPr>
        </p:pic>
      </p:gr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panish" showMasterSp="0">
  <p:cSld name="Title Slide 2_1_1_1_1_1_1_1_1_1_1_1_2_1">
    <p:bg>
      <p:bgPr>
        <a:solidFill>
          <a:srgbClr val="BEF2BD"/>
        </a:solidFill>
      </p:bgPr>
    </p:bg>
    <p:spTree>
      <p:nvGrpSpPr>
        <p:cNvPr id="1401" name="Shape 1401"/>
        <p:cNvGrpSpPr/>
        <p:nvPr/>
      </p:nvGrpSpPr>
      <p:grpSpPr>
        <a:xfrm>
          <a:off x="0" y="0"/>
          <a:ext cx="0" cy="0"/>
          <a:chOff x="0" y="0"/>
          <a:chExt cx="0" cy="0"/>
        </a:xfrm>
      </p:grpSpPr>
      <p:pic>
        <p:nvPicPr>
          <p:cNvPr id="1402" name="Google Shape;1402;p153"/>
          <p:cNvPicPr preferRelativeResize="0"/>
          <p:nvPr/>
        </p:nvPicPr>
        <p:blipFill rotWithShape="1">
          <a:blip r:embed="rId2">
            <a:alphaModFix/>
          </a:blip>
          <a:srcRect b="0" l="6209" r="6210" t="0"/>
          <a:stretch/>
        </p:blipFill>
        <p:spPr>
          <a:xfrm>
            <a:off x="324000" y="4008600"/>
            <a:ext cx="890625" cy="128000"/>
          </a:xfrm>
          <a:prstGeom prst="rect">
            <a:avLst/>
          </a:prstGeom>
          <a:noFill/>
          <a:ln>
            <a:noFill/>
          </a:ln>
        </p:spPr>
      </p:pic>
      <p:sp>
        <p:nvSpPr>
          <p:cNvPr id="1403" name="Google Shape;1403;p15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04" name="Google Shape;1404;p15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Spanish</a:t>
            </a:r>
            <a:endParaRPr b="1" i="0" sz="1700" u="none" cap="none" strike="noStrike">
              <a:solidFill>
                <a:srgbClr val="000000"/>
              </a:solidFill>
              <a:latin typeface="Lexend"/>
              <a:ea typeface="Lexend"/>
              <a:cs typeface="Lexend"/>
              <a:sym typeface="Lexend"/>
            </a:endParaRPr>
          </a:p>
        </p:txBody>
      </p:sp>
      <p:sp>
        <p:nvSpPr>
          <p:cNvPr id="1405" name="Google Shape;1405;p153"/>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406" name="Google Shape;1406;p15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1407" name="Google Shape;1407;p15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1408" name="Google Shape;1408;p153"/>
          <p:cNvGrpSpPr/>
          <p:nvPr/>
        </p:nvGrpSpPr>
        <p:grpSpPr>
          <a:xfrm>
            <a:off x="6156975" y="0"/>
            <a:ext cx="2987025" cy="3854074"/>
            <a:chOff x="6156975" y="0"/>
            <a:chExt cx="2987025" cy="3854074"/>
          </a:xfrm>
        </p:grpSpPr>
        <p:pic>
          <p:nvPicPr>
            <p:cNvPr id="1409" name="Google Shape;1409;p153"/>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410" name="Google Shape;1410;p153"/>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grpSp>
      <p:pic>
        <p:nvPicPr>
          <p:cNvPr id="1411" name="Google Shape;1411;p153"/>
          <p:cNvPicPr preferRelativeResize="0"/>
          <p:nvPr/>
        </p:nvPicPr>
        <p:blipFill rotWithShape="1">
          <a:blip r:embed="rId5">
            <a:alphaModFix/>
          </a:blip>
          <a:srcRect b="0" l="0" r="0" t="0"/>
          <a:stretch/>
        </p:blipFill>
        <p:spPr>
          <a:xfrm rot="-360339">
            <a:off x="6714634" y="840073"/>
            <a:ext cx="2165107" cy="2173929"/>
          </a:xfrm>
          <a:prstGeom prst="rect">
            <a:avLst/>
          </a:prstGeom>
          <a:noFill/>
          <a:ln>
            <a:noFill/>
          </a:ln>
        </p:spPr>
      </p:pic>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412" name="Shape 1412"/>
        <p:cNvGrpSpPr/>
        <p:nvPr/>
      </p:nvGrpSpPr>
      <p:grpSpPr>
        <a:xfrm>
          <a:off x="0" y="0"/>
          <a:ext cx="0" cy="0"/>
          <a:chOff x="0" y="0"/>
          <a:chExt cx="0" cy="0"/>
        </a:xfrm>
      </p:grpSpPr>
      <p:sp>
        <p:nvSpPr>
          <p:cNvPr id="1413" name="Google Shape;1413;p15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14" name="Google Shape;1414;p154"/>
          <p:cNvPicPr preferRelativeResize="0"/>
          <p:nvPr/>
        </p:nvPicPr>
        <p:blipFill rotWithShape="1">
          <a:blip r:embed="rId2">
            <a:alphaModFix/>
          </a:blip>
          <a:srcRect b="1710" l="0" r="0" t="1700"/>
          <a:stretch/>
        </p:blipFill>
        <p:spPr>
          <a:xfrm>
            <a:off x="0" y="532525"/>
            <a:ext cx="9151202" cy="116709"/>
          </a:xfrm>
          <a:prstGeom prst="rect">
            <a:avLst/>
          </a:prstGeom>
          <a:noFill/>
          <a:ln>
            <a:noFill/>
          </a:ln>
        </p:spPr>
      </p:pic>
      <p:sp>
        <p:nvSpPr>
          <p:cNvPr id="1415" name="Google Shape;1415;p15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16" name="Google Shape;1416;p154"/>
          <p:cNvSpPr txBox="1"/>
          <p:nvPr>
            <p:ph idx="1" type="subTitle"/>
          </p:nvPr>
        </p:nvSpPr>
        <p:spPr>
          <a:xfrm>
            <a:off x="324000" y="8100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7" name="Google Shape;1417;p154"/>
          <p:cNvSpPr txBox="1"/>
          <p:nvPr>
            <p:ph idx="2" type="subTitle"/>
          </p:nvPr>
        </p:nvSpPr>
        <p:spPr>
          <a:xfrm>
            <a:off x="2699325" y="8100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18" name="Google Shape;1418;p154"/>
          <p:cNvSpPr txBox="1"/>
          <p:nvPr>
            <p:ph idx="3" type="subTitle"/>
          </p:nvPr>
        </p:nvSpPr>
        <p:spPr>
          <a:xfrm>
            <a:off x="324000" y="21054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9" name="Google Shape;1419;p154"/>
          <p:cNvSpPr txBox="1"/>
          <p:nvPr>
            <p:ph idx="4" type="subTitle"/>
          </p:nvPr>
        </p:nvSpPr>
        <p:spPr>
          <a:xfrm>
            <a:off x="2699325" y="21054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20" name="Google Shape;1420;p154"/>
          <p:cNvSpPr txBox="1"/>
          <p:nvPr>
            <p:ph idx="5" type="subTitle"/>
          </p:nvPr>
        </p:nvSpPr>
        <p:spPr>
          <a:xfrm>
            <a:off x="324000" y="34008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1" name="Google Shape;1421;p154"/>
          <p:cNvSpPr txBox="1"/>
          <p:nvPr>
            <p:ph idx="6" type="subTitle"/>
          </p:nvPr>
        </p:nvSpPr>
        <p:spPr>
          <a:xfrm>
            <a:off x="2699325" y="34008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422" name="Shape 1422"/>
        <p:cNvGrpSpPr/>
        <p:nvPr/>
      </p:nvGrpSpPr>
      <p:grpSpPr>
        <a:xfrm>
          <a:off x="0" y="0"/>
          <a:ext cx="0" cy="0"/>
          <a:chOff x="0" y="0"/>
          <a:chExt cx="0" cy="0"/>
        </a:xfrm>
      </p:grpSpPr>
      <p:sp>
        <p:nvSpPr>
          <p:cNvPr id="1423" name="Google Shape;1423;p15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24" name="Google Shape;1424;p155"/>
          <p:cNvPicPr preferRelativeResize="0"/>
          <p:nvPr/>
        </p:nvPicPr>
        <p:blipFill rotWithShape="1">
          <a:blip r:embed="rId2">
            <a:alphaModFix/>
          </a:blip>
          <a:srcRect b="1710" l="0" r="0" t="1700"/>
          <a:stretch/>
        </p:blipFill>
        <p:spPr>
          <a:xfrm>
            <a:off x="0" y="532525"/>
            <a:ext cx="9151202" cy="116709"/>
          </a:xfrm>
          <a:prstGeom prst="rect">
            <a:avLst/>
          </a:prstGeom>
          <a:noFill/>
          <a:ln>
            <a:noFill/>
          </a:ln>
        </p:spPr>
      </p:pic>
      <p:sp>
        <p:nvSpPr>
          <p:cNvPr id="1425" name="Google Shape;1425;p15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26" name="Google Shape;1426;p155"/>
          <p:cNvSpPr txBox="1"/>
          <p:nvPr>
            <p:ph idx="1" type="subTitle"/>
          </p:nvPr>
        </p:nvSpPr>
        <p:spPr>
          <a:xfrm>
            <a:off x="324000" y="8100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7" name="Google Shape;1427;p155"/>
          <p:cNvSpPr txBox="1"/>
          <p:nvPr>
            <p:ph idx="2" type="subTitle"/>
          </p:nvPr>
        </p:nvSpPr>
        <p:spPr>
          <a:xfrm>
            <a:off x="2699325" y="8100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28" name="Google Shape;1428;p155"/>
          <p:cNvSpPr txBox="1"/>
          <p:nvPr>
            <p:ph idx="3" type="subTitle"/>
          </p:nvPr>
        </p:nvSpPr>
        <p:spPr>
          <a:xfrm>
            <a:off x="324000" y="24864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9" name="Google Shape;1429;p155"/>
          <p:cNvSpPr txBox="1"/>
          <p:nvPr>
            <p:ph idx="4" type="subTitle"/>
          </p:nvPr>
        </p:nvSpPr>
        <p:spPr>
          <a:xfrm>
            <a:off x="2699325" y="24864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30" name="Google Shape;1430;p155"/>
          <p:cNvSpPr txBox="1"/>
          <p:nvPr>
            <p:ph idx="5" type="subTitle"/>
          </p:nvPr>
        </p:nvSpPr>
        <p:spPr>
          <a:xfrm>
            <a:off x="324000" y="41628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1" name="Google Shape;1431;p155"/>
          <p:cNvSpPr txBox="1"/>
          <p:nvPr>
            <p:ph idx="6" type="subTitle"/>
          </p:nvPr>
        </p:nvSpPr>
        <p:spPr>
          <a:xfrm>
            <a:off x="2699325" y="41628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32" name="Google Shape;1432;p155"/>
          <p:cNvSpPr txBox="1"/>
          <p:nvPr>
            <p:ph idx="7" type="subTitle"/>
          </p:nvPr>
        </p:nvSpPr>
        <p:spPr>
          <a:xfrm>
            <a:off x="324000" y="16482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3" name="Google Shape;1433;p155"/>
          <p:cNvSpPr txBox="1"/>
          <p:nvPr>
            <p:ph idx="8" type="subTitle"/>
          </p:nvPr>
        </p:nvSpPr>
        <p:spPr>
          <a:xfrm>
            <a:off x="2699325" y="16482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34" name="Google Shape;1434;p155"/>
          <p:cNvSpPr txBox="1"/>
          <p:nvPr>
            <p:ph idx="9" type="subTitle"/>
          </p:nvPr>
        </p:nvSpPr>
        <p:spPr>
          <a:xfrm>
            <a:off x="324000" y="33246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5" name="Google Shape;1435;p155"/>
          <p:cNvSpPr txBox="1"/>
          <p:nvPr>
            <p:ph idx="13" type="subTitle"/>
          </p:nvPr>
        </p:nvSpPr>
        <p:spPr>
          <a:xfrm>
            <a:off x="2699325" y="33246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36" name="Shape 1436"/>
        <p:cNvGrpSpPr/>
        <p:nvPr/>
      </p:nvGrpSpPr>
      <p:grpSpPr>
        <a:xfrm>
          <a:off x="0" y="0"/>
          <a:ext cx="0" cy="0"/>
          <a:chOff x="0" y="0"/>
          <a:chExt cx="0" cy="0"/>
        </a:xfrm>
      </p:grpSpPr>
      <p:sp>
        <p:nvSpPr>
          <p:cNvPr id="1437" name="Google Shape;1437;p15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38" name="Google Shape;1438;p156"/>
          <p:cNvPicPr preferRelativeResize="0"/>
          <p:nvPr/>
        </p:nvPicPr>
        <p:blipFill rotWithShape="1">
          <a:blip r:embed="rId2">
            <a:alphaModFix/>
          </a:blip>
          <a:srcRect b="1710" l="0" r="0" t="1700"/>
          <a:stretch/>
        </p:blipFill>
        <p:spPr>
          <a:xfrm>
            <a:off x="0" y="532525"/>
            <a:ext cx="9151202" cy="116709"/>
          </a:xfrm>
          <a:prstGeom prst="rect">
            <a:avLst/>
          </a:prstGeom>
          <a:noFill/>
          <a:ln>
            <a:noFill/>
          </a:ln>
        </p:spPr>
      </p:pic>
      <p:sp>
        <p:nvSpPr>
          <p:cNvPr id="1439" name="Google Shape;1439;p15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40" name="Google Shape;1440;p156"/>
          <p:cNvSpPr txBox="1"/>
          <p:nvPr>
            <p:ph idx="1" type="subTitle"/>
          </p:nvPr>
        </p:nvSpPr>
        <p:spPr>
          <a:xfrm>
            <a:off x="324000" y="8100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41" name="Google Shape;1441;p156"/>
          <p:cNvSpPr txBox="1"/>
          <p:nvPr>
            <p:ph idx="2" type="subTitle"/>
          </p:nvPr>
        </p:nvSpPr>
        <p:spPr>
          <a:xfrm>
            <a:off x="2699325" y="8100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42" name="Google Shape;1442;p156"/>
          <p:cNvSpPr txBox="1"/>
          <p:nvPr>
            <p:ph idx="3" type="subTitle"/>
          </p:nvPr>
        </p:nvSpPr>
        <p:spPr>
          <a:xfrm>
            <a:off x="324000" y="25626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43" name="Google Shape;1443;p156"/>
          <p:cNvSpPr txBox="1"/>
          <p:nvPr>
            <p:ph idx="4" type="subTitle"/>
          </p:nvPr>
        </p:nvSpPr>
        <p:spPr>
          <a:xfrm>
            <a:off x="2699325" y="25626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444" name="Shape 1444"/>
        <p:cNvGrpSpPr/>
        <p:nvPr/>
      </p:nvGrpSpPr>
      <p:grpSpPr>
        <a:xfrm>
          <a:off x="0" y="0"/>
          <a:ext cx="0" cy="0"/>
          <a:chOff x="0" y="0"/>
          <a:chExt cx="0" cy="0"/>
        </a:xfrm>
      </p:grpSpPr>
      <p:pic>
        <p:nvPicPr>
          <p:cNvPr id="1445" name="Google Shape;1445;p157"/>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446" name="Google Shape;1446;p157"/>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447" name="Google Shape;1447;p157"/>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448" name="Google Shape;1448;p157"/>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449" name="Google Shape;1449;p157"/>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450" name="Google Shape;1450;p157"/>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451" name="Google Shape;1451;p157"/>
          <p:cNvCxnSpPr>
            <a:endCxn id="1452" idx="2"/>
          </p:cNvCxnSpPr>
          <p:nvPr/>
        </p:nvCxnSpPr>
        <p:spPr>
          <a:xfrm>
            <a:off x="647802" y="1841897"/>
            <a:ext cx="0" cy="2366400"/>
          </a:xfrm>
          <a:prstGeom prst="straightConnector1">
            <a:avLst/>
          </a:prstGeom>
          <a:noFill/>
          <a:ln cap="flat" cmpd="sng" w="38100">
            <a:solidFill>
              <a:srgbClr val="282828"/>
            </a:solidFill>
            <a:prstDash val="solid"/>
            <a:round/>
            <a:headEnd len="sm" w="sm" type="none"/>
            <a:tailEnd len="sm" w="sm" type="none"/>
          </a:ln>
        </p:spPr>
      </p:cxnSp>
      <p:pic>
        <p:nvPicPr>
          <p:cNvPr id="1452" name="Google Shape;1452;p157"/>
          <p:cNvPicPr preferRelativeResize="0"/>
          <p:nvPr/>
        </p:nvPicPr>
        <p:blipFill rotWithShape="1">
          <a:blip r:embed="rId6">
            <a:alphaModFix/>
          </a:blip>
          <a:srcRect b="0" l="0" r="0" t="0"/>
          <a:stretch/>
        </p:blipFill>
        <p:spPr>
          <a:xfrm>
            <a:off x="366079" y="3636220"/>
            <a:ext cx="563446" cy="572077"/>
          </a:xfrm>
          <a:prstGeom prst="rect">
            <a:avLst/>
          </a:prstGeom>
          <a:noFill/>
          <a:ln>
            <a:noFill/>
          </a:ln>
        </p:spPr>
      </p:pic>
      <p:pic>
        <p:nvPicPr>
          <p:cNvPr id="1453" name="Google Shape;1453;p157"/>
          <p:cNvPicPr preferRelativeResize="0"/>
          <p:nvPr/>
        </p:nvPicPr>
        <p:blipFill rotWithShape="1">
          <a:blip r:embed="rId7">
            <a:alphaModFix/>
          </a:blip>
          <a:srcRect b="0" l="0" r="0" t="0"/>
          <a:stretch/>
        </p:blipFill>
        <p:spPr>
          <a:xfrm>
            <a:off x="363482" y="1682508"/>
            <a:ext cx="563185" cy="572092"/>
          </a:xfrm>
          <a:prstGeom prst="rect">
            <a:avLst/>
          </a:prstGeom>
          <a:noFill/>
          <a:ln>
            <a:noFill/>
          </a:ln>
        </p:spPr>
      </p:pic>
      <p:sp>
        <p:nvSpPr>
          <p:cNvPr id="1454" name="Google Shape;1454;p157"/>
          <p:cNvSpPr txBox="1"/>
          <p:nvPr>
            <p:ph type="title"/>
          </p:nvPr>
        </p:nvSpPr>
        <p:spPr>
          <a:xfrm>
            <a:off x="1225200" y="1779713"/>
            <a:ext cx="6850800" cy="3693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455" name="Google Shape;1455;p157"/>
          <p:cNvSpPr txBox="1"/>
          <p:nvPr>
            <p:ph idx="2" type="title"/>
          </p:nvPr>
        </p:nvSpPr>
        <p:spPr>
          <a:xfrm>
            <a:off x="1225200" y="2804800"/>
            <a:ext cx="6850800" cy="3693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456" name="Google Shape;1456;p157"/>
          <p:cNvSpPr txBox="1"/>
          <p:nvPr>
            <p:ph idx="3" type="title"/>
          </p:nvPr>
        </p:nvSpPr>
        <p:spPr>
          <a:xfrm>
            <a:off x="1225200" y="3739189"/>
            <a:ext cx="6850800" cy="3693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pic>
        <p:nvPicPr>
          <p:cNvPr id="1457" name="Google Shape;1457;p157"/>
          <p:cNvPicPr preferRelativeResize="0"/>
          <p:nvPr/>
        </p:nvPicPr>
        <p:blipFill rotWithShape="1">
          <a:blip r:embed="rId8">
            <a:alphaModFix/>
          </a:blip>
          <a:srcRect b="0" l="0" r="0" t="0"/>
          <a:stretch/>
        </p:blipFill>
        <p:spPr>
          <a:xfrm>
            <a:off x="363340" y="2703416"/>
            <a:ext cx="563446" cy="572077"/>
          </a:xfrm>
          <a:prstGeom prst="rect">
            <a:avLst/>
          </a:prstGeom>
          <a:noFill/>
          <a:ln>
            <a:noFill/>
          </a:ln>
        </p:spPr>
      </p:pic>
      <p:sp>
        <p:nvSpPr>
          <p:cNvPr id="1458" name="Google Shape;1458;p15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59" name="Google Shape;1459;p157"/>
          <p:cNvPicPr preferRelativeResize="0"/>
          <p:nvPr/>
        </p:nvPicPr>
        <p:blipFill rotWithShape="1">
          <a:blip r:embed="rId9">
            <a:alphaModFix/>
          </a:blip>
          <a:srcRect b="1710" l="0" r="0" t="1700"/>
          <a:stretch/>
        </p:blipFill>
        <p:spPr>
          <a:xfrm>
            <a:off x="-12" y="481650"/>
            <a:ext cx="9151202" cy="116709"/>
          </a:xfrm>
          <a:prstGeom prst="rect">
            <a:avLst/>
          </a:prstGeom>
          <a:noFill/>
          <a:ln>
            <a:noFill/>
          </a:ln>
        </p:spPr>
      </p:pic>
      <p:sp>
        <p:nvSpPr>
          <p:cNvPr id="1460" name="Google Shape;1460;p15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Lexend"/>
                <a:ea typeface="Lexend"/>
                <a:cs typeface="Lexend"/>
                <a:sym typeface="Lexend"/>
              </a:rPr>
              <a:t>Lesson outline</a:t>
            </a:r>
            <a:endParaRPr b="1" i="0" sz="2000" u="none" cap="none" strike="noStrike">
              <a:solidFill>
                <a:schemeClr val="dk1"/>
              </a:solidFill>
              <a:latin typeface="Lexend"/>
              <a:ea typeface="Lexend"/>
              <a:cs typeface="Lexend"/>
              <a:sym typeface="Lexend"/>
            </a:endParaRPr>
          </a:p>
        </p:txBody>
      </p:sp>
      <p:sp>
        <p:nvSpPr>
          <p:cNvPr id="1461" name="Google Shape;1461;p157"/>
          <p:cNvSpPr txBox="1"/>
          <p:nvPr>
            <p:ph idx="4" type="title"/>
          </p:nvPr>
        </p:nvSpPr>
        <p:spPr>
          <a:xfrm>
            <a:off x="324000" y="657600"/>
            <a:ext cx="5741400" cy="615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Font typeface="Lexend"/>
              <a:buNone/>
              <a:defRPr b="0" sz="1800">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462" name="Shape 1462"/>
        <p:cNvGrpSpPr/>
        <p:nvPr/>
      </p:nvGrpSpPr>
      <p:grpSpPr>
        <a:xfrm>
          <a:off x="0" y="0"/>
          <a:ext cx="0" cy="0"/>
          <a:chOff x="0" y="0"/>
          <a:chExt cx="0" cy="0"/>
        </a:xfrm>
      </p:grpSpPr>
      <p:pic>
        <p:nvPicPr>
          <p:cNvPr id="1463" name="Google Shape;1463;p158"/>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464" name="Google Shape;1464;p158"/>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465" name="Google Shape;1465;p158"/>
          <p:cNvPicPr preferRelativeResize="0"/>
          <p:nvPr/>
        </p:nvPicPr>
        <p:blipFill rotWithShape="1">
          <a:blip r:embed="rId4">
            <a:alphaModFix/>
          </a:blip>
          <a:srcRect b="4397" l="0" r="0" t="4387"/>
          <a:stretch/>
        </p:blipFill>
        <p:spPr>
          <a:xfrm>
            <a:off x="863550" y="3971358"/>
            <a:ext cx="7439126" cy="563217"/>
          </a:xfrm>
          <a:prstGeom prst="rect">
            <a:avLst/>
          </a:prstGeom>
          <a:noFill/>
          <a:ln>
            <a:noFill/>
          </a:ln>
        </p:spPr>
      </p:pic>
      <p:pic>
        <p:nvPicPr>
          <p:cNvPr id="1466" name="Google Shape;1466;p158"/>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467" name="Google Shape;1467;p158"/>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468" name="Google Shape;1468;p158"/>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469" name="Google Shape;1469;p158"/>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470" name="Google Shape;1470;p158"/>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471" name="Google Shape;1471;p158"/>
          <p:cNvCxnSpPr/>
          <p:nvPr/>
        </p:nvCxnSpPr>
        <p:spPr>
          <a:xfrm>
            <a:off x="647802" y="1725234"/>
            <a:ext cx="600" cy="2679900"/>
          </a:xfrm>
          <a:prstGeom prst="straightConnector1">
            <a:avLst/>
          </a:prstGeom>
          <a:noFill/>
          <a:ln cap="flat" cmpd="sng" w="38100">
            <a:solidFill>
              <a:srgbClr val="282828"/>
            </a:solidFill>
            <a:prstDash val="solid"/>
            <a:round/>
            <a:headEnd len="sm" w="sm" type="none"/>
            <a:tailEnd len="sm" w="sm" type="none"/>
          </a:ln>
        </p:spPr>
      </p:cxnSp>
      <p:pic>
        <p:nvPicPr>
          <p:cNvPr id="1472" name="Google Shape;1472;p158"/>
          <p:cNvPicPr preferRelativeResize="0"/>
          <p:nvPr/>
        </p:nvPicPr>
        <p:blipFill rotWithShape="1">
          <a:blip r:embed="rId7">
            <a:alphaModFix/>
          </a:blip>
          <a:srcRect b="0" l="0" r="0" t="0"/>
          <a:stretch/>
        </p:blipFill>
        <p:spPr>
          <a:xfrm>
            <a:off x="366079" y="3134650"/>
            <a:ext cx="563446" cy="572077"/>
          </a:xfrm>
          <a:prstGeom prst="rect">
            <a:avLst/>
          </a:prstGeom>
          <a:noFill/>
          <a:ln>
            <a:noFill/>
          </a:ln>
        </p:spPr>
      </p:pic>
      <p:pic>
        <p:nvPicPr>
          <p:cNvPr id="1473" name="Google Shape;1473;p158"/>
          <p:cNvPicPr preferRelativeResize="0"/>
          <p:nvPr/>
        </p:nvPicPr>
        <p:blipFill rotWithShape="1">
          <a:blip r:embed="rId8">
            <a:alphaModFix/>
          </a:blip>
          <a:srcRect b="0" l="0" r="0" t="0"/>
          <a:stretch/>
        </p:blipFill>
        <p:spPr>
          <a:xfrm>
            <a:off x="363357" y="1462166"/>
            <a:ext cx="563185" cy="572092"/>
          </a:xfrm>
          <a:prstGeom prst="rect">
            <a:avLst/>
          </a:prstGeom>
          <a:noFill/>
          <a:ln>
            <a:noFill/>
          </a:ln>
        </p:spPr>
      </p:pic>
      <p:pic>
        <p:nvPicPr>
          <p:cNvPr id="1474" name="Google Shape;1474;p158"/>
          <p:cNvPicPr preferRelativeResize="0"/>
          <p:nvPr/>
        </p:nvPicPr>
        <p:blipFill rotWithShape="1">
          <a:blip r:embed="rId9">
            <a:alphaModFix/>
          </a:blip>
          <a:srcRect b="0" l="0" r="0" t="0"/>
          <a:stretch/>
        </p:blipFill>
        <p:spPr>
          <a:xfrm>
            <a:off x="363340" y="2287588"/>
            <a:ext cx="563446" cy="572077"/>
          </a:xfrm>
          <a:prstGeom prst="rect">
            <a:avLst/>
          </a:prstGeom>
          <a:noFill/>
          <a:ln>
            <a:noFill/>
          </a:ln>
        </p:spPr>
      </p:pic>
      <p:sp>
        <p:nvSpPr>
          <p:cNvPr id="1475" name="Google Shape;1475;p158"/>
          <p:cNvSpPr txBox="1"/>
          <p:nvPr>
            <p:ph type="title"/>
          </p:nvPr>
        </p:nvSpPr>
        <p:spPr>
          <a:xfrm>
            <a:off x="1224600" y="1466663"/>
            <a:ext cx="6850800" cy="563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476" name="Google Shape;1476;p158"/>
          <p:cNvSpPr txBox="1"/>
          <p:nvPr>
            <p:ph idx="2" type="title"/>
          </p:nvPr>
        </p:nvSpPr>
        <p:spPr>
          <a:xfrm>
            <a:off x="1224600" y="2285700"/>
            <a:ext cx="6850800" cy="572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477" name="Google Shape;1477;p158"/>
          <p:cNvSpPr txBox="1"/>
          <p:nvPr>
            <p:ph idx="3" type="title"/>
          </p:nvPr>
        </p:nvSpPr>
        <p:spPr>
          <a:xfrm>
            <a:off x="1224600" y="3160338"/>
            <a:ext cx="6850800" cy="5364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478" name="Google Shape;1478;p158"/>
          <p:cNvSpPr txBox="1"/>
          <p:nvPr>
            <p:ph idx="4" type="title"/>
          </p:nvPr>
        </p:nvSpPr>
        <p:spPr>
          <a:xfrm>
            <a:off x="1224600" y="3971414"/>
            <a:ext cx="6850800" cy="563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pic>
        <p:nvPicPr>
          <p:cNvPr id="1479" name="Google Shape;1479;p158"/>
          <p:cNvPicPr preferRelativeResize="0"/>
          <p:nvPr/>
        </p:nvPicPr>
        <p:blipFill rotWithShape="1">
          <a:blip r:embed="rId10">
            <a:alphaModFix/>
          </a:blip>
          <a:srcRect b="0" l="0" r="0" t="0"/>
          <a:stretch/>
        </p:blipFill>
        <p:spPr>
          <a:xfrm>
            <a:off x="363341" y="3969363"/>
            <a:ext cx="563446" cy="572077"/>
          </a:xfrm>
          <a:prstGeom prst="rect">
            <a:avLst/>
          </a:prstGeom>
          <a:noFill/>
          <a:ln>
            <a:noFill/>
          </a:ln>
        </p:spPr>
      </p:pic>
      <p:sp>
        <p:nvSpPr>
          <p:cNvPr id="1480" name="Google Shape;1480;p15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81" name="Google Shape;1481;p158"/>
          <p:cNvPicPr preferRelativeResize="0"/>
          <p:nvPr/>
        </p:nvPicPr>
        <p:blipFill rotWithShape="1">
          <a:blip r:embed="rId11">
            <a:alphaModFix/>
          </a:blip>
          <a:srcRect b="1710" l="0" r="0" t="1700"/>
          <a:stretch/>
        </p:blipFill>
        <p:spPr>
          <a:xfrm>
            <a:off x="-12" y="481650"/>
            <a:ext cx="9151202" cy="116709"/>
          </a:xfrm>
          <a:prstGeom prst="rect">
            <a:avLst/>
          </a:prstGeom>
          <a:noFill/>
          <a:ln>
            <a:noFill/>
          </a:ln>
        </p:spPr>
      </p:pic>
      <p:sp>
        <p:nvSpPr>
          <p:cNvPr id="1482" name="Google Shape;1482;p15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Lexend"/>
                <a:ea typeface="Lexend"/>
                <a:cs typeface="Lexend"/>
                <a:sym typeface="Lexend"/>
              </a:rPr>
              <a:t>Lesson outline</a:t>
            </a:r>
            <a:endParaRPr b="1" i="0" sz="2000" u="none" cap="none" strike="noStrike">
              <a:solidFill>
                <a:schemeClr val="dk1"/>
              </a:solidFill>
              <a:latin typeface="Lexend"/>
              <a:ea typeface="Lexend"/>
              <a:cs typeface="Lexend"/>
              <a:sym typeface="Lexend"/>
            </a:endParaRPr>
          </a:p>
        </p:txBody>
      </p:sp>
      <p:sp>
        <p:nvSpPr>
          <p:cNvPr id="1483" name="Google Shape;1483;p158"/>
          <p:cNvSpPr txBox="1"/>
          <p:nvPr>
            <p:ph idx="5" type="title"/>
          </p:nvPr>
        </p:nvSpPr>
        <p:spPr>
          <a:xfrm>
            <a:off x="324000" y="657600"/>
            <a:ext cx="5741400" cy="615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Font typeface="Lexend"/>
              <a:buNone/>
              <a:defRPr b="0" sz="1800">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1484" name="Shape 1484"/>
        <p:cNvGrpSpPr/>
        <p:nvPr/>
      </p:nvGrpSpPr>
      <p:grpSpPr>
        <a:xfrm>
          <a:off x="0" y="0"/>
          <a:ext cx="0" cy="0"/>
          <a:chOff x="0" y="0"/>
          <a:chExt cx="0" cy="0"/>
        </a:xfrm>
      </p:grpSpPr>
      <p:pic>
        <p:nvPicPr>
          <p:cNvPr id="1485" name="Google Shape;1485;p159"/>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486" name="Google Shape;1486;p15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7" name="Google Shape;1487;p159"/>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1488" name="Google Shape;1488;p159"/>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Explanation</a:t>
            </a:r>
            <a:endParaRPr b="1" i="0" sz="900" u="none" cap="none" strike="noStrike">
              <a:solidFill>
                <a:srgbClr val="EBEDFE"/>
              </a:solidFill>
              <a:latin typeface="Lexend"/>
              <a:ea typeface="Lexend"/>
              <a:cs typeface="Lexend"/>
              <a:sym typeface="Lexend"/>
            </a:endParaRPr>
          </a:p>
        </p:txBody>
      </p:sp>
      <p:sp>
        <p:nvSpPr>
          <p:cNvPr id="1489" name="Google Shape;1489;p159"/>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490" name="Google Shape;1490;p159"/>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1491" name="Shape 1491"/>
        <p:cNvGrpSpPr/>
        <p:nvPr/>
      </p:nvGrpSpPr>
      <p:grpSpPr>
        <a:xfrm>
          <a:off x="0" y="0"/>
          <a:ext cx="0" cy="0"/>
          <a:chOff x="0" y="0"/>
          <a:chExt cx="0" cy="0"/>
        </a:xfrm>
      </p:grpSpPr>
      <p:pic>
        <p:nvPicPr>
          <p:cNvPr id="1492" name="Google Shape;1492;p160"/>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493" name="Google Shape;1493;p160"/>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4" name="Google Shape;1494;p160"/>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1495" name="Google Shape;1495;p16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Explanation</a:t>
            </a:r>
            <a:endParaRPr b="1" i="0" sz="900" u="none" cap="none" strike="noStrike">
              <a:solidFill>
                <a:srgbClr val="FAEAF6"/>
              </a:solidFill>
              <a:latin typeface="Lexend"/>
              <a:ea typeface="Lexend"/>
              <a:cs typeface="Lexend"/>
              <a:sym typeface="Lexend"/>
            </a:endParaRPr>
          </a:p>
        </p:txBody>
      </p:sp>
      <p:sp>
        <p:nvSpPr>
          <p:cNvPr id="1496" name="Google Shape;1496;p160"/>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497" name="Google Shape;1497;p16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1498" name="Shape 1498"/>
        <p:cNvGrpSpPr/>
        <p:nvPr/>
      </p:nvGrpSpPr>
      <p:grpSpPr>
        <a:xfrm>
          <a:off x="0" y="0"/>
          <a:ext cx="0" cy="0"/>
          <a:chOff x="0" y="0"/>
          <a:chExt cx="0" cy="0"/>
        </a:xfrm>
      </p:grpSpPr>
      <p:sp>
        <p:nvSpPr>
          <p:cNvPr id="1499" name="Google Shape;1499;p161"/>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00" name="Google Shape;1500;p161"/>
          <p:cNvPicPr preferRelativeResize="0"/>
          <p:nvPr/>
        </p:nvPicPr>
        <p:blipFill rotWithShape="1">
          <a:blip r:embed="rId2">
            <a:alphaModFix/>
          </a:blip>
          <a:srcRect b="0" l="0" r="0" t="0"/>
          <a:stretch/>
        </p:blipFill>
        <p:spPr>
          <a:xfrm>
            <a:off x="0" y="532525"/>
            <a:ext cx="9151202" cy="116700"/>
          </a:xfrm>
          <a:prstGeom prst="rect">
            <a:avLst/>
          </a:prstGeom>
          <a:noFill/>
          <a:ln>
            <a:noFill/>
          </a:ln>
        </p:spPr>
      </p:pic>
      <p:sp>
        <p:nvSpPr>
          <p:cNvPr id="1501" name="Google Shape;1501;p161"/>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2" name="Google Shape;1502;p161"/>
          <p:cNvSpPr txBox="1"/>
          <p:nvPr>
            <p:ph idx="1" type="subTitle"/>
          </p:nvPr>
        </p:nvSpPr>
        <p:spPr>
          <a:xfrm>
            <a:off x="337825"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503" name="Google Shape;1503;p161"/>
          <p:cNvSpPr txBox="1"/>
          <p:nvPr>
            <p:ph idx="2" type="subTitle"/>
          </p:nvPr>
        </p:nvSpPr>
        <p:spPr>
          <a:xfrm>
            <a:off x="4824000"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504" name="Google Shape;1504;p161"/>
          <p:cNvSpPr txBox="1"/>
          <p:nvPr>
            <p:ph type="title"/>
          </p:nvPr>
        </p:nvSpPr>
        <p:spPr>
          <a:xfrm>
            <a:off x="324000" y="0"/>
            <a:ext cx="74505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505" name="Google Shape;1505;p161"/>
          <p:cNvGrpSpPr/>
          <p:nvPr/>
        </p:nvGrpSpPr>
        <p:grpSpPr>
          <a:xfrm>
            <a:off x="7834231" y="1285"/>
            <a:ext cx="828900" cy="576065"/>
            <a:chOff x="7801496" y="1285"/>
            <a:chExt cx="828900" cy="576065"/>
          </a:xfrm>
        </p:grpSpPr>
        <p:pic>
          <p:nvPicPr>
            <p:cNvPr id="1506" name="Google Shape;1506;p161"/>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1507" name="Google Shape;1507;p161"/>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Explanation</a:t>
              </a:r>
              <a:endParaRPr b="1" i="0" sz="900" u="none" cap="none" strike="noStrike">
                <a:solidFill>
                  <a:srgbClr val="EBEDFE"/>
                </a:solidFill>
                <a:latin typeface="Lexend"/>
                <a:ea typeface="Lexend"/>
                <a:cs typeface="Lexend"/>
                <a:sym typeface="Lexend"/>
              </a:endParaRPr>
            </a:p>
          </p:txBody>
        </p:sp>
      </p:grpSp>
      <p:grpSp>
        <p:nvGrpSpPr>
          <p:cNvPr id="1508" name="Google Shape;1508;p161"/>
          <p:cNvGrpSpPr/>
          <p:nvPr/>
        </p:nvGrpSpPr>
        <p:grpSpPr>
          <a:xfrm>
            <a:off x="8635663" y="1285"/>
            <a:ext cx="499700" cy="576065"/>
            <a:chOff x="8635663" y="1285"/>
            <a:chExt cx="499700" cy="576065"/>
          </a:xfrm>
        </p:grpSpPr>
        <p:pic>
          <p:nvPicPr>
            <p:cNvPr id="1509" name="Google Shape;1509;p161"/>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1510" name="Google Shape;1510;p161"/>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gr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1511" name="Shape 1511"/>
        <p:cNvGrpSpPr/>
        <p:nvPr/>
      </p:nvGrpSpPr>
      <p:grpSpPr>
        <a:xfrm>
          <a:off x="0" y="0"/>
          <a:ext cx="0" cy="0"/>
          <a:chOff x="0" y="0"/>
          <a:chExt cx="0" cy="0"/>
        </a:xfrm>
      </p:grpSpPr>
      <p:sp>
        <p:nvSpPr>
          <p:cNvPr id="1512" name="Google Shape;1512;p162"/>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13" name="Google Shape;1513;p162"/>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514" name="Google Shape;1514;p16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5" name="Google Shape;1515;p162"/>
          <p:cNvSpPr txBox="1"/>
          <p:nvPr>
            <p:ph idx="1" type="subTitle"/>
          </p:nvPr>
        </p:nvSpPr>
        <p:spPr>
          <a:xfrm>
            <a:off x="337825"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516" name="Google Shape;1516;p162"/>
          <p:cNvSpPr txBox="1"/>
          <p:nvPr>
            <p:ph idx="2" type="subTitle"/>
          </p:nvPr>
        </p:nvSpPr>
        <p:spPr>
          <a:xfrm>
            <a:off x="4824000"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517" name="Google Shape;1517;p162"/>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518" name="Google Shape;1518;p162"/>
          <p:cNvGrpSpPr/>
          <p:nvPr/>
        </p:nvGrpSpPr>
        <p:grpSpPr>
          <a:xfrm>
            <a:off x="7834231" y="1285"/>
            <a:ext cx="828900" cy="576065"/>
            <a:chOff x="7801496" y="1285"/>
            <a:chExt cx="828900" cy="576065"/>
          </a:xfrm>
        </p:grpSpPr>
        <p:pic>
          <p:nvPicPr>
            <p:cNvPr id="1519" name="Google Shape;1519;p162"/>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1520" name="Google Shape;1520;p162"/>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Explanation</a:t>
              </a:r>
              <a:endParaRPr b="1" i="0" sz="900" u="none" cap="none" strike="noStrike">
                <a:solidFill>
                  <a:srgbClr val="E6F2F2"/>
                </a:solidFill>
                <a:latin typeface="Lexend"/>
                <a:ea typeface="Lexend"/>
                <a:cs typeface="Lexend"/>
                <a:sym typeface="Lexend"/>
              </a:endParaRPr>
            </a:p>
          </p:txBody>
        </p:sp>
      </p:grpSp>
      <p:grpSp>
        <p:nvGrpSpPr>
          <p:cNvPr id="1521" name="Google Shape;1521;p162"/>
          <p:cNvGrpSpPr/>
          <p:nvPr/>
        </p:nvGrpSpPr>
        <p:grpSpPr>
          <a:xfrm>
            <a:off x="8635663" y="1285"/>
            <a:ext cx="499700" cy="576065"/>
            <a:chOff x="8635663" y="1285"/>
            <a:chExt cx="499700" cy="576065"/>
          </a:xfrm>
        </p:grpSpPr>
        <p:pic>
          <p:nvPicPr>
            <p:cNvPr id="1522" name="Google Shape;1522;p162"/>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1523" name="Google Shape;1523;p162"/>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gr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1524" name="Shape 1524"/>
        <p:cNvGrpSpPr/>
        <p:nvPr/>
      </p:nvGrpSpPr>
      <p:grpSpPr>
        <a:xfrm>
          <a:off x="0" y="0"/>
          <a:ext cx="0" cy="0"/>
          <a:chOff x="0" y="0"/>
          <a:chExt cx="0" cy="0"/>
        </a:xfrm>
      </p:grpSpPr>
      <p:sp>
        <p:nvSpPr>
          <p:cNvPr id="1525" name="Google Shape;1525;p163"/>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26" name="Google Shape;1526;p163"/>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527" name="Google Shape;1527;p16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8" name="Google Shape;1528;p163"/>
          <p:cNvSpPr txBox="1"/>
          <p:nvPr>
            <p:ph idx="1" type="subTitle"/>
          </p:nvPr>
        </p:nvSpPr>
        <p:spPr>
          <a:xfrm>
            <a:off x="337825"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529" name="Google Shape;1529;p163"/>
          <p:cNvSpPr txBox="1"/>
          <p:nvPr>
            <p:ph idx="2" type="subTitle"/>
          </p:nvPr>
        </p:nvSpPr>
        <p:spPr>
          <a:xfrm>
            <a:off x="4824000"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530" name="Google Shape;1530;p163"/>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531" name="Google Shape;1531;p163"/>
          <p:cNvGrpSpPr/>
          <p:nvPr/>
        </p:nvGrpSpPr>
        <p:grpSpPr>
          <a:xfrm>
            <a:off x="7834231" y="1285"/>
            <a:ext cx="828900" cy="576065"/>
            <a:chOff x="7801496" y="1285"/>
            <a:chExt cx="828900" cy="576065"/>
          </a:xfrm>
        </p:grpSpPr>
        <p:pic>
          <p:nvPicPr>
            <p:cNvPr id="1532" name="Google Shape;1532;p163"/>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1533" name="Google Shape;1533;p163"/>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Explanation</a:t>
              </a:r>
              <a:endParaRPr b="1" i="0" sz="900" u="none" cap="none" strike="noStrike">
                <a:solidFill>
                  <a:srgbClr val="E6F2F2"/>
                </a:solidFill>
                <a:latin typeface="Lexend"/>
                <a:ea typeface="Lexend"/>
                <a:cs typeface="Lexend"/>
                <a:sym typeface="Lexend"/>
              </a:endParaRPr>
            </a:p>
          </p:txBody>
        </p:sp>
      </p:grpSp>
      <p:grpSp>
        <p:nvGrpSpPr>
          <p:cNvPr id="1534" name="Google Shape;1534;p163"/>
          <p:cNvGrpSpPr/>
          <p:nvPr/>
        </p:nvGrpSpPr>
        <p:grpSpPr>
          <a:xfrm>
            <a:off x="8635663" y="1285"/>
            <a:ext cx="499700" cy="576065"/>
            <a:chOff x="8635663" y="1285"/>
            <a:chExt cx="499700" cy="576065"/>
          </a:xfrm>
        </p:grpSpPr>
        <p:pic>
          <p:nvPicPr>
            <p:cNvPr id="1535" name="Google Shape;1535;p163"/>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1536" name="Google Shape;1536;p163"/>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gr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1537" name="Shape 1537"/>
        <p:cNvGrpSpPr/>
        <p:nvPr/>
      </p:nvGrpSpPr>
      <p:grpSpPr>
        <a:xfrm>
          <a:off x="0" y="0"/>
          <a:ext cx="0" cy="0"/>
          <a:chOff x="0" y="0"/>
          <a:chExt cx="0" cy="0"/>
        </a:xfrm>
      </p:grpSpPr>
      <p:sp>
        <p:nvSpPr>
          <p:cNvPr id="1538" name="Google Shape;1538;p16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39" name="Google Shape;1539;p164"/>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540" name="Google Shape;1540;p16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1" name="Google Shape;1541;p164"/>
          <p:cNvSpPr txBox="1"/>
          <p:nvPr>
            <p:ph idx="1" type="subTitle"/>
          </p:nvPr>
        </p:nvSpPr>
        <p:spPr>
          <a:xfrm>
            <a:off x="337825"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542" name="Google Shape;1542;p164"/>
          <p:cNvSpPr txBox="1"/>
          <p:nvPr>
            <p:ph idx="2" type="subTitle"/>
          </p:nvPr>
        </p:nvSpPr>
        <p:spPr>
          <a:xfrm>
            <a:off x="4824000"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543" name="Google Shape;1543;p164"/>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544" name="Google Shape;1544;p164"/>
          <p:cNvGrpSpPr/>
          <p:nvPr/>
        </p:nvGrpSpPr>
        <p:grpSpPr>
          <a:xfrm>
            <a:off x="7834231" y="1285"/>
            <a:ext cx="828900" cy="576065"/>
            <a:chOff x="7801496" y="1285"/>
            <a:chExt cx="828900" cy="576065"/>
          </a:xfrm>
        </p:grpSpPr>
        <p:pic>
          <p:nvPicPr>
            <p:cNvPr id="1545" name="Google Shape;1545;p16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1546" name="Google Shape;1546;p16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Explanation</a:t>
              </a:r>
              <a:endParaRPr b="1" i="0" sz="900" u="none" cap="none" strike="noStrike">
                <a:solidFill>
                  <a:srgbClr val="FAEAF6"/>
                </a:solidFill>
                <a:latin typeface="Lexend"/>
                <a:ea typeface="Lexend"/>
                <a:cs typeface="Lexend"/>
                <a:sym typeface="Lexend"/>
              </a:endParaRPr>
            </a:p>
          </p:txBody>
        </p:sp>
      </p:grpSp>
      <p:grpSp>
        <p:nvGrpSpPr>
          <p:cNvPr id="1547" name="Google Shape;1547;p164"/>
          <p:cNvGrpSpPr/>
          <p:nvPr/>
        </p:nvGrpSpPr>
        <p:grpSpPr>
          <a:xfrm>
            <a:off x="8635663" y="1285"/>
            <a:ext cx="499700" cy="576065"/>
            <a:chOff x="8635663" y="1285"/>
            <a:chExt cx="499700" cy="576065"/>
          </a:xfrm>
        </p:grpSpPr>
        <p:pic>
          <p:nvPicPr>
            <p:cNvPr id="1548" name="Google Shape;1548;p16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1549" name="Google Shape;1549;p16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Check</a:t>
              </a:r>
              <a:endParaRPr b="1" i="0" sz="900" u="none" cap="none" strike="noStrike">
                <a:solidFill>
                  <a:srgbClr val="FAEAF6"/>
                </a:solidFill>
                <a:latin typeface="Lexend"/>
                <a:ea typeface="Lexend"/>
                <a:cs typeface="Lexend"/>
                <a:sym typeface="Lexend"/>
              </a:endParaRPr>
            </a:p>
          </p:txBody>
        </p:sp>
      </p:gr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1550" name="Shape 1550"/>
        <p:cNvGrpSpPr/>
        <p:nvPr/>
      </p:nvGrpSpPr>
      <p:grpSpPr>
        <a:xfrm>
          <a:off x="0" y="0"/>
          <a:ext cx="0" cy="0"/>
          <a:chOff x="0" y="0"/>
          <a:chExt cx="0" cy="0"/>
        </a:xfrm>
      </p:grpSpPr>
      <p:pic>
        <p:nvPicPr>
          <p:cNvPr id="1551" name="Google Shape;1551;p165"/>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552" name="Google Shape;1552;p16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3" name="Google Shape;1553;p165"/>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a:t>
            </a:r>
            <a:endParaRPr b="1" i="0" sz="2200" u="none" cap="none" strike="noStrike">
              <a:solidFill>
                <a:schemeClr val="dk1"/>
              </a:solidFill>
              <a:latin typeface="Lexend"/>
              <a:ea typeface="Lexend"/>
              <a:cs typeface="Lexend"/>
              <a:sym typeface="Lexend"/>
            </a:endParaRPr>
          </a:p>
        </p:txBody>
      </p:sp>
      <p:sp>
        <p:nvSpPr>
          <p:cNvPr id="1554" name="Google Shape;1554;p165"/>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False</a:t>
            </a:r>
            <a:endParaRPr b="1" i="0" sz="2200" u="none" cap="none" strike="noStrike">
              <a:solidFill>
                <a:schemeClr val="dk1"/>
              </a:solidFill>
              <a:latin typeface="Lexend"/>
              <a:ea typeface="Lexend"/>
              <a:cs typeface="Lexend"/>
              <a:sym typeface="Lexend"/>
            </a:endParaRPr>
          </a:p>
        </p:txBody>
      </p:sp>
      <p:sp>
        <p:nvSpPr>
          <p:cNvPr id="1555" name="Google Shape;1555;p165"/>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Justify your answer</a:t>
            </a:r>
            <a:endParaRPr b="1" i="0" sz="2200" u="none" cap="none" strike="noStrike">
              <a:solidFill>
                <a:schemeClr val="dk1"/>
              </a:solidFill>
              <a:latin typeface="Lexend"/>
              <a:ea typeface="Lexend"/>
              <a:cs typeface="Lexend"/>
              <a:sym typeface="Lexend"/>
            </a:endParaRPr>
          </a:p>
        </p:txBody>
      </p:sp>
      <p:sp>
        <p:nvSpPr>
          <p:cNvPr id="1556" name="Google Shape;1556;p165"/>
          <p:cNvSpPr txBox="1"/>
          <p:nvPr>
            <p:ph idx="1" type="subTitle"/>
          </p:nvPr>
        </p:nvSpPr>
        <p:spPr>
          <a:xfrm>
            <a:off x="324000" y="1080000"/>
            <a:ext cx="6722400" cy="2505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557" name="Google Shape;1557;p165"/>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 or false?</a:t>
            </a:r>
            <a:r>
              <a:rPr b="0" i="0" lang="en" sz="2400" u="none" cap="none" strike="noStrike">
                <a:solidFill>
                  <a:schemeClr val="dk1"/>
                </a:solidFill>
                <a:latin typeface="ABeeZee"/>
                <a:ea typeface="ABeeZee"/>
                <a:cs typeface="ABeeZee"/>
                <a:sym typeface="ABeeZee"/>
              </a:rPr>
              <a:t> </a:t>
            </a:r>
            <a:endParaRPr b="0" i="0" sz="2400" u="none" cap="none" strike="noStrike">
              <a:solidFill>
                <a:schemeClr val="dk1"/>
              </a:solidFill>
              <a:latin typeface="ABeeZee"/>
              <a:ea typeface="ABeeZee"/>
              <a:cs typeface="ABeeZee"/>
              <a:sym typeface="ABeeZee"/>
            </a:endParaRPr>
          </a:p>
        </p:txBody>
      </p:sp>
      <p:pic>
        <p:nvPicPr>
          <p:cNvPr id="1558" name="Google Shape;1558;p16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559" name="Google Shape;1559;p16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sp>
        <p:nvSpPr>
          <p:cNvPr id="1560" name="Google Shape;1560;p165"/>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61" name="Google Shape;1561;p165"/>
          <p:cNvSpPr txBox="1"/>
          <p:nvPr>
            <p:ph idx="2" type="subTitle"/>
          </p:nvPr>
        </p:nvSpPr>
        <p:spPr>
          <a:xfrm>
            <a:off x="980575" y="3196113"/>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562" name="Google Shape;1562;p165"/>
          <p:cNvSpPr txBox="1"/>
          <p:nvPr>
            <p:ph idx="3" type="subTitle"/>
          </p:nvPr>
        </p:nvSpPr>
        <p:spPr>
          <a:xfrm>
            <a:off x="980575" y="4040345"/>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1563" name="Google Shape;1563;p165"/>
          <p:cNvGrpSpPr/>
          <p:nvPr/>
        </p:nvGrpSpPr>
        <p:grpSpPr>
          <a:xfrm>
            <a:off x="324128" y="3139463"/>
            <a:ext cx="457200" cy="457200"/>
            <a:chOff x="1020916" y="1442088"/>
            <a:chExt cx="457200" cy="457200"/>
          </a:xfrm>
        </p:grpSpPr>
        <p:pic>
          <p:nvPicPr>
            <p:cNvPr id="1564" name="Google Shape;1564;p165"/>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565" name="Google Shape;1565;p16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566" name="Google Shape;1566;p165"/>
          <p:cNvGrpSpPr/>
          <p:nvPr/>
        </p:nvGrpSpPr>
        <p:grpSpPr>
          <a:xfrm>
            <a:off x="324128" y="3987825"/>
            <a:ext cx="457200" cy="457200"/>
            <a:chOff x="1020916" y="1442088"/>
            <a:chExt cx="457200" cy="457200"/>
          </a:xfrm>
        </p:grpSpPr>
        <p:pic>
          <p:nvPicPr>
            <p:cNvPr id="1567" name="Google Shape;1567;p165"/>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568" name="Google Shape;1568;p16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pic>
        <p:nvPicPr>
          <p:cNvPr id="1569" name="Google Shape;1569;p165"/>
          <p:cNvPicPr preferRelativeResize="0"/>
          <p:nvPr/>
        </p:nvPicPr>
        <p:blipFill rotWithShape="1">
          <a:blip r:embed="rId5">
            <a:alphaModFix/>
          </a:blip>
          <a:srcRect b="0" l="0" r="0" t="0"/>
          <a:stretch/>
        </p:blipFill>
        <p:spPr>
          <a:xfrm>
            <a:off x="2429763" y="1780516"/>
            <a:ext cx="457425" cy="457425"/>
          </a:xfrm>
          <a:prstGeom prst="rect">
            <a:avLst/>
          </a:prstGeom>
          <a:noFill/>
          <a:ln>
            <a:noFill/>
          </a:ln>
        </p:spPr>
      </p:pic>
      <p:pic>
        <p:nvPicPr>
          <p:cNvPr id="1570" name="Google Shape;1570;p165"/>
          <p:cNvPicPr preferRelativeResize="0"/>
          <p:nvPr/>
        </p:nvPicPr>
        <p:blipFill rotWithShape="1">
          <a:blip r:embed="rId5">
            <a:alphaModFix/>
          </a:blip>
          <a:srcRect b="0" l="0" r="0" t="0"/>
          <a:stretch/>
        </p:blipFill>
        <p:spPr>
          <a:xfrm>
            <a:off x="4823988" y="1780516"/>
            <a:ext cx="457425" cy="457425"/>
          </a:xfrm>
          <a:prstGeom prst="rect">
            <a:avLst/>
          </a:prstGeom>
          <a:noFill/>
          <a:ln>
            <a:noFill/>
          </a:ln>
        </p:spPr>
      </p:pic>
      <p:sp>
        <p:nvSpPr>
          <p:cNvPr id="1571" name="Google Shape;1571;p165"/>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T</a:t>
            </a:r>
            <a:endParaRPr b="1" i="0" sz="1800" u="none" cap="none" strike="noStrike">
              <a:solidFill>
                <a:schemeClr val="lt1"/>
              </a:solidFill>
              <a:latin typeface="Lexend"/>
              <a:ea typeface="Lexend"/>
              <a:cs typeface="Lexend"/>
              <a:sym typeface="Lexend"/>
            </a:endParaRPr>
          </a:p>
        </p:txBody>
      </p:sp>
      <p:sp>
        <p:nvSpPr>
          <p:cNvPr id="1572" name="Google Shape;1572;p165"/>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F</a:t>
            </a:r>
            <a:endParaRPr b="1" i="0" sz="1800" u="none" cap="none" strike="noStrike">
              <a:solidFill>
                <a:schemeClr val="lt1"/>
              </a:solidFill>
              <a:latin typeface="Lexend"/>
              <a:ea typeface="Lexend"/>
              <a:cs typeface="Lexend"/>
              <a:sym typeface="Lexend"/>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1573" name="Shape 1573"/>
        <p:cNvGrpSpPr/>
        <p:nvPr/>
      </p:nvGrpSpPr>
      <p:grpSpPr>
        <a:xfrm>
          <a:off x="0" y="0"/>
          <a:ext cx="0" cy="0"/>
          <a:chOff x="0" y="0"/>
          <a:chExt cx="0" cy="0"/>
        </a:xfrm>
      </p:grpSpPr>
      <p:pic>
        <p:nvPicPr>
          <p:cNvPr id="1574" name="Google Shape;1574;p166"/>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575" name="Google Shape;1575;p16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6" name="Google Shape;1576;p166"/>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a:t>
            </a:r>
            <a:endParaRPr b="1" i="0" sz="2200" u="none" cap="none" strike="noStrike">
              <a:solidFill>
                <a:schemeClr val="dk1"/>
              </a:solidFill>
              <a:latin typeface="Lexend"/>
              <a:ea typeface="Lexend"/>
              <a:cs typeface="Lexend"/>
              <a:sym typeface="Lexend"/>
            </a:endParaRPr>
          </a:p>
        </p:txBody>
      </p:sp>
      <p:sp>
        <p:nvSpPr>
          <p:cNvPr id="1577" name="Google Shape;1577;p166"/>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False</a:t>
            </a:r>
            <a:endParaRPr b="1" i="0" sz="2200" u="none" cap="none" strike="noStrike">
              <a:solidFill>
                <a:schemeClr val="dk1"/>
              </a:solidFill>
              <a:latin typeface="Lexend"/>
              <a:ea typeface="Lexend"/>
              <a:cs typeface="Lexend"/>
              <a:sym typeface="Lexend"/>
            </a:endParaRPr>
          </a:p>
        </p:txBody>
      </p:sp>
      <p:sp>
        <p:nvSpPr>
          <p:cNvPr id="1578" name="Google Shape;1578;p166"/>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Justify your answer</a:t>
            </a:r>
            <a:endParaRPr b="1" i="0" sz="2200" u="none" cap="none" strike="noStrike">
              <a:solidFill>
                <a:schemeClr val="dk1"/>
              </a:solidFill>
              <a:latin typeface="Lexend"/>
              <a:ea typeface="Lexend"/>
              <a:cs typeface="Lexend"/>
              <a:sym typeface="Lexend"/>
            </a:endParaRPr>
          </a:p>
        </p:txBody>
      </p:sp>
      <p:sp>
        <p:nvSpPr>
          <p:cNvPr id="1579" name="Google Shape;1579;p166"/>
          <p:cNvSpPr txBox="1"/>
          <p:nvPr>
            <p:ph idx="1" type="subTitle"/>
          </p:nvPr>
        </p:nvSpPr>
        <p:spPr>
          <a:xfrm>
            <a:off x="324000" y="1080000"/>
            <a:ext cx="6722400" cy="2505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580" name="Google Shape;1580;p166"/>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 or false?</a:t>
            </a:r>
            <a:r>
              <a:rPr b="0" i="0" lang="en" sz="2400" u="none" cap="none" strike="noStrike">
                <a:solidFill>
                  <a:schemeClr val="dk1"/>
                </a:solidFill>
                <a:latin typeface="ABeeZee"/>
                <a:ea typeface="ABeeZee"/>
                <a:cs typeface="ABeeZee"/>
                <a:sym typeface="ABeeZee"/>
              </a:rPr>
              <a:t> </a:t>
            </a:r>
            <a:endParaRPr b="0" i="0" sz="2400" u="none" cap="none" strike="noStrike">
              <a:solidFill>
                <a:schemeClr val="dk1"/>
              </a:solidFill>
              <a:latin typeface="ABeeZee"/>
              <a:ea typeface="ABeeZee"/>
              <a:cs typeface="ABeeZee"/>
              <a:sym typeface="ABeeZee"/>
            </a:endParaRPr>
          </a:p>
        </p:txBody>
      </p:sp>
      <p:pic>
        <p:nvPicPr>
          <p:cNvPr id="1581" name="Google Shape;1581;p16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582" name="Google Shape;1582;p16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1583" name="Google Shape;1583;p166"/>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84" name="Google Shape;1584;p166"/>
          <p:cNvSpPr txBox="1"/>
          <p:nvPr>
            <p:ph idx="2" type="subTitle"/>
          </p:nvPr>
        </p:nvSpPr>
        <p:spPr>
          <a:xfrm>
            <a:off x="980575" y="3196113"/>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585" name="Google Shape;1585;p166"/>
          <p:cNvSpPr txBox="1"/>
          <p:nvPr>
            <p:ph idx="3" type="subTitle"/>
          </p:nvPr>
        </p:nvSpPr>
        <p:spPr>
          <a:xfrm>
            <a:off x="980575" y="4040345"/>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1586" name="Google Shape;1586;p166"/>
          <p:cNvGrpSpPr/>
          <p:nvPr/>
        </p:nvGrpSpPr>
        <p:grpSpPr>
          <a:xfrm>
            <a:off x="324128" y="3139463"/>
            <a:ext cx="457200" cy="457200"/>
            <a:chOff x="1020916" y="1442088"/>
            <a:chExt cx="457200" cy="457200"/>
          </a:xfrm>
        </p:grpSpPr>
        <p:pic>
          <p:nvPicPr>
            <p:cNvPr id="1587" name="Google Shape;1587;p166"/>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588" name="Google Shape;1588;p16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589" name="Google Shape;1589;p166"/>
          <p:cNvGrpSpPr/>
          <p:nvPr/>
        </p:nvGrpSpPr>
        <p:grpSpPr>
          <a:xfrm>
            <a:off x="324128" y="3987825"/>
            <a:ext cx="457200" cy="457200"/>
            <a:chOff x="1020916" y="1442088"/>
            <a:chExt cx="457200" cy="457200"/>
          </a:xfrm>
        </p:grpSpPr>
        <p:pic>
          <p:nvPicPr>
            <p:cNvPr id="1590" name="Google Shape;1590;p166"/>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591" name="Google Shape;1591;p16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pic>
        <p:nvPicPr>
          <p:cNvPr id="1592" name="Google Shape;1592;p166"/>
          <p:cNvPicPr preferRelativeResize="0"/>
          <p:nvPr/>
        </p:nvPicPr>
        <p:blipFill rotWithShape="1">
          <a:blip r:embed="rId5">
            <a:alphaModFix/>
          </a:blip>
          <a:srcRect b="0" l="0" r="0" t="0"/>
          <a:stretch/>
        </p:blipFill>
        <p:spPr>
          <a:xfrm>
            <a:off x="2429763" y="1780516"/>
            <a:ext cx="457425" cy="457425"/>
          </a:xfrm>
          <a:prstGeom prst="rect">
            <a:avLst/>
          </a:prstGeom>
          <a:noFill/>
          <a:ln>
            <a:noFill/>
          </a:ln>
        </p:spPr>
      </p:pic>
      <p:pic>
        <p:nvPicPr>
          <p:cNvPr id="1593" name="Google Shape;1593;p166"/>
          <p:cNvPicPr preferRelativeResize="0"/>
          <p:nvPr/>
        </p:nvPicPr>
        <p:blipFill rotWithShape="1">
          <a:blip r:embed="rId5">
            <a:alphaModFix/>
          </a:blip>
          <a:srcRect b="0" l="0" r="0" t="0"/>
          <a:stretch/>
        </p:blipFill>
        <p:spPr>
          <a:xfrm>
            <a:off x="4823988" y="1780516"/>
            <a:ext cx="457425" cy="457425"/>
          </a:xfrm>
          <a:prstGeom prst="rect">
            <a:avLst/>
          </a:prstGeom>
          <a:noFill/>
          <a:ln>
            <a:noFill/>
          </a:ln>
        </p:spPr>
      </p:pic>
      <p:sp>
        <p:nvSpPr>
          <p:cNvPr id="1594" name="Google Shape;1594;p166"/>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T</a:t>
            </a:r>
            <a:endParaRPr b="1" i="0" sz="1800" u="none" cap="none" strike="noStrike">
              <a:solidFill>
                <a:schemeClr val="lt1"/>
              </a:solidFill>
              <a:latin typeface="Lexend"/>
              <a:ea typeface="Lexend"/>
              <a:cs typeface="Lexend"/>
              <a:sym typeface="Lexend"/>
            </a:endParaRPr>
          </a:p>
        </p:txBody>
      </p:sp>
      <p:sp>
        <p:nvSpPr>
          <p:cNvPr id="1595" name="Google Shape;1595;p166"/>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F</a:t>
            </a:r>
            <a:endParaRPr b="1" i="0" sz="1800" u="none" cap="none" strike="noStrike">
              <a:solidFill>
                <a:schemeClr val="lt1"/>
              </a:solidFill>
              <a:latin typeface="Lexend"/>
              <a:ea typeface="Lexend"/>
              <a:cs typeface="Lexend"/>
              <a:sym typeface="Lexend"/>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1596" name="Shape 1596"/>
        <p:cNvGrpSpPr/>
        <p:nvPr/>
      </p:nvGrpSpPr>
      <p:grpSpPr>
        <a:xfrm>
          <a:off x="0" y="0"/>
          <a:ext cx="0" cy="0"/>
          <a:chOff x="0" y="0"/>
          <a:chExt cx="0" cy="0"/>
        </a:xfrm>
      </p:grpSpPr>
      <p:pic>
        <p:nvPicPr>
          <p:cNvPr id="1597" name="Google Shape;1597;p167"/>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598" name="Google Shape;1598;p16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9" name="Google Shape;1599;p167"/>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a:t>
            </a:r>
            <a:endParaRPr b="1" i="0" sz="2200" u="none" cap="none" strike="noStrike">
              <a:solidFill>
                <a:schemeClr val="dk1"/>
              </a:solidFill>
              <a:latin typeface="Lexend"/>
              <a:ea typeface="Lexend"/>
              <a:cs typeface="Lexend"/>
              <a:sym typeface="Lexend"/>
            </a:endParaRPr>
          </a:p>
        </p:txBody>
      </p:sp>
      <p:sp>
        <p:nvSpPr>
          <p:cNvPr id="1600" name="Google Shape;1600;p167"/>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False</a:t>
            </a:r>
            <a:endParaRPr b="1" i="0" sz="2200" u="none" cap="none" strike="noStrike">
              <a:solidFill>
                <a:schemeClr val="dk1"/>
              </a:solidFill>
              <a:latin typeface="Lexend"/>
              <a:ea typeface="Lexend"/>
              <a:cs typeface="Lexend"/>
              <a:sym typeface="Lexend"/>
            </a:endParaRPr>
          </a:p>
        </p:txBody>
      </p:sp>
      <p:sp>
        <p:nvSpPr>
          <p:cNvPr id="1601" name="Google Shape;1601;p167"/>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Justify your answer</a:t>
            </a:r>
            <a:endParaRPr b="1" i="0" sz="2200" u="none" cap="none" strike="noStrike">
              <a:solidFill>
                <a:schemeClr val="dk1"/>
              </a:solidFill>
              <a:latin typeface="Lexend"/>
              <a:ea typeface="Lexend"/>
              <a:cs typeface="Lexend"/>
              <a:sym typeface="Lexend"/>
            </a:endParaRPr>
          </a:p>
        </p:txBody>
      </p:sp>
      <p:sp>
        <p:nvSpPr>
          <p:cNvPr id="1602" name="Google Shape;1602;p167"/>
          <p:cNvSpPr txBox="1"/>
          <p:nvPr>
            <p:ph idx="1" type="subTitle"/>
          </p:nvPr>
        </p:nvSpPr>
        <p:spPr>
          <a:xfrm>
            <a:off x="324000" y="1080000"/>
            <a:ext cx="6722400" cy="2505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603" name="Google Shape;1603;p167"/>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 or false?</a:t>
            </a:r>
            <a:r>
              <a:rPr b="0" i="0" lang="en" sz="2400" u="none" cap="none" strike="noStrike">
                <a:solidFill>
                  <a:schemeClr val="dk1"/>
                </a:solidFill>
                <a:latin typeface="ABeeZee"/>
                <a:ea typeface="ABeeZee"/>
                <a:cs typeface="ABeeZee"/>
                <a:sym typeface="ABeeZee"/>
              </a:rPr>
              <a:t> </a:t>
            </a:r>
            <a:endParaRPr b="0" i="0" sz="2400" u="none" cap="none" strike="noStrike">
              <a:solidFill>
                <a:schemeClr val="dk1"/>
              </a:solidFill>
              <a:latin typeface="ABeeZee"/>
              <a:ea typeface="ABeeZee"/>
              <a:cs typeface="ABeeZee"/>
              <a:sym typeface="ABeeZee"/>
            </a:endParaRPr>
          </a:p>
        </p:txBody>
      </p:sp>
      <p:pic>
        <p:nvPicPr>
          <p:cNvPr id="1604" name="Google Shape;1604;p16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605" name="Google Shape;1605;p16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Check</a:t>
            </a:r>
            <a:endParaRPr b="1" i="0" sz="900" u="none" cap="none" strike="noStrike">
              <a:solidFill>
                <a:srgbClr val="FAEAF6"/>
              </a:solidFill>
              <a:latin typeface="Lexend"/>
              <a:ea typeface="Lexend"/>
              <a:cs typeface="Lexend"/>
              <a:sym typeface="Lexend"/>
            </a:endParaRPr>
          </a:p>
        </p:txBody>
      </p:sp>
      <p:sp>
        <p:nvSpPr>
          <p:cNvPr id="1606" name="Google Shape;1606;p167"/>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07" name="Google Shape;1607;p167"/>
          <p:cNvSpPr txBox="1"/>
          <p:nvPr>
            <p:ph idx="2" type="subTitle"/>
          </p:nvPr>
        </p:nvSpPr>
        <p:spPr>
          <a:xfrm>
            <a:off x="980575" y="3196113"/>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608" name="Google Shape;1608;p167"/>
          <p:cNvSpPr txBox="1"/>
          <p:nvPr>
            <p:ph idx="3" type="subTitle"/>
          </p:nvPr>
        </p:nvSpPr>
        <p:spPr>
          <a:xfrm>
            <a:off x="980575" y="4040345"/>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1609" name="Google Shape;1609;p167"/>
          <p:cNvGrpSpPr/>
          <p:nvPr/>
        </p:nvGrpSpPr>
        <p:grpSpPr>
          <a:xfrm>
            <a:off x="324128" y="3139463"/>
            <a:ext cx="457200" cy="457200"/>
            <a:chOff x="1020916" y="1442088"/>
            <a:chExt cx="457200" cy="457200"/>
          </a:xfrm>
        </p:grpSpPr>
        <p:pic>
          <p:nvPicPr>
            <p:cNvPr id="1610" name="Google Shape;1610;p16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11" name="Google Shape;1611;p16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612" name="Google Shape;1612;p167"/>
          <p:cNvGrpSpPr/>
          <p:nvPr/>
        </p:nvGrpSpPr>
        <p:grpSpPr>
          <a:xfrm>
            <a:off x="324128" y="3987825"/>
            <a:ext cx="457200" cy="457200"/>
            <a:chOff x="1020916" y="1442088"/>
            <a:chExt cx="457200" cy="457200"/>
          </a:xfrm>
        </p:grpSpPr>
        <p:pic>
          <p:nvPicPr>
            <p:cNvPr id="1613" name="Google Shape;1613;p16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14" name="Google Shape;1614;p16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pic>
        <p:nvPicPr>
          <p:cNvPr id="1615" name="Google Shape;1615;p167"/>
          <p:cNvPicPr preferRelativeResize="0"/>
          <p:nvPr/>
        </p:nvPicPr>
        <p:blipFill rotWithShape="1">
          <a:blip r:embed="rId5">
            <a:alphaModFix/>
          </a:blip>
          <a:srcRect b="0" l="0" r="0" t="0"/>
          <a:stretch/>
        </p:blipFill>
        <p:spPr>
          <a:xfrm>
            <a:off x="2429763" y="1780516"/>
            <a:ext cx="457425" cy="457425"/>
          </a:xfrm>
          <a:prstGeom prst="rect">
            <a:avLst/>
          </a:prstGeom>
          <a:noFill/>
          <a:ln>
            <a:noFill/>
          </a:ln>
        </p:spPr>
      </p:pic>
      <p:pic>
        <p:nvPicPr>
          <p:cNvPr id="1616" name="Google Shape;1616;p167"/>
          <p:cNvPicPr preferRelativeResize="0"/>
          <p:nvPr/>
        </p:nvPicPr>
        <p:blipFill rotWithShape="1">
          <a:blip r:embed="rId5">
            <a:alphaModFix/>
          </a:blip>
          <a:srcRect b="0" l="0" r="0" t="0"/>
          <a:stretch/>
        </p:blipFill>
        <p:spPr>
          <a:xfrm>
            <a:off x="4823988" y="1780516"/>
            <a:ext cx="457425" cy="457425"/>
          </a:xfrm>
          <a:prstGeom prst="rect">
            <a:avLst/>
          </a:prstGeom>
          <a:noFill/>
          <a:ln>
            <a:noFill/>
          </a:ln>
        </p:spPr>
      </p:pic>
      <p:sp>
        <p:nvSpPr>
          <p:cNvPr id="1617" name="Google Shape;1617;p167"/>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T</a:t>
            </a:r>
            <a:endParaRPr b="1" i="0" sz="1800" u="none" cap="none" strike="noStrike">
              <a:solidFill>
                <a:schemeClr val="lt1"/>
              </a:solidFill>
              <a:latin typeface="Lexend"/>
              <a:ea typeface="Lexend"/>
              <a:cs typeface="Lexend"/>
              <a:sym typeface="Lexend"/>
            </a:endParaRPr>
          </a:p>
        </p:txBody>
      </p:sp>
      <p:sp>
        <p:nvSpPr>
          <p:cNvPr id="1618" name="Google Shape;1618;p167"/>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F</a:t>
            </a:r>
            <a:endParaRPr b="1" i="0" sz="1800" u="none" cap="none" strike="noStrike">
              <a:solidFill>
                <a:schemeClr val="lt1"/>
              </a:solidFill>
              <a:latin typeface="Lexend"/>
              <a:ea typeface="Lexend"/>
              <a:cs typeface="Lexend"/>
              <a:sym typeface="Lexend"/>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1619" name="Shape 1619"/>
        <p:cNvGrpSpPr/>
        <p:nvPr/>
      </p:nvGrpSpPr>
      <p:grpSpPr>
        <a:xfrm>
          <a:off x="0" y="0"/>
          <a:ext cx="0" cy="0"/>
          <a:chOff x="0" y="0"/>
          <a:chExt cx="0" cy="0"/>
        </a:xfrm>
      </p:grpSpPr>
      <p:pic>
        <p:nvPicPr>
          <p:cNvPr id="1620" name="Google Shape;1620;p168"/>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1621" name="Google Shape;1621;p16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2" name="Google Shape;1622;p168"/>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623" name="Google Shape;1623;p16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624" name="Google Shape;1624;p16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1625" name="Google Shape;1625;p168"/>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26" name="Google Shape;1626;p168"/>
          <p:cNvSpPr txBox="1"/>
          <p:nvPr>
            <p:ph idx="1" type="subTitle"/>
          </p:nvPr>
        </p:nvSpPr>
        <p:spPr>
          <a:xfrm>
            <a:off x="1034425" y="18377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627" name="Google Shape;1627;p168"/>
          <p:cNvSpPr txBox="1"/>
          <p:nvPr>
            <p:ph idx="3" type="subTitle"/>
          </p:nvPr>
        </p:nvSpPr>
        <p:spPr>
          <a:xfrm>
            <a:off x="1034425" y="27942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628" name="Google Shape;1628;p168"/>
          <p:cNvSpPr txBox="1"/>
          <p:nvPr>
            <p:ph idx="4" type="subTitle"/>
          </p:nvPr>
        </p:nvSpPr>
        <p:spPr>
          <a:xfrm>
            <a:off x="1034425" y="37669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1629" name="Google Shape;1629;p168"/>
          <p:cNvGrpSpPr/>
          <p:nvPr/>
        </p:nvGrpSpPr>
        <p:grpSpPr>
          <a:xfrm>
            <a:off x="323653" y="1804438"/>
            <a:ext cx="457200" cy="457200"/>
            <a:chOff x="1020916" y="1442088"/>
            <a:chExt cx="457200" cy="457200"/>
          </a:xfrm>
        </p:grpSpPr>
        <p:pic>
          <p:nvPicPr>
            <p:cNvPr id="1630" name="Google Shape;1630;p168"/>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31" name="Google Shape;1631;p16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632" name="Google Shape;1632;p168"/>
          <p:cNvGrpSpPr/>
          <p:nvPr/>
        </p:nvGrpSpPr>
        <p:grpSpPr>
          <a:xfrm>
            <a:off x="323653" y="2766575"/>
            <a:ext cx="457200" cy="457200"/>
            <a:chOff x="1020916" y="1442088"/>
            <a:chExt cx="457200" cy="457200"/>
          </a:xfrm>
        </p:grpSpPr>
        <p:pic>
          <p:nvPicPr>
            <p:cNvPr id="1633" name="Google Shape;1633;p168"/>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34" name="Google Shape;1634;p16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1635" name="Google Shape;1635;p168"/>
          <p:cNvGrpSpPr/>
          <p:nvPr/>
        </p:nvGrpSpPr>
        <p:grpSpPr>
          <a:xfrm>
            <a:off x="323641" y="3729038"/>
            <a:ext cx="457200" cy="457200"/>
            <a:chOff x="1020916" y="1442088"/>
            <a:chExt cx="457200" cy="457200"/>
          </a:xfrm>
        </p:grpSpPr>
        <p:pic>
          <p:nvPicPr>
            <p:cNvPr id="1636" name="Google Shape;1636;p168"/>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37" name="Google Shape;1637;p16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1638" name="Shape 1638"/>
        <p:cNvGrpSpPr/>
        <p:nvPr/>
      </p:nvGrpSpPr>
      <p:grpSpPr>
        <a:xfrm>
          <a:off x="0" y="0"/>
          <a:ext cx="0" cy="0"/>
          <a:chOff x="0" y="0"/>
          <a:chExt cx="0" cy="0"/>
        </a:xfrm>
      </p:grpSpPr>
      <p:pic>
        <p:nvPicPr>
          <p:cNvPr id="1639" name="Google Shape;1639;p169"/>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640" name="Google Shape;1640;p16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1" name="Google Shape;1641;p169"/>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642" name="Google Shape;1642;p16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643" name="Google Shape;1643;p16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sp>
        <p:nvSpPr>
          <p:cNvPr id="1644" name="Google Shape;1644;p169"/>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45" name="Google Shape;1645;p169"/>
          <p:cNvSpPr txBox="1"/>
          <p:nvPr>
            <p:ph idx="1" type="subTitle"/>
          </p:nvPr>
        </p:nvSpPr>
        <p:spPr>
          <a:xfrm>
            <a:off x="1034425" y="18377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646" name="Google Shape;1646;p169"/>
          <p:cNvSpPr txBox="1"/>
          <p:nvPr>
            <p:ph idx="3" type="subTitle"/>
          </p:nvPr>
        </p:nvSpPr>
        <p:spPr>
          <a:xfrm>
            <a:off x="1034425" y="27942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647" name="Google Shape;1647;p169"/>
          <p:cNvSpPr txBox="1"/>
          <p:nvPr>
            <p:ph idx="4" type="subTitle"/>
          </p:nvPr>
        </p:nvSpPr>
        <p:spPr>
          <a:xfrm>
            <a:off x="1034425" y="37669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1648" name="Google Shape;1648;p169"/>
          <p:cNvGrpSpPr/>
          <p:nvPr/>
        </p:nvGrpSpPr>
        <p:grpSpPr>
          <a:xfrm>
            <a:off x="323653" y="1804438"/>
            <a:ext cx="457200" cy="457200"/>
            <a:chOff x="1020916" y="1442088"/>
            <a:chExt cx="457200" cy="457200"/>
          </a:xfrm>
        </p:grpSpPr>
        <p:pic>
          <p:nvPicPr>
            <p:cNvPr id="1649" name="Google Shape;1649;p169"/>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50" name="Google Shape;1650;p16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651" name="Google Shape;1651;p169"/>
          <p:cNvGrpSpPr/>
          <p:nvPr/>
        </p:nvGrpSpPr>
        <p:grpSpPr>
          <a:xfrm>
            <a:off x="323653" y="2766575"/>
            <a:ext cx="457200" cy="457200"/>
            <a:chOff x="1020916" y="1442088"/>
            <a:chExt cx="457200" cy="457200"/>
          </a:xfrm>
        </p:grpSpPr>
        <p:pic>
          <p:nvPicPr>
            <p:cNvPr id="1652" name="Google Shape;1652;p169"/>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53" name="Google Shape;1653;p16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1654" name="Google Shape;1654;p169"/>
          <p:cNvGrpSpPr/>
          <p:nvPr/>
        </p:nvGrpSpPr>
        <p:grpSpPr>
          <a:xfrm>
            <a:off x="323641" y="3729038"/>
            <a:ext cx="457200" cy="457200"/>
            <a:chOff x="1020916" y="1442088"/>
            <a:chExt cx="457200" cy="457200"/>
          </a:xfrm>
        </p:grpSpPr>
        <p:pic>
          <p:nvPicPr>
            <p:cNvPr id="1655" name="Google Shape;1655;p169"/>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56" name="Google Shape;1656;p16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1657" name="Shape 1657"/>
        <p:cNvGrpSpPr/>
        <p:nvPr/>
      </p:nvGrpSpPr>
      <p:grpSpPr>
        <a:xfrm>
          <a:off x="0" y="0"/>
          <a:ext cx="0" cy="0"/>
          <a:chOff x="0" y="0"/>
          <a:chExt cx="0" cy="0"/>
        </a:xfrm>
      </p:grpSpPr>
      <p:pic>
        <p:nvPicPr>
          <p:cNvPr id="1658" name="Google Shape;1658;p170"/>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659" name="Google Shape;1659;p17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0" name="Google Shape;1660;p170"/>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661" name="Google Shape;1661;p17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662" name="Google Shape;1662;p17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1663" name="Google Shape;1663;p170"/>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64" name="Google Shape;1664;p170"/>
          <p:cNvSpPr txBox="1"/>
          <p:nvPr>
            <p:ph idx="1" type="subTitle"/>
          </p:nvPr>
        </p:nvSpPr>
        <p:spPr>
          <a:xfrm>
            <a:off x="1034425" y="18377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665" name="Google Shape;1665;p170"/>
          <p:cNvSpPr txBox="1"/>
          <p:nvPr>
            <p:ph idx="3" type="subTitle"/>
          </p:nvPr>
        </p:nvSpPr>
        <p:spPr>
          <a:xfrm>
            <a:off x="1034425" y="27942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666" name="Google Shape;1666;p170"/>
          <p:cNvSpPr txBox="1"/>
          <p:nvPr>
            <p:ph idx="4" type="subTitle"/>
          </p:nvPr>
        </p:nvSpPr>
        <p:spPr>
          <a:xfrm>
            <a:off x="1034425" y="37669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1667" name="Google Shape;1667;p170"/>
          <p:cNvGrpSpPr/>
          <p:nvPr/>
        </p:nvGrpSpPr>
        <p:grpSpPr>
          <a:xfrm>
            <a:off x="323653" y="1804438"/>
            <a:ext cx="457200" cy="457200"/>
            <a:chOff x="1020916" y="1442088"/>
            <a:chExt cx="457200" cy="457200"/>
          </a:xfrm>
        </p:grpSpPr>
        <p:pic>
          <p:nvPicPr>
            <p:cNvPr id="1668" name="Google Shape;1668;p170"/>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69" name="Google Shape;1669;p17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670" name="Google Shape;1670;p170"/>
          <p:cNvGrpSpPr/>
          <p:nvPr/>
        </p:nvGrpSpPr>
        <p:grpSpPr>
          <a:xfrm>
            <a:off x="323653" y="2766575"/>
            <a:ext cx="457200" cy="457200"/>
            <a:chOff x="1020916" y="1442088"/>
            <a:chExt cx="457200" cy="457200"/>
          </a:xfrm>
        </p:grpSpPr>
        <p:pic>
          <p:nvPicPr>
            <p:cNvPr id="1671" name="Google Shape;1671;p170"/>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72" name="Google Shape;1672;p17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1673" name="Google Shape;1673;p170"/>
          <p:cNvGrpSpPr/>
          <p:nvPr/>
        </p:nvGrpSpPr>
        <p:grpSpPr>
          <a:xfrm>
            <a:off x="323641" y="3729038"/>
            <a:ext cx="457200" cy="457200"/>
            <a:chOff x="1020916" y="1442088"/>
            <a:chExt cx="457200" cy="457200"/>
          </a:xfrm>
        </p:grpSpPr>
        <p:pic>
          <p:nvPicPr>
            <p:cNvPr id="1674" name="Google Shape;1674;p170"/>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75" name="Google Shape;1675;p17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1676" name="Shape 1676"/>
        <p:cNvGrpSpPr/>
        <p:nvPr/>
      </p:nvGrpSpPr>
      <p:grpSpPr>
        <a:xfrm>
          <a:off x="0" y="0"/>
          <a:ext cx="0" cy="0"/>
          <a:chOff x="0" y="0"/>
          <a:chExt cx="0" cy="0"/>
        </a:xfrm>
      </p:grpSpPr>
      <p:pic>
        <p:nvPicPr>
          <p:cNvPr id="1677" name="Google Shape;1677;p171"/>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678" name="Google Shape;1678;p17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9" name="Google Shape;1679;p171"/>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680" name="Google Shape;1680;p17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681" name="Google Shape;1681;p17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Check</a:t>
            </a:r>
            <a:endParaRPr b="1" i="0" sz="900" u="none" cap="none" strike="noStrike">
              <a:solidFill>
                <a:srgbClr val="FAEAF6"/>
              </a:solidFill>
              <a:latin typeface="Lexend"/>
              <a:ea typeface="Lexend"/>
              <a:cs typeface="Lexend"/>
              <a:sym typeface="Lexend"/>
            </a:endParaRPr>
          </a:p>
        </p:txBody>
      </p:sp>
      <p:sp>
        <p:nvSpPr>
          <p:cNvPr id="1682" name="Google Shape;1682;p171"/>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83" name="Google Shape;1683;p171"/>
          <p:cNvSpPr txBox="1"/>
          <p:nvPr>
            <p:ph idx="1" type="subTitle"/>
          </p:nvPr>
        </p:nvSpPr>
        <p:spPr>
          <a:xfrm>
            <a:off x="1034425" y="18377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684" name="Google Shape;1684;p171"/>
          <p:cNvSpPr txBox="1"/>
          <p:nvPr>
            <p:ph idx="3" type="subTitle"/>
          </p:nvPr>
        </p:nvSpPr>
        <p:spPr>
          <a:xfrm>
            <a:off x="1034425" y="27942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685" name="Google Shape;1685;p171"/>
          <p:cNvSpPr txBox="1"/>
          <p:nvPr>
            <p:ph idx="4" type="subTitle"/>
          </p:nvPr>
        </p:nvSpPr>
        <p:spPr>
          <a:xfrm>
            <a:off x="1034425" y="37669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1686" name="Google Shape;1686;p171"/>
          <p:cNvGrpSpPr/>
          <p:nvPr/>
        </p:nvGrpSpPr>
        <p:grpSpPr>
          <a:xfrm>
            <a:off x="323653" y="1804438"/>
            <a:ext cx="457200" cy="457200"/>
            <a:chOff x="1020916" y="1442088"/>
            <a:chExt cx="457200" cy="457200"/>
          </a:xfrm>
        </p:grpSpPr>
        <p:pic>
          <p:nvPicPr>
            <p:cNvPr id="1687" name="Google Shape;1687;p171"/>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88" name="Google Shape;1688;p17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689" name="Google Shape;1689;p171"/>
          <p:cNvGrpSpPr/>
          <p:nvPr/>
        </p:nvGrpSpPr>
        <p:grpSpPr>
          <a:xfrm>
            <a:off x="323653" y="2766575"/>
            <a:ext cx="457200" cy="457200"/>
            <a:chOff x="1020916" y="1442088"/>
            <a:chExt cx="457200" cy="457200"/>
          </a:xfrm>
        </p:grpSpPr>
        <p:pic>
          <p:nvPicPr>
            <p:cNvPr id="1690" name="Google Shape;1690;p171"/>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91" name="Google Shape;1691;p17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1692" name="Google Shape;1692;p171"/>
          <p:cNvGrpSpPr/>
          <p:nvPr/>
        </p:nvGrpSpPr>
        <p:grpSpPr>
          <a:xfrm>
            <a:off x="323641" y="3729038"/>
            <a:ext cx="457200" cy="457200"/>
            <a:chOff x="1020916" y="1442088"/>
            <a:chExt cx="457200" cy="457200"/>
          </a:xfrm>
        </p:grpSpPr>
        <p:pic>
          <p:nvPicPr>
            <p:cNvPr id="1693" name="Google Shape;1693;p171"/>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94" name="Google Shape;1694;p17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1695" name="Shape 1695"/>
        <p:cNvGrpSpPr/>
        <p:nvPr/>
      </p:nvGrpSpPr>
      <p:grpSpPr>
        <a:xfrm>
          <a:off x="0" y="0"/>
          <a:ext cx="0" cy="0"/>
          <a:chOff x="0" y="0"/>
          <a:chExt cx="0" cy="0"/>
        </a:xfrm>
      </p:grpSpPr>
      <p:pic>
        <p:nvPicPr>
          <p:cNvPr id="1696" name="Google Shape;1696;p172"/>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697" name="Google Shape;1697;p17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8" name="Google Shape;1698;p172"/>
          <p:cNvSpPr txBox="1"/>
          <p:nvPr>
            <p:ph type="title"/>
          </p:nvPr>
        </p:nvSpPr>
        <p:spPr>
          <a:xfrm>
            <a:off x="324000" y="809988"/>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699" name="Google Shape;1699;p17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700" name="Google Shape;1700;p17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sp>
        <p:nvSpPr>
          <p:cNvPr id="1701" name="Google Shape;1701;p172"/>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02" name="Google Shape;1702;p172"/>
          <p:cNvSpPr txBox="1"/>
          <p:nvPr>
            <p:ph idx="1" type="subTitle"/>
          </p:nvPr>
        </p:nvSpPr>
        <p:spPr>
          <a:xfrm>
            <a:off x="1034425" y="16853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703" name="Google Shape;1703;p172"/>
          <p:cNvSpPr txBox="1"/>
          <p:nvPr>
            <p:ph idx="3" type="subTitle"/>
          </p:nvPr>
        </p:nvSpPr>
        <p:spPr>
          <a:xfrm>
            <a:off x="1034425" y="24894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704" name="Google Shape;1704;p172"/>
          <p:cNvSpPr txBox="1"/>
          <p:nvPr>
            <p:ph idx="4" type="subTitle"/>
          </p:nvPr>
        </p:nvSpPr>
        <p:spPr>
          <a:xfrm>
            <a:off x="1034425" y="33097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705" name="Google Shape;1705;p172"/>
          <p:cNvSpPr txBox="1"/>
          <p:nvPr>
            <p:ph idx="5" type="subTitle"/>
          </p:nvPr>
        </p:nvSpPr>
        <p:spPr>
          <a:xfrm>
            <a:off x="1034425" y="4113837"/>
            <a:ext cx="7506600" cy="3603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1706" name="Google Shape;1706;p172"/>
          <p:cNvGrpSpPr/>
          <p:nvPr/>
        </p:nvGrpSpPr>
        <p:grpSpPr>
          <a:xfrm>
            <a:off x="323653" y="1652038"/>
            <a:ext cx="457200" cy="457200"/>
            <a:chOff x="1020916" y="1442088"/>
            <a:chExt cx="457200" cy="457200"/>
          </a:xfrm>
        </p:grpSpPr>
        <p:pic>
          <p:nvPicPr>
            <p:cNvPr id="1707" name="Google Shape;1707;p172"/>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708" name="Google Shape;1708;p17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709" name="Google Shape;1709;p172"/>
          <p:cNvGrpSpPr/>
          <p:nvPr/>
        </p:nvGrpSpPr>
        <p:grpSpPr>
          <a:xfrm>
            <a:off x="323653" y="2461775"/>
            <a:ext cx="457200" cy="457200"/>
            <a:chOff x="1020916" y="1442088"/>
            <a:chExt cx="457200" cy="457200"/>
          </a:xfrm>
        </p:grpSpPr>
        <p:pic>
          <p:nvPicPr>
            <p:cNvPr id="1710" name="Google Shape;1710;p172"/>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711" name="Google Shape;1711;p17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1712" name="Google Shape;1712;p172"/>
          <p:cNvGrpSpPr/>
          <p:nvPr/>
        </p:nvGrpSpPr>
        <p:grpSpPr>
          <a:xfrm>
            <a:off x="323641" y="3271838"/>
            <a:ext cx="457200" cy="457200"/>
            <a:chOff x="1020916" y="1442088"/>
            <a:chExt cx="457200" cy="457200"/>
          </a:xfrm>
        </p:grpSpPr>
        <p:pic>
          <p:nvPicPr>
            <p:cNvPr id="1713" name="Google Shape;1713;p172"/>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714" name="Google Shape;1714;p17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grpSp>
        <p:nvGrpSpPr>
          <p:cNvPr id="1715" name="Google Shape;1715;p172"/>
          <p:cNvGrpSpPr/>
          <p:nvPr/>
        </p:nvGrpSpPr>
        <p:grpSpPr>
          <a:xfrm>
            <a:off x="323641" y="4081763"/>
            <a:ext cx="457200" cy="457200"/>
            <a:chOff x="1020916" y="1442088"/>
            <a:chExt cx="457200" cy="457200"/>
          </a:xfrm>
        </p:grpSpPr>
        <p:pic>
          <p:nvPicPr>
            <p:cNvPr id="1716" name="Google Shape;1716;p172"/>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717" name="Google Shape;1717;p17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d</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1718" name="Shape 1718"/>
        <p:cNvGrpSpPr/>
        <p:nvPr/>
      </p:nvGrpSpPr>
      <p:grpSpPr>
        <a:xfrm>
          <a:off x="0" y="0"/>
          <a:ext cx="0" cy="0"/>
          <a:chOff x="0" y="0"/>
          <a:chExt cx="0" cy="0"/>
        </a:xfrm>
      </p:grpSpPr>
      <p:pic>
        <p:nvPicPr>
          <p:cNvPr id="1719" name="Google Shape;1719;p173"/>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720" name="Google Shape;1720;p17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1" name="Google Shape;1721;p173"/>
          <p:cNvSpPr txBox="1"/>
          <p:nvPr>
            <p:ph type="title"/>
          </p:nvPr>
        </p:nvSpPr>
        <p:spPr>
          <a:xfrm>
            <a:off x="324000" y="809988"/>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722" name="Google Shape;1722;p17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723" name="Google Shape;1723;p17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Check</a:t>
            </a:r>
            <a:endParaRPr b="1" i="0" sz="900" u="none" cap="none" strike="noStrike">
              <a:solidFill>
                <a:srgbClr val="FAEAF6"/>
              </a:solidFill>
              <a:latin typeface="Lexend"/>
              <a:ea typeface="Lexend"/>
              <a:cs typeface="Lexend"/>
              <a:sym typeface="Lexend"/>
            </a:endParaRPr>
          </a:p>
        </p:txBody>
      </p:sp>
      <p:sp>
        <p:nvSpPr>
          <p:cNvPr id="1724" name="Google Shape;1724;p173"/>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25" name="Google Shape;1725;p173"/>
          <p:cNvSpPr txBox="1"/>
          <p:nvPr>
            <p:ph idx="1" type="subTitle"/>
          </p:nvPr>
        </p:nvSpPr>
        <p:spPr>
          <a:xfrm>
            <a:off x="1034425" y="16853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726" name="Google Shape;1726;p173"/>
          <p:cNvSpPr txBox="1"/>
          <p:nvPr>
            <p:ph idx="3" type="subTitle"/>
          </p:nvPr>
        </p:nvSpPr>
        <p:spPr>
          <a:xfrm>
            <a:off x="1034425" y="24894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727" name="Google Shape;1727;p173"/>
          <p:cNvSpPr txBox="1"/>
          <p:nvPr>
            <p:ph idx="4" type="subTitle"/>
          </p:nvPr>
        </p:nvSpPr>
        <p:spPr>
          <a:xfrm>
            <a:off x="1034425" y="33097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728" name="Google Shape;1728;p173"/>
          <p:cNvSpPr txBox="1"/>
          <p:nvPr>
            <p:ph idx="5" type="subTitle"/>
          </p:nvPr>
        </p:nvSpPr>
        <p:spPr>
          <a:xfrm>
            <a:off x="1034425" y="4113837"/>
            <a:ext cx="7506600" cy="3603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1729" name="Google Shape;1729;p173"/>
          <p:cNvGrpSpPr/>
          <p:nvPr/>
        </p:nvGrpSpPr>
        <p:grpSpPr>
          <a:xfrm>
            <a:off x="323653" y="1652038"/>
            <a:ext cx="457200" cy="457200"/>
            <a:chOff x="1020916" y="1442088"/>
            <a:chExt cx="457200" cy="457200"/>
          </a:xfrm>
        </p:grpSpPr>
        <p:pic>
          <p:nvPicPr>
            <p:cNvPr id="1730" name="Google Shape;1730;p173"/>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731" name="Google Shape;1731;p17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732" name="Google Shape;1732;p173"/>
          <p:cNvGrpSpPr/>
          <p:nvPr/>
        </p:nvGrpSpPr>
        <p:grpSpPr>
          <a:xfrm>
            <a:off x="323653" y="2461775"/>
            <a:ext cx="457200" cy="457200"/>
            <a:chOff x="1020916" y="1442088"/>
            <a:chExt cx="457200" cy="457200"/>
          </a:xfrm>
        </p:grpSpPr>
        <p:pic>
          <p:nvPicPr>
            <p:cNvPr id="1733" name="Google Shape;1733;p173"/>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734" name="Google Shape;1734;p17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1735" name="Google Shape;1735;p173"/>
          <p:cNvGrpSpPr/>
          <p:nvPr/>
        </p:nvGrpSpPr>
        <p:grpSpPr>
          <a:xfrm>
            <a:off x="323641" y="3271838"/>
            <a:ext cx="457200" cy="457200"/>
            <a:chOff x="1020916" y="1442088"/>
            <a:chExt cx="457200" cy="457200"/>
          </a:xfrm>
        </p:grpSpPr>
        <p:pic>
          <p:nvPicPr>
            <p:cNvPr id="1736" name="Google Shape;1736;p173"/>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737" name="Google Shape;1737;p17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grpSp>
        <p:nvGrpSpPr>
          <p:cNvPr id="1738" name="Google Shape;1738;p173"/>
          <p:cNvGrpSpPr/>
          <p:nvPr/>
        </p:nvGrpSpPr>
        <p:grpSpPr>
          <a:xfrm>
            <a:off x="323641" y="4081763"/>
            <a:ext cx="457200" cy="457200"/>
            <a:chOff x="1020916" y="1442088"/>
            <a:chExt cx="457200" cy="457200"/>
          </a:xfrm>
        </p:grpSpPr>
        <p:pic>
          <p:nvPicPr>
            <p:cNvPr id="1739" name="Google Shape;1739;p173"/>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740" name="Google Shape;1740;p17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d</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1741" name="Shape 1741"/>
        <p:cNvGrpSpPr/>
        <p:nvPr/>
      </p:nvGrpSpPr>
      <p:grpSpPr>
        <a:xfrm>
          <a:off x="0" y="0"/>
          <a:ext cx="0" cy="0"/>
          <a:chOff x="0" y="0"/>
          <a:chExt cx="0" cy="0"/>
        </a:xfrm>
      </p:grpSpPr>
      <p:pic>
        <p:nvPicPr>
          <p:cNvPr id="1742" name="Google Shape;1742;p174"/>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1743" name="Google Shape;1743;p17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4" name="Google Shape;1744;p174"/>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745" name="Google Shape;1745;p17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746" name="Google Shape;1746;p17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1747" name="Google Shape;1747;p174"/>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48" name="Google Shape;1748;p174"/>
          <p:cNvSpPr/>
          <p:nvPr>
            <p:ph idx="3" type="pic"/>
          </p:nvPr>
        </p:nvSpPr>
        <p:spPr>
          <a:xfrm>
            <a:off x="324000" y="1893950"/>
            <a:ext cx="2555400" cy="1939500"/>
          </a:xfrm>
          <a:prstGeom prst="rect">
            <a:avLst/>
          </a:prstGeom>
          <a:noFill/>
          <a:ln>
            <a:noFill/>
          </a:ln>
        </p:spPr>
      </p:sp>
      <p:sp>
        <p:nvSpPr>
          <p:cNvPr id="1749" name="Google Shape;1749;p174"/>
          <p:cNvSpPr/>
          <p:nvPr>
            <p:ph idx="4" type="pic"/>
          </p:nvPr>
        </p:nvSpPr>
        <p:spPr>
          <a:xfrm>
            <a:off x="6256800" y="1893950"/>
            <a:ext cx="2555400" cy="1939500"/>
          </a:xfrm>
          <a:prstGeom prst="rect">
            <a:avLst/>
          </a:prstGeom>
          <a:noFill/>
          <a:ln>
            <a:noFill/>
          </a:ln>
        </p:spPr>
      </p:sp>
      <p:sp>
        <p:nvSpPr>
          <p:cNvPr id="1750" name="Google Shape;1750;p174"/>
          <p:cNvSpPr/>
          <p:nvPr>
            <p:ph idx="5" type="pic"/>
          </p:nvPr>
        </p:nvSpPr>
        <p:spPr>
          <a:xfrm>
            <a:off x="3294300" y="1893950"/>
            <a:ext cx="2555400" cy="1939500"/>
          </a:xfrm>
          <a:prstGeom prst="rect">
            <a:avLst/>
          </a:prstGeom>
          <a:noFill/>
          <a:ln>
            <a:noFill/>
          </a:ln>
        </p:spPr>
      </p:sp>
      <p:grpSp>
        <p:nvGrpSpPr>
          <p:cNvPr id="1751" name="Google Shape;1751;p174"/>
          <p:cNvGrpSpPr/>
          <p:nvPr/>
        </p:nvGrpSpPr>
        <p:grpSpPr>
          <a:xfrm>
            <a:off x="1381028" y="4148538"/>
            <a:ext cx="457200" cy="457200"/>
            <a:chOff x="1020916" y="1442088"/>
            <a:chExt cx="457200" cy="457200"/>
          </a:xfrm>
        </p:grpSpPr>
        <p:pic>
          <p:nvPicPr>
            <p:cNvPr id="1752" name="Google Shape;1752;p17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753" name="Google Shape;1753;p17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754" name="Google Shape;1754;p174"/>
          <p:cNvGrpSpPr/>
          <p:nvPr/>
        </p:nvGrpSpPr>
        <p:grpSpPr>
          <a:xfrm>
            <a:off x="4331066" y="4148550"/>
            <a:ext cx="457200" cy="457200"/>
            <a:chOff x="1020916" y="1442088"/>
            <a:chExt cx="457200" cy="457200"/>
          </a:xfrm>
        </p:grpSpPr>
        <p:pic>
          <p:nvPicPr>
            <p:cNvPr id="1755" name="Google Shape;1755;p17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756" name="Google Shape;1756;p17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1757" name="Google Shape;1757;p174"/>
          <p:cNvGrpSpPr/>
          <p:nvPr/>
        </p:nvGrpSpPr>
        <p:grpSpPr>
          <a:xfrm>
            <a:off x="7305791" y="4148538"/>
            <a:ext cx="457200" cy="457200"/>
            <a:chOff x="1020916" y="1442088"/>
            <a:chExt cx="457200" cy="457200"/>
          </a:xfrm>
        </p:grpSpPr>
        <p:pic>
          <p:nvPicPr>
            <p:cNvPr id="1758" name="Google Shape;1758;p17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759" name="Google Shape;1759;p17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1760" name="Shape 1760"/>
        <p:cNvGrpSpPr/>
        <p:nvPr/>
      </p:nvGrpSpPr>
      <p:grpSpPr>
        <a:xfrm>
          <a:off x="0" y="0"/>
          <a:ext cx="0" cy="0"/>
          <a:chOff x="0" y="0"/>
          <a:chExt cx="0" cy="0"/>
        </a:xfrm>
      </p:grpSpPr>
      <p:pic>
        <p:nvPicPr>
          <p:cNvPr id="1761" name="Google Shape;1761;p175"/>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762" name="Google Shape;1762;p17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3" name="Google Shape;1763;p175"/>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764" name="Google Shape;1764;p17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765" name="Google Shape;1765;p17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sp>
        <p:nvSpPr>
          <p:cNvPr id="1766" name="Google Shape;1766;p175"/>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67" name="Google Shape;1767;p175"/>
          <p:cNvSpPr/>
          <p:nvPr>
            <p:ph idx="3" type="pic"/>
          </p:nvPr>
        </p:nvSpPr>
        <p:spPr>
          <a:xfrm>
            <a:off x="324000" y="1893950"/>
            <a:ext cx="2555400" cy="1939500"/>
          </a:xfrm>
          <a:prstGeom prst="rect">
            <a:avLst/>
          </a:prstGeom>
          <a:noFill/>
          <a:ln>
            <a:noFill/>
          </a:ln>
        </p:spPr>
      </p:sp>
      <p:sp>
        <p:nvSpPr>
          <p:cNvPr id="1768" name="Google Shape;1768;p175"/>
          <p:cNvSpPr/>
          <p:nvPr>
            <p:ph idx="4" type="pic"/>
          </p:nvPr>
        </p:nvSpPr>
        <p:spPr>
          <a:xfrm>
            <a:off x="6256800" y="1893950"/>
            <a:ext cx="2555400" cy="1939500"/>
          </a:xfrm>
          <a:prstGeom prst="rect">
            <a:avLst/>
          </a:prstGeom>
          <a:noFill/>
          <a:ln>
            <a:noFill/>
          </a:ln>
        </p:spPr>
      </p:sp>
      <p:sp>
        <p:nvSpPr>
          <p:cNvPr id="1769" name="Google Shape;1769;p175"/>
          <p:cNvSpPr/>
          <p:nvPr>
            <p:ph idx="5" type="pic"/>
          </p:nvPr>
        </p:nvSpPr>
        <p:spPr>
          <a:xfrm>
            <a:off x="3294300" y="1893950"/>
            <a:ext cx="2555400" cy="1939500"/>
          </a:xfrm>
          <a:prstGeom prst="rect">
            <a:avLst/>
          </a:prstGeom>
          <a:noFill/>
          <a:ln>
            <a:noFill/>
          </a:ln>
        </p:spPr>
      </p:sp>
      <p:grpSp>
        <p:nvGrpSpPr>
          <p:cNvPr id="1770" name="Google Shape;1770;p175"/>
          <p:cNvGrpSpPr/>
          <p:nvPr/>
        </p:nvGrpSpPr>
        <p:grpSpPr>
          <a:xfrm>
            <a:off x="1381028" y="4148538"/>
            <a:ext cx="457200" cy="457200"/>
            <a:chOff x="1020916" y="1442088"/>
            <a:chExt cx="457200" cy="457200"/>
          </a:xfrm>
        </p:grpSpPr>
        <p:pic>
          <p:nvPicPr>
            <p:cNvPr id="1771" name="Google Shape;1771;p175"/>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772" name="Google Shape;1772;p17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773" name="Google Shape;1773;p175"/>
          <p:cNvGrpSpPr/>
          <p:nvPr/>
        </p:nvGrpSpPr>
        <p:grpSpPr>
          <a:xfrm>
            <a:off x="4331066" y="4148550"/>
            <a:ext cx="457200" cy="457200"/>
            <a:chOff x="1020916" y="1442088"/>
            <a:chExt cx="457200" cy="457200"/>
          </a:xfrm>
        </p:grpSpPr>
        <p:pic>
          <p:nvPicPr>
            <p:cNvPr id="1774" name="Google Shape;1774;p175"/>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775" name="Google Shape;1775;p17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1776" name="Google Shape;1776;p175"/>
          <p:cNvGrpSpPr/>
          <p:nvPr/>
        </p:nvGrpSpPr>
        <p:grpSpPr>
          <a:xfrm>
            <a:off x="7305791" y="4148538"/>
            <a:ext cx="457200" cy="457200"/>
            <a:chOff x="1020916" y="1442088"/>
            <a:chExt cx="457200" cy="457200"/>
          </a:xfrm>
        </p:grpSpPr>
        <p:pic>
          <p:nvPicPr>
            <p:cNvPr id="1777" name="Google Shape;1777;p175"/>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778" name="Google Shape;1778;p17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1779" name="Shape 1779"/>
        <p:cNvGrpSpPr/>
        <p:nvPr/>
      </p:nvGrpSpPr>
      <p:grpSpPr>
        <a:xfrm>
          <a:off x="0" y="0"/>
          <a:ext cx="0" cy="0"/>
          <a:chOff x="0" y="0"/>
          <a:chExt cx="0" cy="0"/>
        </a:xfrm>
      </p:grpSpPr>
      <p:pic>
        <p:nvPicPr>
          <p:cNvPr id="1780" name="Google Shape;1780;p176"/>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781" name="Google Shape;1781;p17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2" name="Google Shape;1782;p176"/>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783" name="Google Shape;1783;p17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784" name="Google Shape;1784;p17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1785" name="Google Shape;1785;p176"/>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86" name="Google Shape;1786;p176"/>
          <p:cNvSpPr/>
          <p:nvPr>
            <p:ph idx="3" type="pic"/>
          </p:nvPr>
        </p:nvSpPr>
        <p:spPr>
          <a:xfrm>
            <a:off x="324000" y="1893950"/>
            <a:ext cx="2555400" cy="1939500"/>
          </a:xfrm>
          <a:prstGeom prst="rect">
            <a:avLst/>
          </a:prstGeom>
          <a:noFill/>
          <a:ln>
            <a:noFill/>
          </a:ln>
        </p:spPr>
      </p:sp>
      <p:sp>
        <p:nvSpPr>
          <p:cNvPr id="1787" name="Google Shape;1787;p176"/>
          <p:cNvSpPr/>
          <p:nvPr>
            <p:ph idx="4" type="pic"/>
          </p:nvPr>
        </p:nvSpPr>
        <p:spPr>
          <a:xfrm>
            <a:off x="6256800" y="1893950"/>
            <a:ext cx="2555400" cy="1939500"/>
          </a:xfrm>
          <a:prstGeom prst="rect">
            <a:avLst/>
          </a:prstGeom>
          <a:noFill/>
          <a:ln>
            <a:noFill/>
          </a:ln>
        </p:spPr>
      </p:sp>
      <p:sp>
        <p:nvSpPr>
          <p:cNvPr id="1788" name="Google Shape;1788;p176"/>
          <p:cNvSpPr/>
          <p:nvPr>
            <p:ph idx="5" type="pic"/>
          </p:nvPr>
        </p:nvSpPr>
        <p:spPr>
          <a:xfrm>
            <a:off x="3294300" y="1893950"/>
            <a:ext cx="2555400" cy="1939500"/>
          </a:xfrm>
          <a:prstGeom prst="rect">
            <a:avLst/>
          </a:prstGeom>
          <a:noFill/>
          <a:ln>
            <a:noFill/>
          </a:ln>
        </p:spPr>
      </p:sp>
      <p:grpSp>
        <p:nvGrpSpPr>
          <p:cNvPr id="1789" name="Google Shape;1789;p176"/>
          <p:cNvGrpSpPr/>
          <p:nvPr/>
        </p:nvGrpSpPr>
        <p:grpSpPr>
          <a:xfrm>
            <a:off x="1381028" y="4148538"/>
            <a:ext cx="457200" cy="457200"/>
            <a:chOff x="1020916" y="1442088"/>
            <a:chExt cx="457200" cy="457200"/>
          </a:xfrm>
        </p:grpSpPr>
        <p:pic>
          <p:nvPicPr>
            <p:cNvPr id="1790" name="Google Shape;1790;p176"/>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791" name="Google Shape;1791;p17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792" name="Google Shape;1792;p176"/>
          <p:cNvGrpSpPr/>
          <p:nvPr/>
        </p:nvGrpSpPr>
        <p:grpSpPr>
          <a:xfrm>
            <a:off x="4331066" y="4148550"/>
            <a:ext cx="457200" cy="457200"/>
            <a:chOff x="1020916" y="1442088"/>
            <a:chExt cx="457200" cy="457200"/>
          </a:xfrm>
        </p:grpSpPr>
        <p:pic>
          <p:nvPicPr>
            <p:cNvPr id="1793" name="Google Shape;1793;p176"/>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794" name="Google Shape;1794;p17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1795" name="Google Shape;1795;p176"/>
          <p:cNvGrpSpPr/>
          <p:nvPr/>
        </p:nvGrpSpPr>
        <p:grpSpPr>
          <a:xfrm>
            <a:off x="7305791" y="4148538"/>
            <a:ext cx="457200" cy="457200"/>
            <a:chOff x="1020916" y="1442088"/>
            <a:chExt cx="457200" cy="457200"/>
          </a:xfrm>
        </p:grpSpPr>
        <p:pic>
          <p:nvPicPr>
            <p:cNvPr id="1796" name="Google Shape;1796;p176"/>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797" name="Google Shape;1797;p17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1798" name="Shape 1798"/>
        <p:cNvGrpSpPr/>
        <p:nvPr/>
      </p:nvGrpSpPr>
      <p:grpSpPr>
        <a:xfrm>
          <a:off x="0" y="0"/>
          <a:ext cx="0" cy="0"/>
          <a:chOff x="0" y="0"/>
          <a:chExt cx="0" cy="0"/>
        </a:xfrm>
      </p:grpSpPr>
      <p:pic>
        <p:nvPicPr>
          <p:cNvPr id="1799" name="Google Shape;1799;p177"/>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800" name="Google Shape;1800;p17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1" name="Google Shape;1801;p177"/>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802" name="Google Shape;1802;p17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803" name="Google Shape;1803;p17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Check</a:t>
            </a:r>
            <a:endParaRPr b="1" i="0" sz="900" u="none" cap="none" strike="noStrike">
              <a:solidFill>
                <a:srgbClr val="FAEAF6"/>
              </a:solidFill>
              <a:latin typeface="Lexend"/>
              <a:ea typeface="Lexend"/>
              <a:cs typeface="Lexend"/>
              <a:sym typeface="Lexend"/>
            </a:endParaRPr>
          </a:p>
        </p:txBody>
      </p:sp>
      <p:sp>
        <p:nvSpPr>
          <p:cNvPr id="1804" name="Google Shape;1804;p177"/>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05" name="Google Shape;1805;p177"/>
          <p:cNvSpPr/>
          <p:nvPr>
            <p:ph idx="3" type="pic"/>
          </p:nvPr>
        </p:nvSpPr>
        <p:spPr>
          <a:xfrm>
            <a:off x="324000" y="1893950"/>
            <a:ext cx="2555400" cy="1939500"/>
          </a:xfrm>
          <a:prstGeom prst="rect">
            <a:avLst/>
          </a:prstGeom>
          <a:noFill/>
          <a:ln>
            <a:noFill/>
          </a:ln>
        </p:spPr>
      </p:sp>
      <p:sp>
        <p:nvSpPr>
          <p:cNvPr id="1806" name="Google Shape;1806;p177"/>
          <p:cNvSpPr/>
          <p:nvPr>
            <p:ph idx="4" type="pic"/>
          </p:nvPr>
        </p:nvSpPr>
        <p:spPr>
          <a:xfrm>
            <a:off x="6256800" y="1893950"/>
            <a:ext cx="2555400" cy="1939500"/>
          </a:xfrm>
          <a:prstGeom prst="rect">
            <a:avLst/>
          </a:prstGeom>
          <a:noFill/>
          <a:ln>
            <a:noFill/>
          </a:ln>
        </p:spPr>
      </p:sp>
      <p:sp>
        <p:nvSpPr>
          <p:cNvPr id="1807" name="Google Shape;1807;p177"/>
          <p:cNvSpPr/>
          <p:nvPr>
            <p:ph idx="5" type="pic"/>
          </p:nvPr>
        </p:nvSpPr>
        <p:spPr>
          <a:xfrm>
            <a:off x="3294300" y="1893950"/>
            <a:ext cx="2555400" cy="1939500"/>
          </a:xfrm>
          <a:prstGeom prst="rect">
            <a:avLst/>
          </a:prstGeom>
          <a:noFill/>
          <a:ln>
            <a:noFill/>
          </a:ln>
        </p:spPr>
      </p:sp>
      <p:grpSp>
        <p:nvGrpSpPr>
          <p:cNvPr id="1808" name="Google Shape;1808;p177"/>
          <p:cNvGrpSpPr/>
          <p:nvPr/>
        </p:nvGrpSpPr>
        <p:grpSpPr>
          <a:xfrm>
            <a:off x="1381028" y="4148538"/>
            <a:ext cx="457200" cy="457200"/>
            <a:chOff x="1020916" y="1442088"/>
            <a:chExt cx="457200" cy="457200"/>
          </a:xfrm>
        </p:grpSpPr>
        <p:pic>
          <p:nvPicPr>
            <p:cNvPr id="1809" name="Google Shape;1809;p17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810" name="Google Shape;1810;p17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811" name="Google Shape;1811;p177"/>
          <p:cNvGrpSpPr/>
          <p:nvPr/>
        </p:nvGrpSpPr>
        <p:grpSpPr>
          <a:xfrm>
            <a:off x="4331066" y="4148550"/>
            <a:ext cx="457200" cy="457200"/>
            <a:chOff x="1020916" y="1442088"/>
            <a:chExt cx="457200" cy="457200"/>
          </a:xfrm>
        </p:grpSpPr>
        <p:pic>
          <p:nvPicPr>
            <p:cNvPr id="1812" name="Google Shape;1812;p17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813" name="Google Shape;1813;p17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1814" name="Google Shape;1814;p177"/>
          <p:cNvGrpSpPr/>
          <p:nvPr/>
        </p:nvGrpSpPr>
        <p:grpSpPr>
          <a:xfrm>
            <a:off x="7305791" y="4148538"/>
            <a:ext cx="457200" cy="457200"/>
            <a:chOff x="1020916" y="1442088"/>
            <a:chExt cx="457200" cy="457200"/>
          </a:xfrm>
        </p:grpSpPr>
        <p:pic>
          <p:nvPicPr>
            <p:cNvPr id="1815" name="Google Shape;1815;p17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816" name="Google Shape;1816;p17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1817" name="Shape 1817"/>
        <p:cNvGrpSpPr/>
        <p:nvPr/>
      </p:nvGrpSpPr>
      <p:grpSpPr>
        <a:xfrm>
          <a:off x="0" y="0"/>
          <a:ext cx="0" cy="0"/>
          <a:chOff x="0" y="0"/>
          <a:chExt cx="0" cy="0"/>
        </a:xfrm>
      </p:grpSpPr>
      <p:pic>
        <p:nvPicPr>
          <p:cNvPr id="1818" name="Google Shape;1818;p178"/>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1819" name="Google Shape;1819;p17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0" name="Google Shape;1820;p178"/>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pic>
        <p:nvPicPr>
          <p:cNvPr id="1821" name="Google Shape;1821;p17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822" name="Google Shape;1822;p17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1823" name="Google Shape;1823;p178"/>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1824" name="Shape 1824"/>
        <p:cNvGrpSpPr/>
        <p:nvPr/>
      </p:nvGrpSpPr>
      <p:grpSpPr>
        <a:xfrm>
          <a:off x="0" y="0"/>
          <a:ext cx="0" cy="0"/>
          <a:chOff x="0" y="0"/>
          <a:chExt cx="0" cy="0"/>
        </a:xfrm>
      </p:grpSpPr>
      <p:pic>
        <p:nvPicPr>
          <p:cNvPr id="1825" name="Google Shape;1825;p179"/>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826" name="Google Shape;1826;p17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7" name="Google Shape;1827;p179"/>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pic>
        <p:nvPicPr>
          <p:cNvPr id="1828" name="Google Shape;1828;p17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829" name="Google Shape;1829;p17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sp>
        <p:nvSpPr>
          <p:cNvPr id="1830" name="Google Shape;1830;p179"/>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1831" name="Shape 1831"/>
        <p:cNvGrpSpPr/>
        <p:nvPr/>
      </p:nvGrpSpPr>
      <p:grpSpPr>
        <a:xfrm>
          <a:off x="0" y="0"/>
          <a:ext cx="0" cy="0"/>
          <a:chOff x="0" y="0"/>
          <a:chExt cx="0" cy="0"/>
        </a:xfrm>
      </p:grpSpPr>
      <p:pic>
        <p:nvPicPr>
          <p:cNvPr id="1832" name="Google Shape;1832;p180"/>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833" name="Google Shape;1833;p18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4" name="Google Shape;1834;p180"/>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pic>
        <p:nvPicPr>
          <p:cNvPr id="1835" name="Google Shape;1835;p18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836" name="Google Shape;1836;p18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1837" name="Google Shape;1837;p180"/>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1838" name="Shape 1838"/>
        <p:cNvGrpSpPr/>
        <p:nvPr/>
      </p:nvGrpSpPr>
      <p:grpSpPr>
        <a:xfrm>
          <a:off x="0" y="0"/>
          <a:ext cx="0" cy="0"/>
          <a:chOff x="0" y="0"/>
          <a:chExt cx="0" cy="0"/>
        </a:xfrm>
      </p:grpSpPr>
      <p:pic>
        <p:nvPicPr>
          <p:cNvPr id="1839" name="Google Shape;1839;p181"/>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840" name="Google Shape;1840;p18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1" name="Google Shape;1841;p181"/>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pic>
        <p:nvPicPr>
          <p:cNvPr id="1842" name="Google Shape;1842;p18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843" name="Google Shape;1843;p18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Check</a:t>
            </a:r>
            <a:endParaRPr b="1" i="0" sz="900" u="none" cap="none" strike="noStrike">
              <a:solidFill>
                <a:srgbClr val="FAEAF6"/>
              </a:solidFill>
              <a:latin typeface="Lexend"/>
              <a:ea typeface="Lexend"/>
              <a:cs typeface="Lexend"/>
              <a:sym typeface="Lexend"/>
            </a:endParaRPr>
          </a:p>
        </p:txBody>
      </p:sp>
      <p:sp>
        <p:nvSpPr>
          <p:cNvPr id="1844" name="Google Shape;1844;p181"/>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1845" name="Shape 1845"/>
        <p:cNvGrpSpPr/>
        <p:nvPr/>
      </p:nvGrpSpPr>
      <p:grpSpPr>
        <a:xfrm>
          <a:off x="0" y="0"/>
          <a:ext cx="0" cy="0"/>
          <a:chOff x="0" y="0"/>
          <a:chExt cx="0" cy="0"/>
        </a:xfrm>
      </p:grpSpPr>
      <p:pic>
        <p:nvPicPr>
          <p:cNvPr id="1846" name="Google Shape;1846;p182"/>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847" name="Google Shape;1847;p18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8" name="Google Shape;1848;p182"/>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1849" name="Google Shape;1849;p18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Practice</a:t>
            </a:r>
            <a:endParaRPr b="1" i="0" sz="900" u="none" cap="none" strike="noStrike">
              <a:solidFill>
                <a:srgbClr val="EBEDFE"/>
              </a:solidFill>
              <a:latin typeface="Lexend"/>
              <a:ea typeface="Lexend"/>
              <a:cs typeface="Lexend"/>
              <a:sym typeface="Lexend"/>
            </a:endParaRPr>
          </a:p>
        </p:txBody>
      </p:sp>
      <p:pic>
        <p:nvPicPr>
          <p:cNvPr id="1850" name="Google Shape;1850;p18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1851" name="Google Shape;1851;p182"/>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1852" name="Google Shape;1852;p18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Lexend"/>
                <a:ea typeface="Lexend"/>
                <a:cs typeface="Lexend"/>
                <a:sym typeface="Lexend"/>
              </a:rPr>
              <a:t>Task C</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1853" name="Shape 1853"/>
        <p:cNvGrpSpPr/>
        <p:nvPr/>
      </p:nvGrpSpPr>
      <p:grpSpPr>
        <a:xfrm>
          <a:off x="0" y="0"/>
          <a:ext cx="0" cy="0"/>
          <a:chOff x="0" y="0"/>
          <a:chExt cx="0" cy="0"/>
        </a:xfrm>
      </p:grpSpPr>
      <p:pic>
        <p:nvPicPr>
          <p:cNvPr id="1854" name="Google Shape;1854;p183"/>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855" name="Google Shape;1855;p18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6" name="Google Shape;1856;p183"/>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1857" name="Google Shape;1857;p18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Practice</a:t>
            </a:r>
            <a:endParaRPr b="1" i="0" sz="900" u="none" cap="none" strike="noStrike">
              <a:solidFill>
                <a:srgbClr val="FAEAF6"/>
              </a:solidFill>
              <a:latin typeface="Lexend"/>
              <a:ea typeface="Lexend"/>
              <a:cs typeface="Lexend"/>
              <a:sym typeface="Lexend"/>
            </a:endParaRPr>
          </a:p>
        </p:txBody>
      </p:sp>
      <p:pic>
        <p:nvPicPr>
          <p:cNvPr id="1858" name="Google Shape;1858;p18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1859" name="Google Shape;1859;p183"/>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1860" name="Google Shape;1860;p18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Lexend"/>
                <a:ea typeface="Lexend"/>
                <a:cs typeface="Lexend"/>
                <a:sym typeface="Lexend"/>
              </a:rPr>
              <a:t>Task D</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1861" name="Shape 1861"/>
        <p:cNvGrpSpPr/>
        <p:nvPr/>
      </p:nvGrpSpPr>
      <p:grpSpPr>
        <a:xfrm>
          <a:off x="0" y="0"/>
          <a:ext cx="0" cy="0"/>
          <a:chOff x="0" y="0"/>
          <a:chExt cx="0" cy="0"/>
        </a:xfrm>
      </p:grpSpPr>
      <p:pic>
        <p:nvPicPr>
          <p:cNvPr id="1862" name="Google Shape;1862;p184"/>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863" name="Google Shape;1863;p18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4" name="Google Shape;1864;p184"/>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1865" name="Google Shape;1865;p18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Feedback</a:t>
            </a:r>
            <a:endParaRPr b="1" i="0" sz="900" u="none" cap="none" strike="noStrike">
              <a:solidFill>
                <a:srgbClr val="E6F2F2"/>
              </a:solidFill>
              <a:latin typeface="Lexend"/>
              <a:ea typeface="Lexend"/>
              <a:cs typeface="Lexend"/>
              <a:sym typeface="Lexend"/>
            </a:endParaRPr>
          </a:p>
        </p:txBody>
      </p:sp>
      <p:pic>
        <p:nvPicPr>
          <p:cNvPr id="1866" name="Google Shape;1866;p18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867" name="Google Shape;1867;p184"/>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1868" name="Google Shape;1868;p18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Lexend"/>
                <a:ea typeface="Lexend"/>
                <a:cs typeface="Lexend"/>
                <a:sym typeface="Lexend"/>
              </a:rPr>
              <a:t>Task C</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1869" name="Shape 1869"/>
        <p:cNvGrpSpPr/>
        <p:nvPr/>
      </p:nvGrpSpPr>
      <p:grpSpPr>
        <a:xfrm>
          <a:off x="0" y="0"/>
          <a:ext cx="0" cy="0"/>
          <a:chOff x="0" y="0"/>
          <a:chExt cx="0" cy="0"/>
        </a:xfrm>
      </p:grpSpPr>
      <p:pic>
        <p:nvPicPr>
          <p:cNvPr id="1870" name="Google Shape;1870;p185"/>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1871" name="Google Shape;1871;p18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2" name="Google Shape;1872;p185"/>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1873" name="Google Shape;1873;p18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Feedback</a:t>
            </a:r>
            <a:endParaRPr b="1" i="0" sz="900" u="none" cap="none" strike="noStrike">
              <a:solidFill>
                <a:srgbClr val="FAEAF6"/>
              </a:solidFill>
              <a:latin typeface="Lexend"/>
              <a:ea typeface="Lexend"/>
              <a:cs typeface="Lexend"/>
              <a:sym typeface="Lexend"/>
            </a:endParaRPr>
          </a:p>
        </p:txBody>
      </p:sp>
      <p:pic>
        <p:nvPicPr>
          <p:cNvPr id="1874" name="Google Shape;1874;p18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875" name="Google Shape;1875;p18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lt1"/>
                </a:solidFill>
                <a:latin typeface="Lexend"/>
                <a:ea typeface="Lexend"/>
                <a:cs typeface="Lexend"/>
                <a:sym typeface="Lexend"/>
              </a:rPr>
              <a:t>Task D</a:t>
            </a:r>
            <a:endParaRPr b="1" i="0" sz="2000" u="none" cap="none" strike="noStrike">
              <a:solidFill>
                <a:schemeClr val="lt1"/>
              </a:solidFill>
              <a:latin typeface="Lexend"/>
              <a:ea typeface="Lexend"/>
              <a:cs typeface="Lexend"/>
              <a:sym typeface="Lexend"/>
            </a:endParaRPr>
          </a:p>
        </p:txBody>
      </p:sp>
      <p:sp>
        <p:nvSpPr>
          <p:cNvPr id="1876" name="Google Shape;1876;p185"/>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1877" name="Shape 1877"/>
        <p:cNvGrpSpPr/>
        <p:nvPr/>
      </p:nvGrpSpPr>
      <p:grpSpPr>
        <a:xfrm>
          <a:off x="0" y="0"/>
          <a:ext cx="0" cy="0"/>
          <a:chOff x="0" y="0"/>
          <a:chExt cx="0" cy="0"/>
        </a:xfrm>
      </p:grpSpPr>
      <p:sp>
        <p:nvSpPr>
          <p:cNvPr id="1878" name="Google Shape;1878;p186"/>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79" name="Google Shape;1879;p186"/>
          <p:cNvPicPr preferRelativeResize="0"/>
          <p:nvPr/>
        </p:nvPicPr>
        <p:blipFill rotWithShape="1">
          <a:blip r:embed="rId2">
            <a:alphaModFix/>
          </a:blip>
          <a:srcRect b="1710" l="0" r="0" t="1700"/>
          <a:stretch/>
        </p:blipFill>
        <p:spPr>
          <a:xfrm>
            <a:off x="0" y="769550"/>
            <a:ext cx="9151202" cy="116709"/>
          </a:xfrm>
          <a:prstGeom prst="rect">
            <a:avLst/>
          </a:prstGeom>
          <a:noFill/>
          <a:ln>
            <a:noFill/>
          </a:ln>
        </p:spPr>
      </p:pic>
      <p:sp>
        <p:nvSpPr>
          <p:cNvPr id="1880" name="Google Shape;1880;p186"/>
          <p:cNvSpPr txBox="1"/>
          <p:nvPr>
            <p:ph idx="1" type="body"/>
          </p:nvPr>
        </p:nvSpPr>
        <p:spPr>
          <a:xfrm>
            <a:off x="324000" y="1080000"/>
            <a:ext cx="8113800" cy="37404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1881" name="Google Shape;1881;p18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Lexend"/>
                <a:ea typeface="Lexend"/>
                <a:cs typeface="Lexend"/>
                <a:sym typeface="Lexend"/>
              </a:rPr>
              <a:t>Summary</a:t>
            </a:r>
            <a:endParaRPr b="1" i="0" sz="2000" u="none" cap="none" strike="noStrike">
              <a:solidFill>
                <a:schemeClr val="dk1"/>
              </a:solidFill>
              <a:latin typeface="Lexend"/>
              <a:ea typeface="Lexend"/>
              <a:cs typeface="Lexend"/>
              <a:sym typeface="Lexend"/>
            </a:endParaRPr>
          </a:p>
        </p:txBody>
      </p:sp>
      <p:sp>
        <p:nvSpPr>
          <p:cNvPr id="1882" name="Google Shape;1882;p186"/>
          <p:cNvSpPr txBox="1"/>
          <p:nvPr>
            <p:ph type="title"/>
          </p:nvPr>
        </p:nvSpPr>
        <p:spPr>
          <a:xfrm>
            <a:off x="1684800" y="43825"/>
            <a:ext cx="57414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000"/>
              <a:buFont typeface="Lexend"/>
              <a:buNone/>
              <a:defRPr b="0" sz="2000">
                <a:latin typeface="Lexend"/>
                <a:ea typeface="Lexend"/>
                <a:cs typeface="Lexend"/>
                <a:sym typeface="Lexend"/>
              </a:defRPr>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1883" name="Shape 1883"/>
        <p:cNvGrpSpPr/>
        <p:nvPr/>
      </p:nvGrpSpPr>
      <p:grpSpPr>
        <a:xfrm>
          <a:off x="0" y="0"/>
          <a:ext cx="0" cy="0"/>
          <a:chOff x="0" y="0"/>
          <a:chExt cx="0" cy="0"/>
        </a:xfrm>
      </p:grpSpPr>
      <p:pic>
        <p:nvPicPr>
          <p:cNvPr id="1884" name="Google Shape;1884;p187"/>
          <p:cNvPicPr preferRelativeResize="0"/>
          <p:nvPr/>
        </p:nvPicPr>
        <p:blipFill rotWithShape="1">
          <a:blip r:embed="rId2">
            <a:alphaModFix/>
          </a:blip>
          <a:srcRect b="0" l="0" r="0" t="0"/>
          <a:stretch/>
        </p:blipFill>
        <p:spPr>
          <a:xfrm>
            <a:off x="8524129" y="4430050"/>
            <a:ext cx="234000" cy="318241"/>
          </a:xfrm>
          <a:prstGeom prst="rect">
            <a:avLst/>
          </a:prstGeom>
          <a:noFill/>
          <a:ln>
            <a:noFill/>
          </a:ln>
        </p:spPr>
      </p:pic>
      <p:sp>
        <p:nvSpPr>
          <p:cNvPr id="1885" name="Google Shape;1885;p187"/>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Click to open the interactive quiz</a:t>
            </a:r>
            <a:endParaRPr b="0"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1886" name="Shape 1886"/>
        <p:cNvGrpSpPr/>
        <p:nvPr/>
      </p:nvGrpSpPr>
      <p:grpSpPr>
        <a:xfrm>
          <a:off x="0" y="0"/>
          <a:ext cx="0" cy="0"/>
          <a:chOff x="0" y="0"/>
          <a:chExt cx="0" cy="0"/>
        </a:xfrm>
      </p:grpSpPr>
      <p:sp>
        <p:nvSpPr>
          <p:cNvPr id="1887" name="Google Shape;1887;p188"/>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Tick</a:t>
            </a:r>
            <a:endParaRPr b="0" i="0" sz="1600" u="none" cap="none" strike="noStrike">
              <a:solidFill>
                <a:schemeClr val="dk1"/>
              </a:solidFill>
              <a:latin typeface="Lexend"/>
              <a:ea typeface="Lexend"/>
              <a:cs typeface="Lexend"/>
              <a:sym typeface="Lexend"/>
            </a:endParaRPr>
          </a:p>
        </p:txBody>
      </p:sp>
      <p:sp>
        <p:nvSpPr>
          <p:cNvPr id="1888" name="Google Shape;1888;p188"/>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1889" name="Google Shape;1889;p188"/>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Video frame</a:t>
            </a:r>
            <a:endParaRPr b="0" i="0" sz="1600" u="none" cap="none" strike="noStrike">
              <a:solidFill>
                <a:schemeClr val="dk1"/>
              </a:solidFill>
              <a:latin typeface="Lexend"/>
              <a:ea typeface="Lexend"/>
              <a:cs typeface="Lexend"/>
              <a:sym typeface="Lexend"/>
            </a:endParaRPr>
          </a:p>
        </p:txBody>
      </p:sp>
      <p:sp>
        <p:nvSpPr>
          <p:cNvPr id="1890" name="Google Shape;1890;p188"/>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Agenda dot</a:t>
            </a:r>
            <a:endParaRPr b="0" i="0" sz="1600" u="none" cap="none" strike="noStrike">
              <a:solidFill>
                <a:schemeClr val="dk1"/>
              </a:solidFill>
              <a:latin typeface="Lexend"/>
              <a:ea typeface="Lexend"/>
              <a:cs typeface="Lexend"/>
              <a:sym typeface="Lexend"/>
            </a:endParaRPr>
          </a:p>
        </p:txBody>
      </p:sp>
      <p:sp>
        <p:nvSpPr>
          <p:cNvPr id="1891" name="Google Shape;1891;p188"/>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CfU option letters</a:t>
            </a:r>
            <a:endParaRPr b="0" i="0" sz="1600" u="none" cap="none" strike="noStrike">
              <a:solidFill>
                <a:schemeClr val="dk1"/>
              </a:solidFill>
              <a:latin typeface="Lexend"/>
              <a:ea typeface="Lexend"/>
              <a:cs typeface="Lexend"/>
              <a:sym typeface="Lexend"/>
            </a:endParaRPr>
          </a:p>
        </p:txBody>
      </p:sp>
      <p:sp>
        <p:nvSpPr>
          <p:cNvPr id="1892" name="Google Shape;1892;p188"/>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Play audio</a:t>
            </a:r>
            <a:endParaRPr b="0" i="0" sz="1600" u="none" cap="none" strike="noStrike">
              <a:solidFill>
                <a:schemeClr val="dk1"/>
              </a:solidFill>
              <a:latin typeface="Lexend"/>
              <a:ea typeface="Lexend"/>
              <a:cs typeface="Lexend"/>
              <a:sym typeface="Lexend"/>
            </a:endParaRPr>
          </a:p>
        </p:txBody>
      </p:sp>
      <p:sp>
        <p:nvSpPr>
          <p:cNvPr id="1893" name="Google Shape;1893;p188"/>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Play video</a:t>
            </a:r>
            <a:endParaRPr b="0" i="0" sz="1600" u="none" cap="none" strike="noStrike">
              <a:solidFill>
                <a:schemeClr val="dk1"/>
              </a:solidFill>
              <a:latin typeface="Lexend"/>
              <a:ea typeface="Lexend"/>
              <a:cs typeface="Lexend"/>
              <a:sym typeface="Lexend"/>
            </a:endParaRPr>
          </a:p>
        </p:txBody>
      </p:sp>
      <p:sp>
        <p:nvSpPr>
          <p:cNvPr id="1894" name="Google Shape;1894;p188"/>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Cross</a:t>
            </a:r>
            <a:endParaRPr b="0" i="0" sz="1600" u="none" cap="none" strike="noStrike">
              <a:solidFill>
                <a:schemeClr val="dk1"/>
              </a:solidFill>
              <a:latin typeface="Lexend"/>
              <a:ea typeface="Lexend"/>
              <a:cs typeface="Lexend"/>
              <a:sym typeface="Lexend"/>
            </a:endParaRPr>
          </a:p>
        </p:txBody>
      </p:sp>
      <p:sp>
        <p:nvSpPr>
          <p:cNvPr id="1895" name="Google Shape;1895;p188"/>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Reading icon</a:t>
            </a:r>
            <a:endParaRPr b="0"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1896" name="Shape 1896"/>
        <p:cNvGrpSpPr/>
        <p:nvPr/>
      </p:nvGrpSpPr>
      <p:grpSpPr>
        <a:xfrm>
          <a:off x="0" y="0"/>
          <a:ext cx="0" cy="0"/>
          <a:chOff x="0" y="0"/>
          <a:chExt cx="0" cy="0"/>
        </a:xfrm>
      </p:grpSpPr>
      <p:sp>
        <p:nvSpPr>
          <p:cNvPr id="1897" name="Google Shape;1897;p189"/>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1902" name="Shape 1902"/>
        <p:cNvGrpSpPr/>
        <p:nvPr/>
      </p:nvGrpSpPr>
      <p:grpSpPr>
        <a:xfrm>
          <a:off x="0" y="0"/>
          <a:ext cx="0" cy="0"/>
          <a:chOff x="0" y="0"/>
          <a:chExt cx="0" cy="0"/>
        </a:xfrm>
      </p:grpSpPr>
      <p:pic>
        <p:nvPicPr>
          <p:cNvPr id="1903" name="Google Shape;1903;g3ed01901b3b_0_806"/>
          <p:cNvPicPr preferRelativeResize="0"/>
          <p:nvPr/>
        </p:nvPicPr>
        <p:blipFill rotWithShape="1">
          <a:blip r:embed="rId2">
            <a:alphaModFix/>
          </a:blip>
          <a:srcRect b="0" l="0" r="0" t="0"/>
          <a:stretch/>
        </p:blipFill>
        <p:spPr>
          <a:xfrm>
            <a:off x="0" y="532525"/>
            <a:ext cx="9151202" cy="116700"/>
          </a:xfrm>
          <a:prstGeom prst="rect">
            <a:avLst/>
          </a:prstGeom>
          <a:noFill/>
          <a:ln>
            <a:noFill/>
          </a:ln>
        </p:spPr>
      </p:pic>
      <p:sp>
        <p:nvSpPr>
          <p:cNvPr id="1904" name="Google Shape;1904;g3ed01901b3b_0_806"/>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5" name="Google Shape;1905;g3ed01901b3b_0_806"/>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1906" name="Google Shape;1906;g3ed01901b3b_0_806"/>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907" name="Google Shape;1907;g3ed01901b3b_0_806"/>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1908" name="Google Shape;1908;g3ed01901b3b_0_806"/>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3EEFB"/>
                </a:solidFill>
                <a:latin typeface="Lexend"/>
                <a:ea typeface="Lexend"/>
                <a:cs typeface="Lexend"/>
                <a:sym typeface="Lexend"/>
              </a:rPr>
              <a:t>Explanation</a:t>
            </a:r>
            <a:endParaRPr b="1" i="0" sz="900" u="none" cap="none" strike="noStrike">
              <a:solidFill>
                <a:srgbClr val="F3EEFB"/>
              </a:solidFill>
              <a:latin typeface="Lexend"/>
              <a:ea typeface="Lexend"/>
              <a:cs typeface="Lexend"/>
              <a:sym typeface="Lexend"/>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1909" name="Shape 1909"/>
        <p:cNvGrpSpPr/>
        <p:nvPr/>
      </p:nvGrpSpPr>
      <p:grpSpPr>
        <a:xfrm>
          <a:off x="0" y="0"/>
          <a:ext cx="0" cy="0"/>
          <a:chOff x="0" y="0"/>
          <a:chExt cx="0" cy="0"/>
        </a:xfrm>
      </p:grpSpPr>
      <p:sp>
        <p:nvSpPr>
          <p:cNvPr id="1910" name="Google Shape;1910;g3ed01901b3b_0_813"/>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1911" name="Shape 1911"/>
        <p:cNvGrpSpPr/>
        <p:nvPr/>
      </p:nvGrpSpPr>
      <p:grpSpPr>
        <a:xfrm>
          <a:off x="0" y="0"/>
          <a:ext cx="0" cy="0"/>
          <a:chOff x="0" y="0"/>
          <a:chExt cx="0" cy="0"/>
        </a:xfrm>
      </p:grpSpPr>
      <p:pic>
        <p:nvPicPr>
          <p:cNvPr id="1912" name="Google Shape;1912;g3ed01901b3b_0_815"/>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1913" name="Google Shape;1913;g3ed01901b3b_0_81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4" name="Google Shape;1914;g3ed01901b3b_0_815"/>
          <p:cNvSpPr txBox="1"/>
          <p:nvPr>
            <p:ph type="title"/>
          </p:nvPr>
        </p:nvSpPr>
        <p:spPr>
          <a:xfrm>
            <a:off x="324000" y="809988"/>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915" name="Google Shape;1915;g3ed01901b3b_0_81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916" name="Google Shape;1916;g3ed01901b3b_0_81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1917" name="Google Shape;1917;g3ed01901b3b_0_815"/>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18" name="Google Shape;1918;g3ed01901b3b_0_815"/>
          <p:cNvSpPr txBox="1"/>
          <p:nvPr>
            <p:ph idx="1" type="subTitle"/>
          </p:nvPr>
        </p:nvSpPr>
        <p:spPr>
          <a:xfrm>
            <a:off x="1034425" y="16853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919" name="Google Shape;1919;g3ed01901b3b_0_815"/>
          <p:cNvSpPr txBox="1"/>
          <p:nvPr>
            <p:ph idx="3" type="subTitle"/>
          </p:nvPr>
        </p:nvSpPr>
        <p:spPr>
          <a:xfrm>
            <a:off x="1034425" y="24894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920" name="Google Shape;1920;g3ed01901b3b_0_815"/>
          <p:cNvSpPr txBox="1"/>
          <p:nvPr>
            <p:ph idx="4" type="subTitle"/>
          </p:nvPr>
        </p:nvSpPr>
        <p:spPr>
          <a:xfrm>
            <a:off x="1034425" y="33097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921" name="Google Shape;1921;g3ed01901b3b_0_815"/>
          <p:cNvSpPr txBox="1"/>
          <p:nvPr>
            <p:ph idx="5" type="subTitle"/>
          </p:nvPr>
        </p:nvSpPr>
        <p:spPr>
          <a:xfrm>
            <a:off x="1034425" y="4113837"/>
            <a:ext cx="7506600" cy="3603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1922" name="Google Shape;1922;g3ed01901b3b_0_815"/>
          <p:cNvGrpSpPr/>
          <p:nvPr/>
        </p:nvGrpSpPr>
        <p:grpSpPr>
          <a:xfrm>
            <a:off x="323653" y="1652038"/>
            <a:ext cx="457200" cy="457200"/>
            <a:chOff x="1020916" y="1442088"/>
            <a:chExt cx="457200" cy="457200"/>
          </a:xfrm>
        </p:grpSpPr>
        <p:pic>
          <p:nvPicPr>
            <p:cNvPr id="1923" name="Google Shape;1923;g3ed01901b3b_0_815"/>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924" name="Google Shape;1924;g3ed01901b3b_0_81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925" name="Google Shape;1925;g3ed01901b3b_0_815"/>
          <p:cNvGrpSpPr/>
          <p:nvPr/>
        </p:nvGrpSpPr>
        <p:grpSpPr>
          <a:xfrm>
            <a:off x="323653" y="2461775"/>
            <a:ext cx="457200" cy="457200"/>
            <a:chOff x="1020916" y="1442088"/>
            <a:chExt cx="457200" cy="457200"/>
          </a:xfrm>
        </p:grpSpPr>
        <p:pic>
          <p:nvPicPr>
            <p:cNvPr id="1926" name="Google Shape;1926;g3ed01901b3b_0_815"/>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927" name="Google Shape;1927;g3ed01901b3b_0_81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1928" name="Google Shape;1928;g3ed01901b3b_0_815"/>
          <p:cNvGrpSpPr/>
          <p:nvPr/>
        </p:nvGrpSpPr>
        <p:grpSpPr>
          <a:xfrm>
            <a:off x="323641" y="3271838"/>
            <a:ext cx="457200" cy="457200"/>
            <a:chOff x="1020916" y="1442088"/>
            <a:chExt cx="457200" cy="457200"/>
          </a:xfrm>
        </p:grpSpPr>
        <p:pic>
          <p:nvPicPr>
            <p:cNvPr id="1929" name="Google Shape;1929;g3ed01901b3b_0_815"/>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930" name="Google Shape;1930;g3ed01901b3b_0_81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grpSp>
        <p:nvGrpSpPr>
          <p:cNvPr id="1931" name="Google Shape;1931;g3ed01901b3b_0_815"/>
          <p:cNvGrpSpPr/>
          <p:nvPr/>
        </p:nvGrpSpPr>
        <p:grpSpPr>
          <a:xfrm>
            <a:off x="323641" y="4081763"/>
            <a:ext cx="457200" cy="457200"/>
            <a:chOff x="1020916" y="1442088"/>
            <a:chExt cx="457200" cy="457200"/>
          </a:xfrm>
        </p:grpSpPr>
        <p:pic>
          <p:nvPicPr>
            <p:cNvPr id="1932" name="Google Shape;1932;g3ed01901b3b_0_815"/>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933" name="Google Shape;1933;g3ed01901b3b_0_81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d</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1934" name="Shape 1934"/>
        <p:cNvGrpSpPr/>
        <p:nvPr/>
      </p:nvGrpSpPr>
      <p:grpSpPr>
        <a:xfrm>
          <a:off x="0" y="0"/>
          <a:ext cx="0" cy="0"/>
          <a:chOff x="0" y="0"/>
          <a:chExt cx="0" cy="0"/>
        </a:xfrm>
      </p:grpSpPr>
      <p:pic>
        <p:nvPicPr>
          <p:cNvPr id="1935" name="Google Shape;1935;g3ed01901b3b_0_838"/>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1936" name="Google Shape;1936;g3ed01901b3b_0_83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7" name="Google Shape;1937;g3ed01901b3b_0_838"/>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938" name="Google Shape;1938;g3ed01901b3b_0_8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939" name="Google Shape;1939;g3ed01901b3b_0_8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1940" name="Google Shape;1940;g3ed01901b3b_0_838"/>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41" name="Google Shape;1941;g3ed01901b3b_0_838"/>
          <p:cNvSpPr/>
          <p:nvPr>
            <p:ph idx="3" type="pic"/>
          </p:nvPr>
        </p:nvSpPr>
        <p:spPr>
          <a:xfrm>
            <a:off x="324000" y="1893950"/>
            <a:ext cx="2555400" cy="1939500"/>
          </a:xfrm>
          <a:prstGeom prst="rect">
            <a:avLst/>
          </a:prstGeom>
          <a:noFill/>
          <a:ln>
            <a:noFill/>
          </a:ln>
        </p:spPr>
      </p:sp>
      <p:sp>
        <p:nvSpPr>
          <p:cNvPr id="1942" name="Google Shape;1942;g3ed01901b3b_0_838"/>
          <p:cNvSpPr/>
          <p:nvPr>
            <p:ph idx="4" type="pic"/>
          </p:nvPr>
        </p:nvSpPr>
        <p:spPr>
          <a:xfrm>
            <a:off x="6256800" y="1893950"/>
            <a:ext cx="2555400" cy="1939500"/>
          </a:xfrm>
          <a:prstGeom prst="rect">
            <a:avLst/>
          </a:prstGeom>
          <a:noFill/>
          <a:ln>
            <a:noFill/>
          </a:ln>
        </p:spPr>
      </p:sp>
      <p:sp>
        <p:nvSpPr>
          <p:cNvPr id="1943" name="Google Shape;1943;g3ed01901b3b_0_838"/>
          <p:cNvSpPr/>
          <p:nvPr>
            <p:ph idx="5" type="pic"/>
          </p:nvPr>
        </p:nvSpPr>
        <p:spPr>
          <a:xfrm>
            <a:off x="3294300" y="1893950"/>
            <a:ext cx="2555400" cy="1939500"/>
          </a:xfrm>
          <a:prstGeom prst="rect">
            <a:avLst/>
          </a:prstGeom>
          <a:noFill/>
          <a:ln>
            <a:noFill/>
          </a:ln>
        </p:spPr>
      </p:sp>
      <p:grpSp>
        <p:nvGrpSpPr>
          <p:cNvPr id="1944" name="Google Shape;1944;g3ed01901b3b_0_838"/>
          <p:cNvGrpSpPr/>
          <p:nvPr/>
        </p:nvGrpSpPr>
        <p:grpSpPr>
          <a:xfrm>
            <a:off x="1381028" y="4148538"/>
            <a:ext cx="457200" cy="457200"/>
            <a:chOff x="1020916" y="1442088"/>
            <a:chExt cx="457200" cy="457200"/>
          </a:xfrm>
        </p:grpSpPr>
        <p:pic>
          <p:nvPicPr>
            <p:cNvPr id="1945" name="Google Shape;1945;g3ed01901b3b_0_838"/>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946" name="Google Shape;1946;g3ed01901b3b_0_8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947" name="Google Shape;1947;g3ed01901b3b_0_838"/>
          <p:cNvGrpSpPr/>
          <p:nvPr/>
        </p:nvGrpSpPr>
        <p:grpSpPr>
          <a:xfrm>
            <a:off x="4331066" y="4148550"/>
            <a:ext cx="457200" cy="457200"/>
            <a:chOff x="1020916" y="1442088"/>
            <a:chExt cx="457200" cy="457200"/>
          </a:xfrm>
        </p:grpSpPr>
        <p:pic>
          <p:nvPicPr>
            <p:cNvPr id="1948" name="Google Shape;1948;g3ed01901b3b_0_838"/>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949" name="Google Shape;1949;g3ed01901b3b_0_8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1950" name="Google Shape;1950;g3ed01901b3b_0_838"/>
          <p:cNvGrpSpPr/>
          <p:nvPr/>
        </p:nvGrpSpPr>
        <p:grpSpPr>
          <a:xfrm>
            <a:off x="7305791" y="4148538"/>
            <a:ext cx="457200" cy="457200"/>
            <a:chOff x="1020916" y="1442088"/>
            <a:chExt cx="457200" cy="457200"/>
          </a:xfrm>
        </p:grpSpPr>
        <p:pic>
          <p:nvPicPr>
            <p:cNvPr id="1951" name="Google Shape;1951;g3ed01901b3b_0_838"/>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952" name="Google Shape;1952;g3ed01901b3b_0_8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1953" name="Shape 1953"/>
        <p:cNvGrpSpPr/>
        <p:nvPr/>
      </p:nvGrpSpPr>
      <p:grpSpPr>
        <a:xfrm>
          <a:off x="0" y="0"/>
          <a:ext cx="0" cy="0"/>
          <a:chOff x="0" y="0"/>
          <a:chExt cx="0" cy="0"/>
        </a:xfrm>
      </p:grpSpPr>
      <p:pic>
        <p:nvPicPr>
          <p:cNvPr id="1954" name="Google Shape;1954;g3ed01901b3b_0_857"/>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1955" name="Google Shape;1955;g3ed01901b3b_0_85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6" name="Google Shape;1956;g3ed01901b3b_0_857"/>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957" name="Google Shape;1957;g3ed01901b3b_0_8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958" name="Google Shape;1958;g3ed01901b3b_0_8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1959" name="Google Shape;1959;g3ed01901b3b_0_857"/>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60" name="Google Shape;1960;g3ed01901b3b_0_857"/>
          <p:cNvSpPr txBox="1"/>
          <p:nvPr>
            <p:ph idx="1" type="subTitle"/>
          </p:nvPr>
        </p:nvSpPr>
        <p:spPr>
          <a:xfrm>
            <a:off x="1034425" y="18377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961" name="Google Shape;1961;g3ed01901b3b_0_857"/>
          <p:cNvSpPr txBox="1"/>
          <p:nvPr>
            <p:ph idx="3" type="subTitle"/>
          </p:nvPr>
        </p:nvSpPr>
        <p:spPr>
          <a:xfrm>
            <a:off x="1034425" y="27942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962" name="Google Shape;1962;g3ed01901b3b_0_857"/>
          <p:cNvSpPr txBox="1"/>
          <p:nvPr>
            <p:ph idx="4" type="subTitle"/>
          </p:nvPr>
        </p:nvSpPr>
        <p:spPr>
          <a:xfrm>
            <a:off x="1034425" y="37669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1963" name="Google Shape;1963;g3ed01901b3b_0_857"/>
          <p:cNvGrpSpPr/>
          <p:nvPr/>
        </p:nvGrpSpPr>
        <p:grpSpPr>
          <a:xfrm>
            <a:off x="323653" y="1804438"/>
            <a:ext cx="457200" cy="457200"/>
            <a:chOff x="1020916" y="1442088"/>
            <a:chExt cx="457200" cy="457200"/>
          </a:xfrm>
        </p:grpSpPr>
        <p:pic>
          <p:nvPicPr>
            <p:cNvPr id="1964" name="Google Shape;1964;g3ed01901b3b_0_85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965" name="Google Shape;1965;g3ed01901b3b_0_85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966" name="Google Shape;1966;g3ed01901b3b_0_857"/>
          <p:cNvGrpSpPr/>
          <p:nvPr/>
        </p:nvGrpSpPr>
        <p:grpSpPr>
          <a:xfrm>
            <a:off x="323653" y="2766575"/>
            <a:ext cx="457200" cy="457200"/>
            <a:chOff x="1020916" y="1442088"/>
            <a:chExt cx="457200" cy="457200"/>
          </a:xfrm>
        </p:grpSpPr>
        <p:pic>
          <p:nvPicPr>
            <p:cNvPr id="1967" name="Google Shape;1967;g3ed01901b3b_0_85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968" name="Google Shape;1968;g3ed01901b3b_0_85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1969" name="Google Shape;1969;g3ed01901b3b_0_857"/>
          <p:cNvGrpSpPr/>
          <p:nvPr/>
        </p:nvGrpSpPr>
        <p:grpSpPr>
          <a:xfrm>
            <a:off x="323641" y="3729038"/>
            <a:ext cx="457200" cy="457200"/>
            <a:chOff x="1020916" y="1442088"/>
            <a:chExt cx="457200" cy="457200"/>
          </a:xfrm>
        </p:grpSpPr>
        <p:pic>
          <p:nvPicPr>
            <p:cNvPr id="1970" name="Google Shape;1970;g3ed01901b3b_0_85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971" name="Google Shape;1971;g3ed01901b3b_0_85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1972" name="Shape 1972"/>
        <p:cNvGrpSpPr/>
        <p:nvPr/>
      </p:nvGrpSpPr>
      <p:grpSpPr>
        <a:xfrm>
          <a:off x="0" y="0"/>
          <a:ext cx="0" cy="0"/>
          <a:chOff x="0" y="0"/>
          <a:chExt cx="0" cy="0"/>
        </a:xfrm>
      </p:grpSpPr>
      <p:pic>
        <p:nvPicPr>
          <p:cNvPr id="1973" name="Google Shape;1973;g3ed01901b3b_0_876"/>
          <p:cNvPicPr preferRelativeResize="0"/>
          <p:nvPr/>
        </p:nvPicPr>
        <p:blipFill rotWithShape="1">
          <a:blip r:embed="rId2">
            <a:alphaModFix/>
          </a:blip>
          <a:srcRect b="0" l="0" r="0" t="0"/>
          <a:stretch/>
        </p:blipFill>
        <p:spPr>
          <a:xfrm>
            <a:off x="2429763" y="1780516"/>
            <a:ext cx="457425" cy="457425"/>
          </a:xfrm>
          <a:prstGeom prst="rect">
            <a:avLst/>
          </a:prstGeom>
          <a:noFill/>
          <a:ln>
            <a:noFill/>
          </a:ln>
        </p:spPr>
      </p:pic>
      <p:pic>
        <p:nvPicPr>
          <p:cNvPr id="1974" name="Google Shape;1974;g3ed01901b3b_0_876"/>
          <p:cNvPicPr preferRelativeResize="0"/>
          <p:nvPr/>
        </p:nvPicPr>
        <p:blipFill rotWithShape="1">
          <a:blip r:embed="rId2">
            <a:alphaModFix/>
          </a:blip>
          <a:srcRect b="0" l="0" r="0" t="0"/>
          <a:stretch/>
        </p:blipFill>
        <p:spPr>
          <a:xfrm>
            <a:off x="4823988" y="1780516"/>
            <a:ext cx="457425" cy="457425"/>
          </a:xfrm>
          <a:prstGeom prst="rect">
            <a:avLst/>
          </a:prstGeom>
          <a:noFill/>
          <a:ln>
            <a:noFill/>
          </a:ln>
        </p:spPr>
      </p:pic>
      <p:pic>
        <p:nvPicPr>
          <p:cNvPr id="1975" name="Google Shape;1975;g3ed01901b3b_0_876"/>
          <p:cNvPicPr preferRelativeResize="0"/>
          <p:nvPr/>
        </p:nvPicPr>
        <p:blipFill rotWithShape="1">
          <a:blip r:embed="rId3">
            <a:alphaModFix/>
          </a:blip>
          <a:srcRect b="0" l="0" r="0" t="0"/>
          <a:stretch/>
        </p:blipFill>
        <p:spPr>
          <a:xfrm>
            <a:off x="0" y="532525"/>
            <a:ext cx="9151202" cy="116709"/>
          </a:xfrm>
          <a:prstGeom prst="rect">
            <a:avLst/>
          </a:prstGeom>
          <a:noFill/>
          <a:ln>
            <a:noFill/>
          </a:ln>
        </p:spPr>
      </p:pic>
      <p:sp>
        <p:nvSpPr>
          <p:cNvPr id="1976" name="Google Shape;1976;g3ed01901b3b_0_87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7" name="Google Shape;1977;g3ed01901b3b_0_876"/>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a:t>
            </a:r>
            <a:endParaRPr b="1" i="0" sz="2200" u="none" cap="none" strike="noStrike">
              <a:solidFill>
                <a:schemeClr val="dk1"/>
              </a:solidFill>
              <a:latin typeface="Lexend"/>
              <a:ea typeface="Lexend"/>
              <a:cs typeface="Lexend"/>
              <a:sym typeface="Lexend"/>
            </a:endParaRPr>
          </a:p>
        </p:txBody>
      </p:sp>
      <p:sp>
        <p:nvSpPr>
          <p:cNvPr id="1978" name="Google Shape;1978;g3ed01901b3b_0_876"/>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False</a:t>
            </a:r>
            <a:endParaRPr b="1" i="0" sz="2200" u="none" cap="none" strike="noStrike">
              <a:solidFill>
                <a:schemeClr val="dk1"/>
              </a:solidFill>
              <a:latin typeface="Lexend"/>
              <a:ea typeface="Lexend"/>
              <a:cs typeface="Lexend"/>
              <a:sym typeface="Lexend"/>
            </a:endParaRPr>
          </a:p>
        </p:txBody>
      </p:sp>
      <p:sp>
        <p:nvSpPr>
          <p:cNvPr id="1979" name="Google Shape;1979;g3ed01901b3b_0_876"/>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Justify your answer</a:t>
            </a:r>
            <a:endParaRPr b="1" i="0" sz="2200" u="none" cap="none" strike="noStrike">
              <a:solidFill>
                <a:schemeClr val="dk1"/>
              </a:solidFill>
              <a:latin typeface="Lexend"/>
              <a:ea typeface="Lexend"/>
              <a:cs typeface="Lexend"/>
              <a:sym typeface="Lexend"/>
            </a:endParaRPr>
          </a:p>
        </p:txBody>
      </p:sp>
      <p:sp>
        <p:nvSpPr>
          <p:cNvPr id="1980" name="Google Shape;1980;g3ed01901b3b_0_876"/>
          <p:cNvSpPr txBox="1"/>
          <p:nvPr>
            <p:ph idx="1" type="subTitle"/>
          </p:nvPr>
        </p:nvSpPr>
        <p:spPr>
          <a:xfrm>
            <a:off x="980575" y="3196113"/>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981" name="Google Shape;1981;g3ed01901b3b_0_876"/>
          <p:cNvSpPr txBox="1"/>
          <p:nvPr>
            <p:ph idx="2" type="subTitle"/>
          </p:nvPr>
        </p:nvSpPr>
        <p:spPr>
          <a:xfrm>
            <a:off x="324000" y="1080000"/>
            <a:ext cx="6722400" cy="2505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982" name="Google Shape;1982;g3ed01901b3b_0_876"/>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 or false?</a:t>
            </a:r>
            <a:r>
              <a:rPr b="0" i="0" lang="en" sz="2400" u="none" cap="none" strike="noStrike">
                <a:solidFill>
                  <a:schemeClr val="dk1"/>
                </a:solidFill>
                <a:latin typeface="ABeeZee"/>
                <a:ea typeface="ABeeZee"/>
                <a:cs typeface="ABeeZee"/>
                <a:sym typeface="ABeeZee"/>
              </a:rPr>
              <a:t> </a:t>
            </a:r>
            <a:endParaRPr b="0" i="0" sz="2400" u="none" cap="none" strike="noStrike">
              <a:solidFill>
                <a:schemeClr val="dk1"/>
              </a:solidFill>
              <a:latin typeface="ABeeZee"/>
              <a:ea typeface="ABeeZee"/>
              <a:cs typeface="ABeeZee"/>
              <a:sym typeface="ABeeZee"/>
            </a:endParaRPr>
          </a:p>
        </p:txBody>
      </p:sp>
      <p:sp>
        <p:nvSpPr>
          <p:cNvPr id="1983" name="Google Shape;1983;g3ed01901b3b_0_876"/>
          <p:cNvSpPr txBox="1"/>
          <p:nvPr>
            <p:ph idx="3" type="subTitle"/>
          </p:nvPr>
        </p:nvSpPr>
        <p:spPr>
          <a:xfrm>
            <a:off x="980575" y="4040345"/>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1984" name="Google Shape;1984;g3ed01901b3b_0_876"/>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T</a:t>
            </a:r>
            <a:endParaRPr b="1" i="0" sz="1800" u="none" cap="none" strike="noStrike">
              <a:solidFill>
                <a:schemeClr val="lt1"/>
              </a:solidFill>
              <a:latin typeface="Lexend"/>
              <a:ea typeface="Lexend"/>
              <a:cs typeface="Lexend"/>
              <a:sym typeface="Lexend"/>
            </a:endParaRPr>
          </a:p>
        </p:txBody>
      </p:sp>
      <p:sp>
        <p:nvSpPr>
          <p:cNvPr id="1985" name="Google Shape;1985;g3ed01901b3b_0_876"/>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F</a:t>
            </a:r>
            <a:endParaRPr b="1" i="0" sz="1800" u="none" cap="none" strike="noStrike">
              <a:solidFill>
                <a:schemeClr val="lt1"/>
              </a:solidFill>
              <a:latin typeface="Lexend"/>
              <a:ea typeface="Lexend"/>
              <a:cs typeface="Lexend"/>
              <a:sym typeface="Lexend"/>
            </a:endParaRPr>
          </a:p>
        </p:txBody>
      </p:sp>
      <p:pic>
        <p:nvPicPr>
          <p:cNvPr id="1986" name="Google Shape;1986;g3ed01901b3b_0_876"/>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1987" name="Google Shape;1987;g3ed01901b3b_0_87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3EEFB"/>
                </a:solidFill>
                <a:latin typeface="Lexend"/>
                <a:ea typeface="Lexend"/>
                <a:cs typeface="Lexend"/>
                <a:sym typeface="Lexend"/>
              </a:rPr>
              <a:t>Check</a:t>
            </a:r>
            <a:endParaRPr b="1" i="0" sz="900" u="none" cap="none" strike="noStrike">
              <a:solidFill>
                <a:srgbClr val="F3EEFB"/>
              </a:solidFill>
              <a:latin typeface="Lexend"/>
              <a:ea typeface="Lexend"/>
              <a:cs typeface="Lexend"/>
              <a:sym typeface="Lexend"/>
            </a:endParaRPr>
          </a:p>
        </p:txBody>
      </p:sp>
      <p:sp>
        <p:nvSpPr>
          <p:cNvPr id="1988" name="Google Shape;1988;g3ed01901b3b_0_876"/>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989" name="Google Shape;1989;g3ed01901b3b_0_876"/>
          <p:cNvGrpSpPr/>
          <p:nvPr/>
        </p:nvGrpSpPr>
        <p:grpSpPr>
          <a:xfrm>
            <a:off x="324128" y="3139463"/>
            <a:ext cx="457200" cy="457200"/>
            <a:chOff x="1020916" y="1442088"/>
            <a:chExt cx="457200" cy="457200"/>
          </a:xfrm>
        </p:grpSpPr>
        <p:pic>
          <p:nvPicPr>
            <p:cNvPr id="1990" name="Google Shape;1990;g3ed01901b3b_0_876"/>
            <p:cNvPicPr preferRelativeResize="0"/>
            <p:nvPr/>
          </p:nvPicPr>
          <p:blipFill rotWithShape="1">
            <a:blip r:embed="rId5">
              <a:alphaModFix/>
            </a:blip>
            <a:srcRect b="0" l="0" r="0" t="0"/>
            <a:stretch/>
          </p:blipFill>
          <p:spPr>
            <a:xfrm>
              <a:off x="1020916" y="1442088"/>
              <a:ext cx="457200" cy="457200"/>
            </a:xfrm>
            <a:prstGeom prst="rect">
              <a:avLst/>
            </a:prstGeom>
            <a:noFill/>
            <a:ln>
              <a:noFill/>
            </a:ln>
          </p:spPr>
        </p:pic>
        <p:sp>
          <p:nvSpPr>
            <p:cNvPr id="1991" name="Google Shape;1991;g3ed01901b3b_0_87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992" name="Google Shape;1992;g3ed01901b3b_0_876"/>
          <p:cNvGrpSpPr/>
          <p:nvPr/>
        </p:nvGrpSpPr>
        <p:grpSpPr>
          <a:xfrm>
            <a:off x="324128" y="3987825"/>
            <a:ext cx="457200" cy="457200"/>
            <a:chOff x="1020916" y="1442088"/>
            <a:chExt cx="457200" cy="457200"/>
          </a:xfrm>
        </p:grpSpPr>
        <p:pic>
          <p:nvPicPr>
            <p:cNvPr id="1993" name="Google Shape;1993;g3ed01901b3b_0_876"/>
            <p:cNvPicPr preferRelativeResize="0"/>
            <p:nvPr/>
          </p:nvPicPr>
          <p:blipFill rotWithShape="1">
            <a:blip r:embed="rId5">
              <a:alphaModFix/>
            </a:blip>
            <a:srcRect b="0" l="0" r="0" t="0"/>
            <a:stretch/>
          </p:blipFill>
          <p:spPr>
            <a:xfrm>
              <a:off x="1020916" y="1442088"/>
              <a:ext cx="457200" cy="457200"/>
            </a:xfrm>
            <a:prstGeom prst="rect">
              <a:avLst/>
            </a:prstGeom>
            <a:noFill/>
            <a:ln>
              <a:noFill/>
            </a:ln>
          </p:spPr>
        </p:pic>
        <p:sp>
          <p:nvSpPr>
            <p:cNvPr id="1994" name="Google Shape;1994;g3ed01901b3b_0_87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1">
  <p:cSld name="TITLE_AND_TWO_COLUMNS_1_1_5_1_3_1_1_2">
    <p:spTree>
      <p:nvGrpSpPr>
        <p:cNvPr id="1995" name="Shape 1995"/>
        <p:cNvGrpSpPr/>
        <p:nvPr/>
      </p:nvGrpSpPr>
      <p:grpSpPr>
        <a:xfrm>
          <a:off x="0" y="0"/>
          <a:ext cx="0" cy="0"/>
          <a:chOff x="0" y="0"/>
          <a:chExt cx="0" cy="0"/>
        </a:xfrm>
      </p:grpSpPr>
      <p:pic>
        <p:nvPicPr>
          <p:cNvPr id="1996" name="Google Shape;1996;g3ed01901b3b_0_899"/>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1997" name="Google Shape;1997;g3ed01901b3b_0_89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8" name="Google Shape;1998;g3ed01901b3b_0_899"/>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1999" name="Google Shape;1999;g3ed01901b3b_0_899"/>
          <p:cNvSpPr txBox="1"/>
          <p:nvPr/>
        </p:nvSpPr>
        <p:spPr>
          <a:xfrm>
            <a:off x="324000" y="45525"/>
            <a:ext cx="1080300" cy="4926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lt1"/>
                </a:solidFill>
                <a:latin typeface="Lexend"/>
                <a:ea typeface="Lexend"/>
                <a:cs typeface="Lexend"/>
                <a:sym typeface="Lexend"/>
              </a:rPr>
              <a:t>Task A</a:t>
            </a:r>
            <a:endParaRPr b="1" i="0" sz="2000" u="none" cap="none" strike="noStrike">
              <a:solidFill>
                <a:schemeClr val="lt1"/>
              </a:solidFill>
              <a:latin typeface="Lexend"/>
              <a:ea typeface="Lexend"/>
              <a:cs typeface="Lexend"/>
              <a:sym typeface="Lexend"/>
            </a:endParaRPr>
          </a:p>
        </p:txBody>
      </p:sp>
      <p:sp>
        <p:nvSpPr>
          <p:cNvPr id="2000" name="Google Shape;2000;g3ed01901b3b_0_899"/>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30000"/>
              </a:lnSpc>
              <a:spcBef>
                <a:spcPts val="1000"/>
              </a:spcBef>
              <a:spcAft>
                <a:spcPts val="0"/>
              </a:spcAft>
              <a:buClr>
                <a:schemeClr val="lt1"/>
              </a:buClr>
              <a:buSzPts val="2100"/>
              <a:buNone/>
              <a:defRPr>
                <a:solidFill>
                  <a:schemeClr val="lt1"/>
                </a:solidFill>
              </a:defRPr>
            </a:lvl2pPr>
            <a:lvl3pPr lvl="2" algn="l">
              <a:lnSpc>
                <a:spcPct val="130000"/>
              </a:lnSpc>
              <a:spcBef>
                <a:spcPts val="1000"/>
              </a:spcBef>
              <a:spcAft>
                <a:spcPts val="0"/>
              </a:spcAft>
              <a:buClr>
                <a:schemeClr val="lt1"/>
              </a:buClr>
              <a:buSzPts val="2000"/>
              <a:buNone/>
              <a:defRPr>
                <a:solidFill>
                  <a:schemeClr val="lt1"/>
                </a:solidFill>
              </a:defRPr>
            </a:lvl3pPr>
            <a:lvl4pPr lvl="3" algn="l">
              <a:lnSpc>
                <a:spcPct val="130000"/>
              </a:lnSpc>
              <a:spcBef>
                <a:spcPts val="800"/>
              </a:spcBef>
              <a:spcAft>
                <a:spcPts val="0"/>
              </a:spcAft>
              <a:buClr>
                <a:schemeClr val="lt1"/>
              </a:buClr>
              <a:buSzPts val="1900"/>
              <a:buNone/>
              <a:defRPr>
                <a:solidFill>
                  <a:schemeClr val="lt1"/>
                </a:solidFill>
              </a:defRPr>
            </a:lvl4pPr>
            <a:lvl5pPr lvl="4" algn="l">
              <a:lnSpc>
                <a:spcPct val="130000"/>
              </a:lnSpc>
              <a:spcBef>
                <a:spcPts val="800"/>
              </a:spcBef>
              <a:spcAft>
                <a:spcPts val="0"/>
              </a:spcAft>
              <a:buClr>
                <a:schemeClr val="lt1"/>
              </a:buClr>
              <a:buSzPts val="1800"/>
              <a:buNone/>
              <a:defRPr>
                <a:solidFill>
                  <a:schemeClr val="lt1"/>
                </a:solidFill>
              </a:defRPr>
            </a:lvl5pPr>
            <a:lvl6pPr lvl="5" algn="l">
              <a:lnSpc>
                <a:spcPct val="130000"/>
              </a:lnSpc>
              <a:spcBef>
                <a:spcPts val="600"/>
              </a:spcBef>
              <a:spcAft>
                <a:spcPts val="0"/>
              </a:spcAft>
              <a:buClr>
                <a:schemeClr val="lt1"/>
              </a:buClr>
              <a:buSzPts val="1800"/>
              <a:buNone/>
              <a:defRPr>
                <a:solidFill>
                  <a:schemeClr val="lt1"/>
                </a:solidFill>
              </a:defRPr>
            </a:lvl6pPr>
            <a:lvl7pPr lvl="6" algn="l">
              <a:lnSpc>
                <a:spcPct val="130000"/>
              </a:lnSpc>
              <a:spcBef>
                <a:spcPts val="600"/>
              </a:spcBef>
              <a:spcAft>
                <a:spcPts val="0"/>
              </a:spcAft>
              <a:buClr>
                <a:schemeClr val="lt1"/>
              </a:buClr>
              <a:buSzPts val="1800"/>
              <a:buNone/>
              <a:defRPr>
                <a:solidFill>
                  <a:schemeClr val="lt1"/>
                </a:solidFill>
              </a:defRPr>
            </a:lvl7pPr>
            <a:lvl8pPr lvl="7" algn="l">
              <a:lnSpc>
                <a:spcPct val="130000"/>
              </a:lnSpc>
              <a:spcBef>
                <a:spcPts val="400"/>
              </a:spcBef>
              <a:spcAft>
                <a:spcPts val="0"/>
              </a:spcAft>
              <a:buClr>
                <a:schemeClr val="lt1"/>
              </a:buClr>
              <a:buSzPts val="1800"/>
              <a:buNone/>
              <a:defRPr>
                <a:solidFill>
                  <a:schemeClr val="lt1"/>
                </a:solidFill>
              </a:defRPr>
            </a:lvl8pPr>
            <a:lvl9pPr lvl="8" algn="l">
              <a:lnSpc>
                <a:spcPct val="130000"/>
              </a:lnSpc>
              <a:spcBef>
                <a:spcPts val="400"/>
              </a:spcBef>
              <a:spcAft>
                <a:spcPts val="200"/>
              </a:spcAft>
              <a:buClr>
                <a:schemeClr val="lt1"/>
              </a:buClr>
              <a:buSzPts val="1800"/>
              <a:buNone/>
              <a:defRPr>
                <a:solidFill>
                  <a:schemeClr val="lt1"/>
                </a:solidFill>
              </a:defRPr>
            </a:lvl9pPr>
          </a:lstStyle>
          <a:p/>
        </p:txBody>
      </p:sp>
      <p:pic>
        <p:nvPicPr>
          <p:cNvPr id="2001" name="Google Shape;2001;g3ed01901b3b_0_89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2002" name="Google Shape;2002;g3ed01901b3b_0_89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Practice</a:t>
            </a:r>
            <a:endParaRPr b="1" i="0" sz="900" u="none" cap="none" strike="noStrike">
              <a:solidFill>
                <a:srgbClr val="EBEDFE"/>
              </a:solidFill>
              <a:latin typeface="Lexend"/>
              <a:ea typeface="Lexend"/>
              <a:cs typeface="Lexend"/>
              <a:sym typeface="Lexend"/>
            </a:endParaRPr>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1">
  <p:cSld name="TITLE_AND_TWO_COLUMNS_1_1_5_1_3_1_1_1_2">
    <p:bg>
      <p:bgPr>
        <a:solidFill>
          <a:srgbClr val="F3EEFB"/>
        </a:solidFill>
      </p:bgPr>
    </p:bg>
    <p:spTree>
      <p:nvGrpSpPr>
        <p:cNvPr id="2003" name="Shape 2003"/>
        <p:cNvGrpSpPr/>
        <p:nvPr/>
      </p:nvGrpSpPr>
      <p:grpSpPr>
        <a:xfrm>
          <a:off x="0" y="0"/>
          <a:ext cx="0" cy="0"/>
          <a:chOff x="0" y="0"/>
          <a:chExt cx="0" cy="0"/>
        </a:xfrm>
      </p:grpSpPr>
      <p:pic>
        <p:nvPicPr>
          <p:cNvPr id="2004" name="Google Shape;2004;g3ed01901b3b_0_907"/>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2005" name="Google Shape;2005;g3ed01901b3b_0_90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6" name="Google Shape;2006;g3ed01901b3b_0_907"/>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2007" name="Google Shape;2007;g3ed01901b3b_0_907"/>
          <p:cNvSpPr txBox="1"/>
          <p:nvPr/>
        </p:nvSpPr>
        <p:spPr>
          <a:xfrm>
            <a:off x="324000" y="45525"/>
            <a:ext cx="1092900" cy="4926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lt1"/>
                </a:solidFill>
                <a:latin typeface="Lexend"/>
                <a:ea typeface="Lexend"/>
                <a:cs typeface="Lexend"/>
                <a:sym typeface="Lexend"/>
              </a:rPr>
              <a:t>Task A</a:t>
            </a:r>
            <a:endParaRPr b="1" i="0" sz="2000" u="none" cap="none" strike="noStrike">
              <a:solidFill>
                <a:schemeClr val="lt1"/>
              </a:solidFill>
              <a:latin typeface="Lexend"/>
              <a:ea typeface="Lexend"/>
              <a:cs typeface="Lexend"/>
              <a:sym typeface="Lexend"/>
            </a:endParaRPr>
          </a:p>
        </p:txBody>
      </p:sp>
      <p:sp>
        <p:nvSpPr>
          <p:cNvPr id="2008" name="Google Shape;2008;g3ed01901b3b_0_907"/>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30000"/>
              </a:lnSpc>
              <a:spcBef>
                <a:spcPts val="1000"/>
              </a:spcBef>
              <a:spcAft>
                <a:spcPts val="0"/>
              </a:spcAft>
              <a:buClr>
                <a:schemeClr val="lt1"/>
              </a:buClr>
              <a:buSzPts val="2100"/>
              <a:buNone/>
              <a:defRPr>
                <a:solidFill>
                  <a:schemeClr val="lt1"/>
                </a:solidFill>
              </a:defRPr>
            </a:lvl2pPr>
            <a:lvl3pPr lvl="2" algn="l">
              <a:lnSpc>
                <a:spcPct val="130000"/>
              </a:lnSpc>
              <a:spcBef>
                <a:spcPts val="1000"/>
              </a:spcBef>
              <a:spcAft>
                <a:spcPts val="0"/>
              </a:spcAft>
              <a:buClr>
                <a:schemeClr val="lt1"/>
              </a:buClr>
              <a:buSzPts val="2000"/>
              <a:buNone/>
              <a:defRPr>
                <a:solidFill>
                  <a:schemeClr val="lt1"/>
                </a:solidFill>
              </a:defRPr>
            </a:lvl3pPr>
            <a:lvl4pPr lvl="3" algn="l">
              <a:lnSpc>
                <a:spcPct val="130000"/>
              </a:lnSpc>
              <a:spcBef>
                <a:spcPts val="800"/>
              </a:spcBef>
              <a:spcAft>
                <a:spcPts val="0"/>
              </a:spcAft>
              <a:buClr>
                <a:schemeClr val="lt1"/>
              </a:buClr>
              <a:buSzPts val="1900"/>
              <a:buNone/>
              <a:defRPr>
                <a:solidFill>
                  <a:schemeClr val="lt1"/>
                </a:solidFill>
              </a:defRPr>
            </a:lvl4pPr>
            <a:lvl5pPr lvl="4" algn="l">
              <a:lnSpc>
                <a:spcPct val="130000"/>
              </a:lnSpc>
              <a:spcBef>
                <a:spcPts val="800"/>
              </a:spcBef>
              <a:spcAft>
                <a:spcPts val="0"/>
              </a:spcAft>
              <a:buClr>
                <a:schemeClr val="lt1"/>
              </a:buClr>
              <a:buSzPts val="1800"/>
              <a:buNone/>
              <a:defRPr>
                <a:solidFill>
                  <a:schemeClr val="lt1"/>
                </a:solidFill>
              </a:defRPr>
            </a:lvl5pPr>
            <a:lvl6pPr lvl="5" algn="l">
              <a:lnSpc>
                <a:spcPct val="130000"/>
              </a:lnSpc>
              <a:spcBef>
                <a:spcPts val="600"/>
              </a:spcBef>
              <a:spcAft>
                <a:spcPts val="0"/>
              </a:spcAft>
              <a:buClr>
                <a:schemeClr val="lt1"/>
              </a:buClr>
              <a:buSzPts val="1800"/>
              <a:buNone/>
              <a:defRPr>
                <a:solidFill>
                  <a:schemeClr val="lt1"/>
                </a:solidFill>
              </a:defRPr>
            </a:lvl6pPr>
            <a:lvl7pPr lvl="6" algn="l">
              <a:lnSpc>
                <a:spcPct val="130000"/>
              </a:lnSpc>
              <a:spcBef>
                <a:spcPts val="600"/>
              </a:spcBef>
              <a:spcAft>
                <a:spcPts val="0"/>
              </a:spcAft>
              <a:buClr>
                <a:schemeClr val="lt1"/>
              </a:buClr>
              <a:buSzPts val="1800"/>
              <a:buNone/>
              <a:defRPr>
                <a:solidFill>
                  <a:schemeClr val="lt1"/>
                </a:solidFill>
              </a:defRPr>
            </a:lvl7pPr>
            <a:lvl8pPr lvl="7" algn="l">
              <a:lnSpc>
                <a:spcPct val="130000"/>
              </a:lnSpc>
              <a:spcBef>
                <a:spcPts val="400"/>
              </a:spcBef>
              <a:spcAft>
                <a:spcPts val="0"/>
              </a:spcAft>
              <a:buClr>
                <a:schemeClr val="lt1"/>
              </a:buClr>
              <a:buSzPts val="1800"/>
              <a:buNone/>
              <a:defRPr>
                <a:solidFill>
                  <a:schemeClr val="lt1"/>
                </a:solidFill>
              </a:defRPr>
            </a:lvl8pPr>
            <a:lvl9pPr lvl="8" algn="l">
              <a:lnSpc>
                <a:spcPct val="130000"/>
              </a:lnSpc>
              <a:spcBef>
                <a:spcPts val="400"/>
              </a:spcBef>
              <a:spcAft>
                <a:spcPts val="200"/>
              </a:spcAft>
              <a:buClr>
                <a:schemeClr val="lt1"/>
              </a:buClr>
              <a:buSzPts val="1800"/>
              <a:buNone/>
              <a:defRPr>
                <a:solidFill>
                  <a:schemeClr val="lt1"/>
                </a:solidFill>
              </a:defRPr>
            </a:lvl9pPr>
          </a:lstStyle>
          <a:p/>
        </p:txBody>
      </p:sp>
      <p:pic>
        <p:nvPicPr>
          <p:cNvPr id="2009" name="Google Shape;2009;g3ed01901b3b_0_90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010" name="Google Shape;2010;g3ed01901b3b_0_90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3EEFB"/>
                </a:solidFill>
                <a:latin typeface="Lexend"/>
                <a:ea typeface="Lexend"/>
                <a:cs typeface="Lexend"/>
                <a:sym typeface="Lexend"/>
              </a:rPr>
              <a:t>Feedback</a:t>
            </a:r>
            <a:endParaRPr b="1" i="0" sz="900" u="none" cap="none" strike="noStrike">
              <a:solidFill>
                <a:srgbClr val="F3EEFB"/>
              </a:solidFill>
              <a:latin typeface="Lexend"/>
              <a:ea typeface="Lexend"/>
              <a:cs typeface="Lexend"/>
              <a:sym typeface="Lexend"/>
            </a:endParaRPr>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011" name="Shape 2011"/>
        <p:cNvGrpSpPr/>
        <p:nvPr/>
      </p:nvGrpSpPr>
      <p:grpSpPr>
        <a:xfrm>
          <a:off x="0" y="0"/>
          <a:ext cx="0" cy="0"/>
          <a:chOff x="0" y="0"/>
          <a:chExt cx="0" cy="0"/>
        </a:xfrm>
      </p:grpSpPr>
      <p:pic>
        <p:nvPicPr>
          <p:cNvPr id="2012" name="Google Shape;2012;g3ed01901b3b_0_915"/>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013" name="Google Shape;2013;g3ed01901b3b_0_91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4" name="Google Shape;2014;g3ed01901b3b_0_915"/>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2015" name="Google Shape;2015;g3ed01901b3b_0_915"/>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Explanation</a:t>
            </a:r>
            <a:endParaRPr b="1" i="0" sz="900" u="none" cap="none" strike="noStrike">
              <a:solidFill>
                <a:srgbClr val="FAEAF6"/>
              </a:solidFill>
              <a:latin typeface="Lexend"/>
              <a:ea typeface="Lexend"/>
              <a:cs typeface="Lexend"/>
              <a:sym typeface="Lexend"/>
            </a:endParaRPr>
          </a:p>
        </p:txBody>
      </p:sp>
      <p:sp>
        <p:nvSpPr>
          <p:cNvPr id="2016" name="Google Shape;2016;g3ed01901b3b_0_915"/>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017" name="Google Shape;2017;g3ed01901b3b_0_915"/>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18" name="Shape 2018"/>
        <p:cNvGrpSpPr/>
        <p:nvPr/>
      </p:nvGrpSpPr>
      <p:grpSpPr>
        <a:xfrm>
          <a:off x="0" y="0"/>
          <a:ext cx="0" cy="0"/>
          <a:chOff x="0" y="0"/>
          <a:chExt cx="0" cy="0"/>
        </a:xfrm>
      </p:grpSpPr>
      <p:sp>
        <p:nvSpPr>
          <p:cNvPr id="2019" name="Google Shape;2019;g3ed01901b3b_0_922"/>
          <p:cNvSpPr txBox="1"/>
          <p:nvPr>
            <p:ph type="title"/>
          </p:nvPr>
        </p:nvSpPr>
        <p:spPr>
          <a:xfrm>
            <a:off x="199660" y="135268"/>
            <a:ext cx="87825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FFC000"/>
              </a:buClr>
              <a:buSzPts val="3200"/>
              <a:buFont typeface="Comic Sans MS"/>
              <a:buNone/>
              <a:defRPr>
                <a:solidFill>
                  <a:srgbClr val="FFC000"/>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20" name="Google Shape;2020;g3ed01901b3b_0_922"/>
          <p:cNvSpPr txBox="1"/>
          <p:nvPr>
            <p:ph idx="1" type="body"/>
          </p:nvPr>
        </p:nvSpPr>
        <p:spPr>
          <a:xfrm>
            <a:off x="199660" y="1346250"/>
            <a:ext cx="8782500" cy="3263400"/>
          </a:xfrm>
          <a:prstGeom prst="rect">
            <a:avLst/>
          </a:prstGeom>
          <a:noFill/>
          <a:ln>
            <a:noFill/>
          </a:ln>
        </p:spPr>
        <p:txBody>
          <a:bodyPr anchorCtr="0" anchor="t" bIns="34275" lIns="68575" spcFirstLastPara="1" rIns="68575" wrap="square" tIns="34275">
            <a:normAutofit/>
          </a:bodyPr>
          <a:lstStyle>
            <a:lvl1pPr indent="-412750" lvl="0" marL="457200" algn="l">
              <a:lnSpc>
                <a:spcPct val="90000"/>
              </a:lnSpc>
              <a:spcBef>
                <a:spcPts val="700"/>
              </a:spcBef>
              <a:spcAft>
                <a:spcPts val="0"/>
              </a:spcAft>
              <a:buClr>
                <a:schemeClr val="dk1"/>
              </a:buClr>
              <a:buSzPts val="2900"/>
              <a:buChar char="●"/>
              <a:defRPr sz="2900">
                <a:latin typeface="Comic Sans MS"/>
                <a:ea typeface="Comic Sans MS"/>
                <a:cs typeface="Comic Sans MS"/>
                <a:sym typeface="Comic Sans MS"/>
              </a:defRPr>
            </a:lvl1pPr>
            <a:lvl2pPr indent="-387350" lvl="1" marL="914400" algn="l">
              <a:lnSpc>
                <a:spcPct val="90000"/>
              </a:lnSpc>
              <a:spcBef>
                <a:spcPts val="400"/>
              </a:spcBef>
              <a:spcAft>
                <a:spcPts val="0"/>
              </a:spcAft>
              <a:buClr>
                <a:schemeClr val="dk1"/>
              </a:buClr>
              <a:buSzPts val="2500"/>
              <a:buChar char="–"/>
              <a:defRPr sz="2500">
                <a:latin typeface="Comic Sans MS"/>
                <a:ea typeface="Comic Sans MS"/>
                <a:cs typeface="Comic Sans MS"/>
                <a:sym typeface="Comic Sans MS"/>
              </a:defRPr>
            </a:lvl2pPr>
            <a:lvl3pPr indent="-361950" lvl="2" marL="1371600" algn="l">
              <a:lnSpc>
                <a:spcPct val="90000"/>
              </a:lnSpc>
              <a:spcBef>
                <a:spcPts val="400"/>
              </a:spcBef>
              <a:spcAft>
                <a:spcPts val="0"/>
              </a:spcAft>
              <a:buClr>
                <a:schemeClr val="dk1"/>
              </a:buClr>
              <a:buSzPts val="2100"/>
              <a:buChar char="–"/>
              <a:defRPr sz="2100">
                <a:latin typeface="Comic Sans MS"/>
                <a:ea typeface="Comic Sans MS"/>
                <a:cs typeface="Comic Sans MS"/>
                <a:sym typeface="Comic Sans MS"/>
              </a:defRPr>
            </a:lvl3pPr>
            <a:lvl4pPr indent="-342900" lvl="3" marL="1828800" algn="l">
              <a:lnSpc>
                <a:spcPct val="90000"/>
              </a:lnSpc>
              <a:spcBef>
                <a:spcPts val="400"/>
              </a:spcBef>
              <a:spcAft>
                <a:spcPts val="0"/>
              </a:spcAft>
              <a:buClr>
                <a:schemeClr val="dk1"/>
              </a:buClr>
              <a:buSzPts val="1800"/>
              <a:buChar char="–"/>
              <a:defRPr sz="1800">
                <a:latin typeface="Comic Sans MS"/>
                <a:ea typeface="Comic Sans MS"/>
                <a:cs typeface="Comic Sans MS"/>
                <a:sym typeface="Comic Sans MS"/>
              </a:defRPr>
            </a:lvl4pPr>
            <a:lvl5pPr indent="-317500" lvl="4" marL="2286000" algn="l">
              <a:lnSpc>
                <a:spcPct val="90000"/>
              </a:lnSpc>
              <a:spcBef>
                <a:spcPts val="400"/>
              </a:spcBef>
              <a:spcAft>
                <a:spcPts val="0"/>
              </a:spcAft>
              <a:buClr>
                <a:schemeClr val="dk1"/>
              </a:buClr>
              <a:buSzPts val="1400"/>
              <a:buChar char="–"/>
              <a:defRPr sz="1400">
                <a:latin typeface="Comic Sans MS"/>
                <a:ea typeface="Comic Sans MS"/>
                <a:cs typeface="Comic Sans MS"/>
                <a:sym typeface="Comic Sans M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200"/>
              </a:spcAft>
              <a:buClr>
                <a:schemeClr val="dk1"/>
              </a:buClr>
              <a:buSzPts val="1400"/>
              <a:buChar char="–"/>
              <a:defRPr/>
            </a:lvl9pPr>
          </a:lstStyle>
          <a:p/>
        </p:txBody>
      </p:sp>
      <p:sp>
        <p:nvSpPr>
          <p:cNvPr id="2021" name="Google Shape;2021;g3ed01901b3b_0_92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022" name="Google Shape;2022;g3ed01901b3b_0_92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023" name="Google Shape;2023;g3ed01901b3b_0_922"/>
          <p:cNvSpPr txBox="1"/>
          <p:nvPr>
            <p:ph idx="12" type="sldNum"/>
          </p:nvPr>
        </p:nvSpPr>
        <p:spPr>
          <a:xfrm>
            <a:off x="6457951"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024" name="Shape 2024"/>
        <p:cNvGrpSpPr/>
        <p:nvPr/>
      </p:nvGrpSpPr>
      <p:grpSpPr>
        <a:xfrm>
          <a:off x="0" y="0"/>
          <a:ext cx="0" cy="0"/>
          <a:chOff x="0" y="0"/>
          <a:chExt cx="0" cy="0"/>
        </a:xfrm>
      </p:grpSpPr>
      <p:pic>
        <p:nvPicPr>
          <p:cNvPr id="2025" name="Google Shape;2025;g3ed01901b3b_0_928"/>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026" name="Google Shape;2026;g3ed01901b3b_0_92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7" name="Google Shape;2027;g3ed01901b3b_0_928"/>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2028" name="Google Shape;2028;g3ed01901b3b_0_928"/>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Explanation</a:t>
            </a:r>
            <a:endParaRPr b="1" i="0" sz="900" u="none" cap="none" strike="noStrike">
              <a:solidFill>
                <a:srgbClr val="E6F2F2"/>
              </a:solidFill>
              <a:latin typeface="Lexend"/>
              <a:ea typeface="Lexend"/>
              <a:cs typeface="Lexend"/>
              <a:sym typeface="Lexend"/>
            </a:endParaRPr>
          </a:p>
        </p:txBody>
      </p:sp>
      <p:sp>
        <p:nvSpPr>
          <p:cNvPr id="2029" name="Google Shape;2029;g3ed01901b3b_0_928"/>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030" name="Google Shape;2030;g3ed01901b3b_0_928"/>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2031" name="Shape 2031"/>
        <p:cNvGrpSpPr/>
        <p:nvPr/>
      </p:nvGrpSpPr>
      <p:grpSpPr>
        <a:xfrm>
          <a:off x="0" y="0"/>
          <a:ext cx="0" cy="0"/>
          <a:chOff x="0" y="0"/>
          <a:chExt cx="0" cy="0"/>
        </a:xfrm>
      </p:grpSpPr>
      <p:pic>
        <p:nvPicPr>
          <p:cNvPr id="2032" name="Google Shape;2032;g3ed01901b3b_0_935"/>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033" name="Google Shape;2033;g3ed01901b3b_0_93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4" name="Google Shape;2034;g3ed01901b3b_0_935"/>
          <p:cNvSpPr txBox="1"/>
          <p:nvPr>
            <p:ph type="title"/>
          </p:nvPr>
        </p:nvSpPr>
        <p:spPr>
          <a:xfrm>
            <a:off x="324000" y="809988"/>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035" name="Google Shape;2035;g3ed01901b3b_0_9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036" name="Google Shape;2036;g3ed01901b3b_0_9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sp>
        <p:nvSpPr>
          <p:cNvPr id="2037" name="Google Shape;2037;g3ed01901b3b_0_935"/>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38" name="Google Shape;2038;g3ed01901b3b_0_935"/>
          <p:cNvSpPr txBox="1"/>
          <p:nvPr>
            <p:ph idx="1" type="subTitle"/>
          </p:nvPr>
        </p:nvSpPr>
        <p:spPr>
          <a:xfrm>
            <a:off x="1034425" y="16853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039" name="Google Shape;2039;g3ed01901b3b_0_935"/>
          <p:cNvSpPr txBox="1"/>
          <p:nvPr>
            <p:ph idx="3" type="subTitle"/>
          </p:nvPr>
        </p:nvSpPr>
        <p:spPr>
          <a:xfrm>
            <a:off x="1034425" y="24894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040" name="Google Shape;2040;g3ed01901b3b_0_935"/>
          <p:cNvSpPr txBox="1"/>
          <p:nvPr>
            <p:ph idx="4" type="subTitle"/>
          </p:nvPr>
        </p:nvSpPr>
        <p:spPr>
          <a:xfrm>
            <a:off x="1034425" y="33097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041" name="Google Shape;2041;g3ed01901b3b_0_935"/>
          <p:cNvSpPr txBox="1"/>
          <p:nvPr>
            <p:ph idx="5" type="subTitle"/>
          </p:nvPr>
        </p:nvSpPr>
        <p:spPr>
          <a:xfrm>
            <a:off x="1034425" y="4113837"/>
            <a:ext cx="7506600" cy="3603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2042" name="Google Shape;2042;g3ed01901b3b_0_935"/>
          <p:cNvGrpSpPr/>
          <p:nvPr/>
        </p:nvGrpSpPr>
        <p:grpSpPr>
          <a:xfrm>
            <a:off x="323653" y="1652038"/>
            <a:ext cx="457200" cy="457200"/>
            <a:chOff x="1020916" y="1442088"/>
            <a:chExt cx="457200" cy="457200"/>
          </a:xfrm>
        </p:grpSpPr>
        <p:pic>
          <p:nvPicPr>
            <p:cNvPr id="2043" name="Google Shape;2043;g3ed01901b3b_0_935"/>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044" name="Google Shape;2044;g3ed01901b3b_0_9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2045" name="Google Shape;2045;g3ed01901b3b_0_935"/>
          <p:cNvGrpSpPr/>
          <p:nvPr/>
        </p:nvGrpSpPr>
        <p:grpSpPr>
          <a:xfrm>
            <a:off x="323653" y="2461775"/>
            <a:ext cx="457200" cy="457200"/>
            <a:chOff x="1020916" y="1442088"/>
            <a:chExt cx="457200" cy="457200"/>
          </a:xfrm>
        </p:grpSpPr>
        <p:pic>
          <p:nvPicPr>
            <p:cNvPr id="2046" name="Google Shape;2046;g3ed01901b3b_0_935"/>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047" name="Google Shape;2047;g3ed01901b3b_0_9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2048" name="Google Shape;2048;g3ed01901b3b_0_935"/>
          <p:cNvGrpSpPr/>
          <p:nvPr/>
        </p:nvGrpSpPr>
        <p:grpSpPr>
          <a:xfrm>
            <a:off x="323641" y="3271838"/>
            <a:ext cx="457200" cy="457200"/>
            <a:chOff x="1020916" y="1442088"/>
            <a:chExt cx="457200" cy="457200"/>
          </a:xfrm>
        </p:grpSpPr>
        <p:pic>
          <p:nvPicPr>
            <p:cNvPr id="2049" name="Google Shape;2049;g3ed01901b3b_0_935"/>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050" name="Google Shape;2050;g3ed01901b3b_0_9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grpSp>
        <p:nvGrpSpPr>
          <p:cNvPr id="2051" name="Google Shape;2051;g3ed01901b3b_0_935"/>
          <p:cNvGrpSpPr/>
          <p:nvPr/>
        </p:nvGrpSpPr>
        <p:grpSpPr>
          <a:xfrm>
            <a:off x="323641" y="4081763"/>
            <a:ext cx="457200" cy="457200"/>
            <a:chOff x="1020916" y="1442088"/>
            <a:chExt cx="457200" cy="457200"/>
          </a:xfrm>
        </p:grpSpPr>
        <p:pic>
          <p:nvPicPr>
            <p:cNvPr id="2052" name="Google Shape;2052;g3ed01901b3b_0_935"/>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053" name="Google Shape;2053;g3ed01901b3b_0_9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d</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2054" name="Shape 2054"/>
        <p:cNvGrpSpPr/>
        <p:nvPr/>
      </p:nvGrpSpPr>
      <p:grpSpPr>
        <a:xfrm>
          <a:off x="0" y="0"/>
          <a:ext cx="0" cy="0"/>
          <a:chOff x="0" y="0"/>
          <a:chExt cx="0" cy="0"/>
        </a:xfrm>
      </p:grpSpPr>
      <p:pic>
        <p:nvPicPr>
          <p:cNvPr id="2055" name="Google Shape;2055;g3ed01901b3b_0_958"/>
          <p:cNvPicPr preferRelativeResize="0"/>
          <p:nvPr/>
        </p:nvPicPr>
        <p:blipFill rotWithShape="1">
          <a:blip r:embed="rId2">
            <a:alphaModFix/>
          </a:blip>
          <a:srcRect b="0" l="6209" r="6210" t="0"/>
          <a:stretch/>
        </p:blipFill>
        <p:spPr>
          <a:xfrm>
            <a:off x="324000" y="4008600"/>
            <a:ext cx="1117400" cy="128000"/>
          </a:xfrm>
          <a:prstGeom prst="rect">
            <a:avLst/>
          </a:prstGeom>
          <a:noFill/>
          <a:ln>
            <a:noFill/>
          </a:ln>
        </p:spPr>
      </p:pic>
      <p:pic>
        <p:nvPicPr>
          <p:cNvPr id="2056" name="Google Shape;2056;g3ed01901b3b_0_95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057" name="Google Shape;2057;g3ed01901b3b_0_95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58" name="Google Shape;2058;g3ed01901b3b_0_95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Chemistry</a:t>
            </a:r>
            <a:endParaRPr b="1" i="0" sz="1700" u="none" cap="none" strike="noStrike">
              <a:solidFill>
                <a:srgbClr val="000000"/>
              </a:solidFill>
              <a:latin typeface="Lexend"/>
              <a:ea typeface="Lexend"/>
              <a:cs typeface="Lexend"/>
              <a:sym typeface="Lexend"/>
            </a:endParaRPr>
          </a:p>
        </p:txBody>
      </p:sp>
      <p:sp>
        <p:nvSpPr>
          <p:cNvPr id="2059" name="Google Shape;2059;g3ed01901b3b_0_958"/>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2060" name="Google Shape;2060;g3ed01901b3b_0_95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2061" name="Google Shape;2061;g3ed01901b3b_0_95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2062" name="Shape 2062"/>
        <p:cNvGrpSpPr/>
        <p:nvPr/>
      </p:nvGrpSpPr>
      <p:grpSpPr>
        <a:xfrm>
          <a:off x="0" y="0"/>
          <a:ext cx="0" cy="0"/>
          <a:chOff x="0" y="0"/>
          <a:chExt cx="0" cy="0"/>
        </a:xfrm>
      </p:grpSpPr>
      <p:sp>
        <p:nvSpPr>
          <p:cNvPr id="2063" name="Google Shape;2063;g3ed01901b3b_0_966"/>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Clr>
                <a:srgbClr val="000000"/>
              </a:buClr>
              <a:buSzPts val="1200"/>
              <a:buFont typeface="Arial"/>
              <a:buNone/>
            </a:pPr>
            <a:r>
              <a:rPr b="0" i="0" lang="en" sz="1200" u="none" cap="none" strike="noStrike">
                <a:solidFill>
                  <a:srgbClr val="000000"/>
                </a:solidFill>
                <a:latin typeface="Lexend"/>
                <a:ea typeface="Lexend"/>
                <a:cs typeface="Lexend"/>
                <a:sym typeface="Lexend"/>
              </a:rPr>
              <a:t>Oak’s lessons are structured around </a:t>
            </a:r>
            <a:r>
              <a:rPr b="1" i="0" lang="en" sz="1200" u="none" cap="none" strike="noStrike">
                <a:solidFill>
                  <a:srgbClr val="000000"/>
                </a:solidFill>
                <a:latin typeface="Lexend"/>
                <a:ea typeface="Lexend"/>
                <a:cs typeface="Lexend"/>
                <a:sym typeface="Lexend"/>
              </a:rPr>
              <a:t>learning cycles</a:t>
            </a:r>
            <a:r>
              <a:rPr b="0" i="1" lang="en" sz="1200" u="none" cap="none" strike="noStrike">
                <a:solidFill>
                  <a:srgbClr val="000000"/>
                </a:solidFill>
                <a:latin typeface="Lexend"/>
                <a:ea typeface="Lexend"/>
                <a:cs typeface="Lexend"/>
                <a:sym typeface="Lexend"/>
              </a:rPr>
              <a:t>.</a:t>
            </a:r>
            <a:r>
              <a:rPr b="0" i="0" lang="en" sz="1200" u="none" cap="none" strike="noStrike">
                <a:solidFill>
                  <a:srgbClr val="000000"/>
                </a:solidFill>
                <a:latin typeface="Lexend"/>
                <a:ea typeface="Lexend"/>
                <a:cs typeface="Lexend"/>
                <a:sym typeface="Lexend"/>
              </a:rPr>
              <a:t> These are indicated through colour in the slide deck:</a:t>
            </a:r>
            <a:endParaRPr b="0" i="0" sz="1200" u="none" cap="none" strike="noStrike">
              <a:solidFill>
                <a:srgbClr val="000000"/>
              </a:solidFill>
              <a:latin typeface="Lexend"/>
              <a:ea typeface="Lexend"/>
              <a:cs typeface="Lexend"/>
              <a:sym typeface="Lexend"/>
            </a:endParaRPr>
          </a:p>
        </p:txBody>
      </p:sp>
      <p:sp>
        <p:nvSpPr>
          <p:cNvPr id="2064" name="Google Shape;2064;g3ed01901b3b_0_966"/>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Lexend"/>
                <a:ea typeface="Lexend"/>
                <a:cs typeface="Lexend"/>
                <a:sym typeface="Lexend"/>
              </a:rPr>
              <a:t>Oak’s lesson structure</a:t>
            </a:r>
            <a:endParaRPr b="1" i="0" sz="1600" u="none" cap="none" strike="noStrike">
              <a:solidFill>
                <a:srgbClr val="000000"/>
              </a:solidFill>
              <a:latin typeface="Lexend"/>
              <a:ea typeface="Lexend"/>
              <a:cs typeface="Lexend"/>
              <a:sym typeface="Lexend"/>
            </a:endParaRPr>
          </a:p>
        </p:txBody>
      </p:sp>
      <p:sp>
        <p:nvSpPr>
          <p:cNvPr id="2065" name="Google Shape;2065;g3ed01901b3b_0_966"/>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Lexend"/>
                <a:ea typeface="Lexend"/>
                <a:cs typeface="Lexend"/>
                <a:sym typeface="Lexend"/>
              </a:rPr>
              <a:t>Useful links</a:t>
            </a:r>
            <a:endParaRPr b="1" i="0" sz="1600" u="none" cap="none" strike="noStrike">
              <a:solidFill>
                <a:srgbClr val="000000"/>
              </a:solidFill>
              <a:latin typeface="Lexend"/>
              <a:ea typeface="Lexend"/>
              <a:cs typeface="Lexend"/>
              <a:sym typeface="Lexend"/>
            </a:endParaRPr>
          </a:p>
        </p:txBody>
      </p:sp>
      <p:sp>
        <p:nvSpPr>
          <p:cNvPr id="2066" name="Google Shape;2066;g3ed01901b3b_0_966"/>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Clr>
                <a:srgbClr val="000000"/>
              </a:buClr>
              <a:buSzPts val="1200"/>
              <a:buFont typeface="Arial"/>
              <a:buNone/>
            </a:pPr>
            <a:r>
              <a:rPr b="0" i="0" lang="en" sz="1200" u="none" cap="none" strike="noStrike">
                <a:solidFill>
                  <a:srgbClr val="000000"/>
                </a:solidFill>
                <a:latin typeface="Lexend"/>
                <a:ea typeface="Lexend"/>
                <a:cs typeface="Lexend"/>
                <a:sym typeface="Lexend"/>
              </a:rPr>
              <a:t>Each</a:t>
            </a:r>
            <a:r>
              <a:rPr b="1" i="0" lang="en" sz="1200" u="none" cap="none" strike="noStrike">
                <a:solidFill>
                  <a:srgbClr val="000000"/>
                </a:solidFill>
                <a:latin typeface="Lexend"/>
                <a:ea typeface="Lexend"/>
                <a:cs typeface="Lexend"/>
                <a:sym typeface="Lexend"/>
              </a:rPr>
              <a:t> learning cycle</a:t>
            </a:r>
            <a:r>
              <a:rPr b="0" i="0" lang="en" sz="1200" u="none" cap="none" strike="noStrike">
                <a:solidFill>
                  <a:srgbClr val="000000"/>
                </a:solidFill>
                <a:latin typeface="Lexend"/>
                <a:ea typeface="Lexend"/>
                <a:cs typeface="Lexend"/>
                <a:sym typeface="Lexend"/>
              </a:rPr>
              <a:t> covers several phases:</a:t>
            </a:r>
            <a:endParaRPr b="0" i="0" sz="1200" u="none" cap="none" strike="noStrike">
              <a:solidFill>
                <a:srgbClr val="000000"/>
              </a:solidFill>
              <a:latin typeface="Lexend"/>
              <a:ea typeface="Lexend"/>
              <a:cs typeface="Lexend"/>
              <a:sym typeface="Lexend"/>
            </a:endParaRPr>
          </a:p>
        </p:txBody>
      </p:sp>
      <p:grpSp>
        <p:nvGrpSpPr>
          <p:cNvPr id="2067" name="Google Shape;2067;g3ed01901b3b_0_966"/>
          <p:cNvGrpSpPr/>
          <p:nvPr/>
        </p:nvGrpSpPr>
        <p:grpSpPr>
          <a:xfrm>
            <a:off x="2650916" y="1644416"/>
            <a:ext cx="1745271" cy="1430724"/>
            <a:chOff x="2642961" y="1644312"/>
            <a:chExt cx="1454635" cy="1195658"/>
          </a:xfrm>
        </p:grpSpPr>
        <p:pic>
          <p:nvPicPr>
            <p:cNvPr id="2068" name="Google Shape;2068;g3ed01901b3b_0_966"/>
            <p:cNvPicPr preferRelativeResize="0"/>
            <p:nvPr/>
          </p:nvPicPr>
          <p:blipFill rotWithShape="1">
            <a:blip r:embed="rId2">
              <a:alphaModFix/>
            </a:blip>
            <a:srcRect b="0" l="0" r="0" t="0"/>
            <a:stretch/>
          </p:blipFill>
          <p:spPr>
            <a:xfrm>
              <a:off x="2642975" y="1644312"/>
              <a:ext cx="1454621" cy="287396"/>
            </a:xfrm>
            <a:prstGeom prst="rect">
              <a:avLst/>
            </a:prstGeom>
            <a:noFill/>
            <a:ln>
              <a:noFill/>
            </a:ln>
            <a:effectLst>
              <a:outerShdw blurRad="57150" rotWithShape="0" algn="bl" dir="5400000" dist="19050">
                <a:srgbClr val="000000">
                  <a:alpha val="49800"/>
                </a:srgbClr>
              </a:outerShdw>
            </a:effectLst>
          </p:spPr>
        </p:pic>
        <p:pic>
          <p:nvPicPr>
            <p:cNvPr id="2069" name="Google Shape;2069;g3ed01901b3b_0_966"/>
            <p:cNvPicPr preferRelativeResize="0"/>
            <p:nvPr/>
          </p:nvPicPr>
          <p:blipFill rotWithShape="1">
            <a:blip r:embed="rId3">
              <a:alphaModFix/>
            </a:blip>
            <a:srcRect b="0" l="0" r="0" t="0"/>
            <a:stretch/>
          </p:blipFill>
          <p:spPr>
            <a:xfrm>
              <a:off x="2642975" y="1936215"/>
              <a:ext cx="1454618" cy="287940"/>
            </a:xfrm>
            <a:prstGeom prst="rect">
              <a:avLst/>
            </a:prstGeom>
            <a:noFill/>
            <a:ln>
              <a:noFill/>
            </a:ln>
            <a:effectLst>
              <a:outerShdw blurRad="57150" rotWithShape="0" algn="bl" dir="5400000" dist="19050">
                <a:srgbClr val="000000">
                  <a:alpha val="49800"/>
                </a:srgbClr>
              </a:outerShdw>
            </a:effectLst>
          </p:spPr>
        </p:pic>
        <p:pic>
          <p:nvPicPr>
            <p:cNvPr id="2070" name="Google Shape;2070;g3ed01901b3b_0_966"/>
            <p:cNvPicPr preferRelativeResize="0"/>
            <p:nvPr/>
          </p:nvPicPr>
          <p:blipFill rotWithShape="1">
            <a:blip r:embed="rId4">
              <a:alphaModFix/>
            </a:blip>
            <a:srcRect b="0" l="0" r="0" t="0"/>
            <a:stretch/>
          </p:blipFill>
          <p:spPr>
            <a:xfrm>
              <a:off x="2642965" y="2251391"/>
              <a:ext cx="1454621" cy="284581"/>
            </a:xfrm>
            <a:prstGeom prst="rect">
              <a:avLst/>
            </a:prstGeom>
            <a:noFill/>
            <a:ln>
              <a:noFill/>
            </a:ln>
            <a:effectLst>
              <a:outerShdw blurRad="57150" rotWithShape="0" algn="bl" dir="5400000" dist="19050">
                <a:srgbClr val="000000">
                  <a:alpha val="49800"/>
                </a:srgbClr>
              </a:outerShdw>
            </a:effectLst>
          </p:spPr>
        </p:pic>
        <p:pic>
          <p:nvPicPr>
            <p:cNvPr id="2071" name="Google Shape;2071;g3ed01901b3b_0_966"/>
            <p:cNvPicPr preferRelativeResize="0"/>
            <p:nvPr/>
          </p:nvPicPr>
          <p:blipFill rotWithShape="1">
            <a:blip r:embed="rId5">
              <a:alphaModFix/>
            </a:blip>
            <a:srcRect b="0" l="0" r="0" t="0"/>
            <a:stretch/>
          </p:blipFill>
          <p:spPr>
            <a:xfrm>
              <a:off x="2642961" y="2563206"/>
              <a:ext cx="1454620" cy="276764"/>
            </a:xfrm>
            <a:prstGeom prst="rect">
              <a:avLst/>
            </a:prstGeom>
            <a:noFill/>
            <a:ln>
              <a:noFill/>
            </a:ln>
            <a:effectLst>
              <a:outerShdw blurRad="57150" rotWithShape="0" algn="bl" dir="5400000" dist="19050">
                <a:srgbClr val="000000">
                  <a:alpha val="49800"/>
                </a:srgbClr>
              </a:outerShdw>
            </a:effectLst>
          </p:spPr>
        </p:pic>
      </p:grpSp>
      <p:pic>
        <p:nvPicPr>
          <p:cNvPr id="2072" name="Google Shape;2072;g3ed01901b3b_0_966"/>
          <p:cNvPicPr preferRelativeResize="0"/>
          <p:nvPr/>
        </p:nvPicPr>
        <p:blipFill rotWithShape="1">
          <a:blip r:embed="rId6">
            <a:alphaModFix/>
          </a:blip>
          <a:srcRect b="5222" l="3911" r="0" t="0"/>
          <a:stretch/>
        </p:blipFill>
        <p:spPr>
          <a:xfrm>
            <a:off x="1328513" y="3569750"/>
            <a:ext cx="2057336" cy="1195675"/>
          </a:xfrm>
          <a:prstGeom prst="rect">
            <a:avLst/>
          </a:prstGeom>
          <a:noFill/>
          <a:ln>
            <a:noFill/>
          </a:ln>
        </p:spPr>
      </p:pic>
      <p:pic>
        <p:nvPicPr>
          <p:cNvPr id="2073" name="Google Shape;2073;g3ed01901b3b_0_966"/>
          <p:cNvPicPr preferRelativeResize="0"/>
          <p:nvPr/>
        </p:nvPicPr>
        <p:blipFill rotWithShape="1">
          <a:blip r:embed="rId7">
            <a:alphaModFix/>
          </a:blip>
          <a:srcRect b="0" l="0" r="0" t="0"/>
          <a:stretch/>
        </p:blipFill>
        <p:spPr>
          <a:xfrm>
            <a:off x="398750" y="1778088"/>
            <a:ext cx="2057324" cy="1163398"/>
          </a:xfrm>
          <a:prstGeom prst="rect">
            <a:avLst/>
          </a:prstGeom>
          <a:noFill/>
          <a:ln>
            <a:noFill/>
          </a:ln>
          <a:effectLst>
            <a:outerShdw blurRad="57150" rotWithShape="0" algn="bl" dir="5400000" dist="19050">
              <a:srgbClr val="000000">
                <a:alpha val="49800"/>
              </a:srgbClr>
            </a:outerShdw>
          </a:effectLst>
        </p:spPr>
      </p:pic>
      <p:sp>
        <p:nvSpPr>
          <p:cNvPr id="2074" name="Google Shape;2074;g3ed01901b3b_0_96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2075" name="Shape 2075"/>
        <p:cNvGrpSpPr/>
        <p:nvPr/>
      </p:nvGrpSpPr>
      <p:grpSpPr>
        <a:xfrm>
          <a:off x="0" y="0"/>
          <a:ext cx="0" cy="0"/>
          <a:chOff x="0" y="0"/>
          <a:chExt cx="0" cy="0"/>
        </a:xfrm>
      </p:grpSpPr>
      <p:sp>
        <p:nvSpPr>
          <p:cNvPr id="2076" name="Google Shape;2076;g3ed01901b3b_0_979"/>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77" name="Google Shape;2077;g3ed01901b3b_0_979"/>
          <p:cNvPicPr preferRelativeResize="0"/>
          <p:nvPr/>
        </p:nvPicPr>
        <p:blipFill rotWithShape="1">
          <a:blip r:embed="rId2">
            <a:alphaModFix/>
          </a:blip>
          <a:srcRect b="1710" l="0" r="0" t="1700"/>
          <a:stretch/>
        </p:blipFill>
        <p:spPr>
          <a:xfrm>
            <a:off x="0" y="532525"/>
            <a:ext cx="9151202" cy="116709"/>
          </a:xfrm>
          <a:prstGeom prst="rect">
            <a:avLst/>
          </a:prstGeom>
          <a:noFill/>
          <a:ln>
            <a:noFill/>
          </a:ln>
        </p:spPr>
      </p:pic>
      <p:sp>
        <p:nvSpPr>
          <p:cNvPr id="2078" name="Google Shape;2078;g3ed01901b3b_0_979"/>
          <p:cNvSpPr txBox="1"/>
          <p:nvPr>
            <p:ph idx="1" type="subTitle"/>
          </p:nvPr>
        </p:nvSpPr>
        <p:spPr>
          <a:xfrm>
            <a:off x="324000" y="744050"/>
            <a:ext cx="8496000" cy="389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None/>
              <a:defRPr sz="2000">
                <a:solidFill>
                  <a:srgbClr val="282828"/>
                </a:solidFill>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079" name="Google Shape;2079;g3ed01901b3b_0_979"/>
          <p:cNvSpPr txBox="1"/>
          <p:nvPr>
            <p:ph idx="2" type="subTitle"/>
          </p:nvPr>
        </p:nvSpPr>
        <p:spPr>
          <a:xfrm>
            <a:off x="324000" y="1588800"/>
            <a:ext cx="8496000" cy="389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None/>
              <a:defRPr sz="2000">
                <a:solidFill>
                  <a:srgbClr val="282828"/>
                </a:solidFill>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080" name="Google Shape;2080;g3ed01901b3b_0_979"/>
          <p:cNvSpPr txBox="1"/>
          <p:nvPr>
            <p:ph idx="3" type="subTitle"/>
          </p:nvPr>
        </p:nvSpPr>
        <p:spPr>
          <a:xfrm>
            <a:off x="324000" y="2428425"/>
            <a:ext cx="8496000" cy="389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None/>
              <a:defRPr sz="2000">
                <a:solidFill>
                  <a:srgbClr val="282828"/>
                </a:solidFill>
              </a:defRPr>
            </a:lvl1pPr>
            <a:lvl2pPr lvl="1" algn="l">
              <a:lnSpc>
                <a:spcPct val="130000"/>
              </a:lnSpc>
              <a:spcBef>
                <a:spcPts val="1000"/>
              </a:spcBef>
              <a:spcAft>
                <a:spcPts val="0"/>
              </a:spcAft>
              <a:buClr>
                <a:srgbClr val="282828"/>
              </a:buClr>
              <a:buSzPts val="2000"/>
              <a:buNone/>
              <a:defRPr sz="2000">
                <a:solidFill>
                  <a:srgbClr val="282828"/>
                </a:solidFill>
              </a:defRPr>
            </a:lvl2pPr>
            <a:lvl3pPr lvl="2" algn="l">
              <a:lnSpc>
                <a:spcPct val="130000"/>
              </a:lnSpc>
              <a:spcBef>
                <a:spcPts val="1000"/>
              </a:spcBef>
              <a:spcAft>
                <a:spcPts val="0"/>
              </a:spcAft>
              <a:buClr>
                <a:srgbClr val="282828"/>
              </a:buClr>
              <a:buSzPts val="2000"/>
              <a:buNone/>
              <a:defRPr>
                <a:solidFill>
                  <a:srgbClr val="282828"/>
                </a:solidFill>
              </a:defRPr>
            </a:lvl3pPr>
            <a:lvl4pPr lvl="3" algn="l">
              <a:lnSpc>
                <a:spcPct val="130000"/>
              </a:lnSpc>
              <a:spcBef>
                <a:spcPts val="800"/>
              </a:spcBef>
              <a:spcAft>
                <a:spcPts val="0"/>
              </a:spcAft>
              <a:buClr>
                <a:srgbClr val="282828"/>
              </a:buClr>
              <a:buSzPts val="2000"/>
              <a:buNone/>
              <a:defRPr sz="2000">
                <a:solidFill>
                  <a:srgbClr val="282828"/>
                </a:solidFill>
              </a:defRPr>
            </a:lvl4pPr>
            <a:lvl5pPr lvl="4" algn="l">
              <a:lnSpc>
                <a:spcPct val="130000"/>
              </a:lnSpc>
              <a:spcBef>
                <a:spcPts val="800"/>
              </a:spcBef>
              <a:spcAft>
                <a:spcPts val="0"/>
              </a:spcAft>
              <a:buClr>
                <a:srgbClr val="282828"/>
              </a:buClr>
              <a:buSzPts val="2000"/>
              <a:buNone/>
              <a:defRPr sz="2000">
                <a:solidFill>
                  <a:srgbClr val="282828"/>
                </a:solidFill>
              </a:defRPr>
            </a:lvl5pPr>
            <a:lvl6pPr lvl="5" algn="l">
              <a:lnSpc>
                <a:spcPct val="130000"/>
              </a:lnSpc>
              <a:spcBef>
                <a:spcPts val="600"/>
              </a:spcBef>
              <a:spcAft>
                <a:spcPts val="0"/>
              </a:spcAft>
              <a:buClr>
                <a:srgbClr val="282828"/>
              </a:buClr>
              <a:buSzPts val="2000"/>
              <a:buNone/>
              <a:defRPr sz="2000">
                <a:solidFill>
                  <a:srgbClr val="282828"/>
                </a:solidFill>
              </a:defRPr>
            </a:lvl6pPr>
            <a:lvl7pPr lvl="6" algn="l">
              <a:lnSpc>
                <a:spcPct val="130000"/>
              </a:lnSpc>
              <a:spcBef>
                <a:spcPts val="600"/>
              </a:spcBef>
              <a:spcAft>
                <a:spcPts val="0"/>
              </a:spcAft>
              <a:buClr>
                <a:srgbClr val="282828"/>
              </a:buClr>
              <a:buSzPts val="2000"/>
              <a:buNone/>
              <a:defRPr sz="2000">
                <a:solidFill>
                  <a:srgbClr val="282828"/>
                </a:solidFill>
              </a:defRPr>
            </a:lvl7pPr>
            <a:lvl8pPr lvl="7" algn="l">
              <a:lnSpc>
                <a:spcPct val="130000"/>
              </a:lnSpc>
              <a:spcBef>
                <a:spcPts val="400"/>
              </a:spcBef>
              <a:spcAft>
                <a:spcPts val="0"/>
              </a:spcAft>
              <a:buClr>
                <a:srgbClr val="282828"/>
              </a:buClr>
              <a:buSzPts val="2000"/>
              <a:buNone/>
              <a:defRPr sz="2000">
                <a:solidFill>
                  <a:srgbClr val="282828"/>
                </a:solidFill>
              </a:defRPr>
            </a:lvl8pPr>
            <a:lvl9pPr lvl="8" algn="l">
              <a:lnSpc>
                <a:spcPct val="130000"/>
              </a:lnSpc>
              <a:spcBef>
                <a:spcPts val="400"/>
              </a:spcBef>
              <a:spcAft>
                <a:spcPts val="200"/>
              </a:spcAft>
              <a:buClr>
                <a:srgbClr val="282828"/>
              </a:buClr>
              <a:buSzPts val="2000"/>
              <a:buNone/>
              <a:defRPr sz="2000">
                <a:solidFill>
                  <a:srgbClr val="282828"/>
                </a:solidFill>
              </a:defRPr>
            </a:lvl9pPr>
          </a:lstStyle>
          <a:p/>
        </p:txBody>
      </p:sp>
      <p:sp>
        <p:nvSpPr>
          <p:cNvPr id="2081" name="Google Shape;2081;g3ed01901b3b_0_979"/>
          <p:cNvSpPr txBox="1"/>
          <p:nvPr>
            <p:ph idx="4" type="subTitle"/>
          </p:nvPr>
        </p:nvSpPr>
        <p:spPr>
          <a:xfrm>
            <a:off x="324000" y="3265625"/>
            <a:ext cx="8496000" cy="389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None/>
              <a:defRPr sz="2000">
                <a:solidFill>
                  <a:srgbClr val="282828"/>
                </a:solidFill>
              </a:defRPr>
            </a:lvl1pPr>
            <a:lvl2pPr lvl="1" algn="l">
              <a:lnSpc>
                <a:spcPct val="130000"/>
              </a:lnSpc>
              <a:spcBef>
                <a:spcPts val="1000"/>
              </a:spcBef>
              <a:spcAft>
                <a:spcPts val="0"/>
              </a:spcAft>
              <a:buClr>
                <a:srgbClr val="282828"/>
              </a:buClr>
              <a:buSzPts val="2000"/>
              <a:buNone/>
              <a:defRPr sz="2000">
                <a:solidFill>
                  <a:srgbClr val="282828"/>
                </a:solidFill>
              </a:defRPr>
            </a:lvl2pPr>
            <a:lvl3pPr lvl="2" algn="l">
              <a:lnSpc>
                <a:spcPct val="130000"/>
              </a:lnSpc>
              <a:spcBef>
                <a:spcPts val="1000"/>
              </a:spcBef>
              <a:spcAft>
                <a:spcPts val="0"/>
              </a:spcAft>
              <a:buClr>
                <a:srgbClr val="282828"/>
              </a:buClr>
              <a:buSzPts val="2000"/>
              <a:buNone/>
              <a:defRPr>
                <a:solidFill>
                  <a:srgbClr val="282828"/>
                </a:solidFill>
              </a:defRPr>
            </a:lvl3pPr>
            <a:lvl4pPr lvl="3" algn="l">
              <a:lnSpc>
                <a:spcPct val="130000"/>
              </a:lnSpc>
              <a:spcBef>
                <a:spcPts val="800"/>
              </a:spcBef>
              <a:spcAft>
                <a:spcPts val="0"/>
              </a:spcAft>
              <a:buClr>
                <a:srgbClr val="282828"/>
              </a:buClr>
              <a:buSzPts val="2000"/>
              <a:buNone/>
              <a:defRPr sz="2000">
                <a:solidFill>
                  <a:srgbClr val="282828"/>
                </a:solidFill>
              </a:defRPr>
            </a:lvl4pPr>
            <a:lvl5pPr lvl="4" algn="l">
              <a:lnSpc>
                <a:spcPct val="130000"/>
              </a:lnSpc>
              <a:spcBef>
                <a:spcPts val="800"/>
              </a:spcBef>
              <a:spcAft>
                <a:spcPts val="0"/>
              </a:spcAft>
              <a:buClr>
                <a:srgbClr val="282828"/>
              </a:buClr>
              <a:buSzPts val="2000"/>
              <a:buNone/>
              <a:defRPr sz="2000">
                <a:solidFill>
                  <a:srgbClr val="282828"/>
                </a:solidFill>
              </a:defRPr>
            </a:lvl5pPr>
            <a:lvl6pPr lvl="5" algn="l">
              <a:lnSpc>
                <a:spcPct val="130000"/>
              </a:lnSpc>
              <a:spcBef>
                <a:spcPts val="600"/>
              </a:spcBef>
              <a:spcAft>
                <a:spcPts val="0"/>
              </a:spcAft>
              <a:buClr>
                <a:srgbClr val="282828"/>
              </a:buClr>
              <a:buSzPts val="2000"/>
              <a:buNone/>
              <a:defRPr sz="2000">
                <a:solidFill>
                  <a:srgbClr val="282828"/>
                </a:solidFill>
              </a:defRPr>
            </a:lvl6pPr>
            <a:lvl7pPr lvl="6" algn="l">
              <a:lnSpc>
                <a:spcPct val="130000"/>
              </a:lnSpc>
              <a:spcBef>
                <a:spcPts val="600"/>
              </a:spcBef>
              <a:spcAft>
                <a:spcPts val="0"/>
              </a:spcAft>
              <a:buClr>
                <a:srgbClr val="282828"/>
              </a:buClr>
              <a:buSzPts val="2000"/>
              <a:buNone/>
              <a:defRPr sz="2000">
                <a:solidFill>
                  <a:srgbClr val="282828"/>
                </a:solidFill>
              </a:defRPr>
            </a:lvl7pPr>
            <a:lvl8pPr lvl="7" algn="l">
              <a:lnSpc>
                <a:spcPct val="130000"/>
              </a:lnSpc>
              <a:spcBef>
                <a:spcPts val="400"/>
              </a:spcBef>
              <a:spcAft>
                <a:spcPts val="0"/>
              </a:spcAft>
              <a:buClr>
                <a:srgbClr val="282828"/>
              </a:buClr>
              <a:buSzPts val="2000"/>
              <a:buNone/>
              <a:defRPr sz="2000">
                <a:solidFill>
                  <a:srgbClr val="282828"/>
                </a:solidFill>
              </a:defRPr>
            </a:lvl8pPr>
            <a:lvl9pPr lvl="8" algn="l">
              <a:lnSpc>
                <a:spcPct val="130000"/>
              </a:lnSpc>
              <a:spcBef>
                <a:spcPts val="400"/>
              </a:spcBef>
              <a:spcAft>
                <a:spcPts val="200"/>
              </a:spcAft>
              <a:buClr>
                <a:srgbClr val="282828"/>
              </a:buClr>
              <a:buSzPts val="2000"/>
              <a:buNone/>
              <a:defRPr sz="2000">
                <a:solidFill>
                  <a:srgbClr val="282828"/>
                </a:solidFill>
              </a:defRPr>
            </a:lvl9pPr>
          </a:lstStyle>
          <a:p/>
        </p:txBody>
      </p:sp>
      <p:sp>
        <p:nvSpPr>
          <p:cNvPr id="2082" name="Google Shape;2082;g3ed01901b3b_0_979"/>
          <p:cNvSpPr txBox="1"/>
          <p:nvPr>
            <p:ph idx="5" type="subTitle"/>
          </p:nvPr>
        </p:nvSpPr>
        <p:spPr>
          <a:xfrm>
            <a:off x="324000" y="4103825"/>
            <a:ext cx="8496000" cy="389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None/>
              <a:defRPr sz="2000">
                <a:solidFill>
                  <a:srgbClr val="282828"/>
                </a:solidFill>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083" name="Google Shape;2083;g3ed01901b3b_0_979"/>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2084" name="Shape 2084"/>
        <p:cNvGrpSpPr/>
        <p:nvPr/>
      </p:nvGrpSpPr>
      <p:grpSpPr>
        <a:xfrm>
          <a:off x="0" y="0"/>
          <a:ext cx="0" cy="0"/>
          <a:chOff x="0" y="0"/>
          <a:chExt cx="0" cy="0"/>
        </a:xfrm>
      </p:grpSpPr>
      <p:pic>
        <p:nvPicPr>
          <p:cNvPr id="2085" name="Google Shape;2085;g3ed01901b3b_0_988"/>
          <p:cNvPicPr preferRelativeResize="0"/>
          <p:nvPr/>
        </p:nvPicPr>
        <p:blipFill rotWithShape="1">
          <a:blip r:embed="rId2">
            <a:alphaModFix/>
          </a:blip>
          <a:srcRect b="0" l="0" r="0" t="0"/>
          <a:stretch/>
        </p:blipFill>
        <p:spPr>
          <a:xfrm>
            <a:off x="343225" y="1388370"/>
            <a:ext cx="7945600" cy="2919776"/>
          </a:xfrm>
          <a:prstGeom prst="rect">
            <a:avLst/>
          </a:prstGeom>
          <a:noFill/>
          <a:ln>
            <a:noFill/>
          </a:ln>
        </p:spPr>
      </p:pic>
      <p:sp>
        <p:nvSpPr>
          <p:cNvPr id="2086" name="Google Shape;2086;g3ed01901b3b_0_988"/>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000000"/>
                </a:solidFill>
                <a:latin typeface="Lexend"/>
                <a:ea typeface="Lexend"/>
                <a:cs typeface="Lexend"/>
                <a:sym typeface="Lexend"/>
              </a:rPr>
              <a:t>Outcome</a:t>
            </a:r>
            <a:endParaRPr b="1" i="0" sz="2800" u="none" cap="none" strike="noStrike">
              <a:solidFill>
                <a:srgbClr val="000000"/>
              </a:solidFill>
              <a:latin typeface="Lexend"/>
              <a:ea typeface="Lexend"/>
              <a:cs typeface="Lexend"/>
              <a:sym typeface="Lexend"/>
            </a:endParaRPr>
          </a:p>
        </p:txBody>
      </p:sp>
      <p:sp>
        <p:nvSpPr>
          <p:cNvPr id="2087" name="Google Shape;2087;g3ed01901b3b_0_988"/>
          <p:cNvSpPr txBox="1"/>
          <p:nvPr>
            <p:ph idx="1" type="subTitle"/>
          </p:nvPr>
        </p:nvSpPr>
        <p:spPr>
          <a:xfrm>
            <a:off x="585575" y="1463950"/>
            <a:ext cx="7351200" cy="27627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2088" name="Shape 2088"/>
        <p:cNvGrpSpPr/>
        <p:nvPr/>
      </p:nvGrpSpPr>
      <p:grpSpPr>
        <a:xfrm>
          <a:off x="0" y="0"/>
          <a:ext cx="0" cy="0"/>
          <a:chOff x="0" y="0"/>
          <a:chExt cx="0" cy="0"/>
        </a:xfrm>
      </p:grpSpPr>
      <p:sp>
        <p:nvSpPr>
          <p:cNvPr id="2089" name="Google Shape;2089;g3ed01901b3b_0_992"/>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90" name="Google Shape;2090;g3ed01901b3b_0_992"/>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2091" name="Google Shape;2091;g3ed01901b3b_0_992"/>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2092" name="Google Shape;2092;g3ed01901b3b_0_992"/>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2093" name="Google Shape;2093;g3ed01901b3b_0_992"/>
          <p:cNvCxnSpPr>
            <a:endCxn id="2094" idx="2"/>
          </p:cNvCxnSpPr>
          <p:nvPr/>
        </p:nvCxnSpPr>
        <p:spPr>
          <a:xfrm flipH="1">
            <a:off x="645063" y="2017282"/>
            <a:ext cx="2700" cy="1480500"/>
          </a:xfrm>
          <a:prstGeom prst="straightConnector1">
            <a:avLst/>
          </a:prstGeom>
          <a:noFill/>
          <a:ln cap="flat" cmpd="sng" w="38100">
            <a:solidFill>
              <a:srgbClr val="282828"/>
            </a:solidFill>
            <a:prstDash val="solid"/>
            <a:round/>
            <a:headEnd len="sm" w="sm" type="none"/>
            <a:tailEnd len="sm" w="sm" type="none"/>
          </a:ln>
        </p:spPr>
      </p:cxnSp>
      <p:pic>
        <p:nvPicPr>
          <p:cNvPr id="2095" name="Google Shape;2095;g3ed01901b3b_0_992"/>
          <p:cNvPicPr preferRelativeResize="0"/>
          <p:nvPr/>
        </p:nvPicPr>
        <p:blipFill rotWithShape="1">
          <a:blip r:embed="rId5">
            <a:alphaModFix/>
          </a:blip>
          <a:srcRect b="0" l="0" r="0" t="0"/>
          <a:stretch/>
        </p:blipFill>
        <p:spPr>
          <a:xfrm>
            <a:off x="363482" y="1993619"/>
            <a:ext cx="563185" cy="572092"/>
          </a:xfrm>
          <a:prstGeom prst="rect">
            <a:avLst/>
          </a:prstGeom>
          <a:noFill/>
          <a:ln>
            <a:noFill/>
          </a:ln>
        </p:spPr>
      </p:pic>
      <p:sp>
        <p:nvSpPr>
          <p:cNvPr id="2096" name="Google Shape;2096;g3ed01901b3b_0_992"/>
          <p:cNvSpPr txBox="1"/>
          <p:nvPr>
            <p:ph type="title"/>
          </p:nvPr>
        </p:nvSpPr>
        <p:spPr>
          <a:xfrm>
            <a:off x="1225225" y="2090813"/>
            <a:ext cx="6852300" cy="3693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2097" name="Google Shape;2097;g3ed01901b3b_0_992"/>
          <p:cNvSpPr txBox="1"/>
          <p:nvPr>
            <p:ph idx="2" type="title"/>
          </p:nvPr>
        </p:nvSpPr>
        <p:spPr>
          <a:xfrm>
            <a:off x="1225225" y="3027088"/>
            <a:ext cx="6852300" cy="3693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pic>
        <p:nvPicPr>
          <p:cNvPr id="2094" name="Google Shape;2094;g3ed01901b3b_0_992"/>
          <p:cNvPicPr preferRelativeResize="0"/>
          <p:nvPr/>
        </p:nvPicPr>
        <p:blipFill rotWithShape="1">
          <a:blip r:embed="rId6">
            <a:alphaModFix/>
          </a:blip>
          <a:srcRect b="0" l="0" r="0" t="0"/>
          <a:stretch/>
        </p:blipFill>
        <p:spPr>
          <a:xfrm>
            <a:off x="363340" y="2925705"/>
            <a:ext cx="563446" cy="572077"/>
          </a:xfrm>
          <a:prstGeom prst="rect">
            <a:avLst/>
          </a:prstGeom>
          <a:noFill/>
          <a:ln>
            <a:noFill/>
          </a:ln>
        </p:spPr>
      </p:pic>
      <p:pic>
        <p:nvPicPr>
          <p:cNvPr id="2098" name="Google Shape;2098;g3ed01901b3b_0_992"/>
          <p:cNvPicPr preferRelativeResize="0"/>
          <p:nvPr/>
        </p:nvPicPr>
        <p:blipFill rotWithShape="1">
          <a:blip r:embed="rId7">
            <a:alphaModFix/>
          </a:blip>
          <a:srcRect b="1710" l="0" r="0" t="1700"/>
          <a:stretch/>
        </p:blipFill>
        <p:spPr>
          <a:xfrm>
            <a:off x="-12" y="481650"/>
            <a:ext cx="9151202" cy="116709"/>
          </a:xfrm>
          <a:prstGeom prst="rect">
            <a:avLst/>
          </a:prstGeom>
          <a:noFill/>
          <a:ln>
            <a:noFill/>
          </a:ln>
        </p:spPr>
      </p:pic>
      <p:sp>
        <p:nvSpPr>
          <p:cNvPr id="2099" name="Google Shape;2099;g3ed01901b3b_0_992"/>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Lexend"/>
                <a:ea typeface="Lexend"/>
                <a:cs typeface="Lexend"/>
                <a:sym typeface="Lexend"/>
              </a:rPr>
              <a:t>Lesson outline</a:t>
            </a:r>
            <a:endParaRPr b="1" i="0" sz="2000" u="none" cap="none" strike="noStrike">
              <a:solidFill>
                <a:schemeClr val="dk1"/>
              </a:solidFill>
              <a:latin typeface="Lexend"/>
              <a:ea typeface="Lexend"/>
              <a:cs typeface="Lexend"/>
              <a:sym typeface="Lexend"/>
            </a:endParaRPr>
          </a:p>
        </p:txBody>
      </p:sp>
      <p:sp>
        <p:nvSpPr>
          <p:cNvPr id="2100" name="Google Shape;2100;g3ed01901b3b_0_992"/>
          <p:cNvSpPr txBox="1"/>
          <p:nvPr>
            <p:ph idx="3" type="title"/>
          </p:nvPr>
        </p:nvSpPr>
        <p:spPr>
          <a:xfrm>
            <a:off x="324000" y="657600"/>
            <a:ext cx="5741400" cy="615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Font typeface="Lexend"/>
              <a:buNone/>
              <a:defRPr b="0" sz="1800">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2101" name="Shape 2101"/>
        <p:cNvGrpSpPr/>
        <p:nvPr/>
      </p:nvGrpSpPr>
      <p:grpSpPr>
        <a:xfrm>
          <a:off x="0" y="0"/>
          <a:ext cx="0" cy="0"/>
          <a:chOff x="0" y="0"/>
          <a:chExt cx="0" cy="0"/>
        </a:xfrm>
      </p:grpSpPr>
      <p:pic>
        <p:nvPicPr>
          <p:cNvPr id="2102" name="Google Shape;2102;g3ed01901b3b_0_1005"/>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103" name="Google Shape;2103;g3ed01901b3b_0_100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4" name="Google Shape;2104;g3ed01901b3b_0_1005"/>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a:t>
            </a:r>
            <a:endParaRPr b="1" i="0" sz="2200" u="none" cap="none" strike="noStrike">
              <a:solidFill>
                <a:schemeClr val="dk1"/>
              </a:solidFill>
              <a:latin typeface="Lexend"/>
              <a:ea typeface="Lexend"/>
              <a:cs typeface="Lexend"/>
              <a:sym typeface="Lexend"/>
            </a:endParaRPr>
          </a:p>
        </p:txBody>
      </p:sp>
      <p:sp>
        <p:nvSpPr>
          <p:cNvPr id="2105" name="Google Shape;2105;g3ed01901b3b_0_1005"/>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False</a:t>
            </a:r>
            <a:endParaRPr b="1" i="0" sz="2200" u="none" cap="none" strike="noStrike">
              <a:solidFill>
                <a:schemeClr val="dk1"/>
              </a:solidFill>
              <a:latin typeface="Lexend"/>
              <a:ea typeface="Lexend"/>
              <a:cs typeface="Lexend"/>
              <a:sym typeface="Lexend"/>
            </a:endParaRPr>
          </a:p>
        </p:txBody>
      </p:sp>
      <p:sp>
        <p:nvSpPr>
          <p:cNvPr id="2106" name="Google Shape;2106;g3ed01901b3b_0_1005"/>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Justify your answer</a:t>
            </a:r>
            <a:endParaRPr b="1" i="0" sz="2200" u="none" cap="none" strike="noStrike">
              <a:solidFill>
                <a:schemeClr val="dk1"/>
              </a:solidFill>
              <a:latin typeface="Lexend"/>
              <a:ea typeface="Lexend"/>
              <a:cs typeface="Lexend"/>
              <a:sym typeface="Lexend"/>
            </a:endParaRPr>
          </a:p>
        </p:txBody>
      </p:sp>
      <p:sp>
        <p:nvSpPr>
          <p:cNvPr id="2107" name="Google Shape;2107;g3ed01901b3b_0_1005"/>
          <p:cNvSpPr txBox="1"/>
          <p:nvPr>
            <p:ph idx="1" type="subTitle"/>
          </p:nvPr>
        </p:nvSpPr>
        <p:spPr>
          <a:xfrm>
            <a:off x="324000" y="1080000"/>
            <a:ext cx="6722400" cy="2505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108" name="Google Shape;2108;g3ed01901b3b_0_1005"/>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 or false?</a:t>
            </a:r>
            <a:r>
              <a:rPr b="0" i="0" lang="en" sz="2400" u="none" cap="none" strike="noStrike">
                <a:solidFill>
                  <a:schemeClr val="dk1"/>
                </a:solidFill>
                <a:latin typeface="ABeeZee"/>
                <a:ea typeface="ABeeZee"/>
                <a:cs typeface="ABeeZee"/>
                <a:sym typeface="ABeeZee"/>
              </a:rPr>
              <a:t> </a:t>
            </a:r>
            <a:endParaRPr b="0" i="0" sz="2400" u="none" cap="none" strike="noStrike">
              <a:solidFill>
                <a:schemeClr val="dk1"/>
              </a:solidFill>
              <a:latin typeface="ABeeZee"/>
              <a:ea typeface="ABeeZee"/>
              <a:cs typeface="ABeeZee"/>
              <a:sym typeface="ABeeZee"/>
            </a:endParaRPr>
          </a:p>
        </p:txBody>
      </p:sp>
      <p:pic>
        <p:nvPicPr>
          <p:cNvPr id="2109" name="Google Shape;2109;g3ed01901b3b_0_100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110" name="Google Shape;2110;g3ed01901b3b_0_100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sp>
        <p:nvSpPr>
          <p:cNvPr id="2111" name="Google Shape;2111;g3ed01901b3b_0_1005"/>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12" name="Google Shape;2112;g3ed01901b3b_0_1005"/>
          <p:cNvSpPr txBox="1"/>
          <p:nvPr>
            <p:ph idx="2" type="subTitle"/>
          </p:nvPr>
        </p:nvSpPr>
        <p:spPr>
          <a:xfrm>
            <a:off x="980575" y="3196113"/>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113" name="Google Shape;2113;g3ed01901b3b_0_1005"/>
          <p:cNvSpPr txBox="1"/>
          <p:nvPr>
            <p:ph idx="3" type="subTitle"/>
          </p:nvPr>
        </p:nvSpPr>
        <p:spPr>
          <a:xfrm>
            <a:off x="980575" y="4040345"/>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2114" name="Google Shape;2114;g3ed01901b3b_0_1005"/>
          <p:cNvGrpSpPr/>
          <p:nvPr/>
        </p:nvGrpSpPr>
        <p:grpSpPr>
          <a:xfrm>
            <a:off x="324128" y="3139463"/>
            <a:ext cx="457200" cy="457200"/>
            <a:chOff x="1020916" y="1442088"/>
            <a:chExt cx="457200" cy="457200"/>
          </a:xfrm>
        </p:grpSpPr>
        <p:pic>
          <p:nvPicPr>
            <p:cNvPr id="2115" name="Google Shape;2115;g3ed01901b3b_0_1005"/>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116" name="Google Shape;2116;g3ed01901b3b_0_100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2117" name="Google Shape;2117;g3ed01901b3b_0_1005"/>
          <p:cNvGrpSpPr/>
          <p:nvPr/>
        </p:nvGrpSpPr>
        <p:grpSpPr>
          <a:xfrm>
            <a:off x="324128" y="3987825"/>
            <a:ext cx="457200" cy="457200"/>
            <a:chOff x="1020916" y="1442088"/>
            <a:chExt cx="457200" cy="457200"/>
          </a:xfrm>
        </p:grpSpPr>
        <p:pic>
          <p:nvPicPr>
            <p:cNvPr id="2118" name="Google Shape;2118;g3ed01901b3b_0_1005"/>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119" name="Google Shape;2119;g3ed01901b3b_0_100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pic>
        <p:nvPicPr>
          <p:cNvPr id="2120" name="Google Shape;2120;g3ed01901b3b_0_1005"/>
          <p:cNvPicPr preferRelativeResize="0"/>
          <p:nvPr/>
        </p:nvPicPr>
        <p:blipFill rotWithShape="1">
          <a:blip r:embed="rId5">
            <a:alphaModFix/>
          </a:blip>
          <a:srcRect b="0" l="0" r="0" t="0"/>
          <a:stretch/>
        </p:blipFill>
        <p:spPr>
          <a:xfrm>
            <a:off x="2429763" y="1780516"/>
            <a:ext cx="457425" cy="457425"/>
          </a:xfrm>
          <a:prstGeom prst="rect">
            <a:avLst/>
          </a:prstGeom>
          <a:noFill/>
          <a:ln>
            <a:noFill/>
          </a:ln>
        </p:spPr>
      </p:pic>
      <p:pic>
        <p:nvPicPr>
          <p:cNvPr id="2121" name="Google Shape;2121;g3ed01901b3b_0_1005"/>
          <p:cNvPicPr preferRelativeResize="0"/>
          <p:nvPr/>
        </p:nvPicPr>
        <p:blipFill rotWithShape="1">
          <a:blip r:embed="rId5">
            <a:alphaModFix/>
          </a:blip>
          <a:srcRect b="0" l="0" r="0" t="0"/>
          <a:stretch/>
        </p:blipFill>
        <p:spPr>
          <a:xfrm>
            <a:off x="4823988" y="1780516"/>
            <a:ext cx="457425" cy="457425"/>
          </a:xfrm>
          <a:prstGeom prst="rect">
            <a:avLst/>
          </a:prstGeom>
          <a:noFill/>
          <a:ln>
            <a:noFill/>
          </a:ln>
        </p:spPr>
      </p:pic>
      <p:sp>
        <p:nvSpPr>
          <p:cNvPr id="2122" name="Google Shape;2122;g3ed01901b3b_0_1005"/>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T</a:t>
            </a:r>
            <a:endParaRPr b="1" i="0" sz="1800" u="none" cap="none" strike="noStrike">
              <a:solidFill>
                <a:schemeClr val="lt1"/>
              </a:solidFill>
              <a:latin typeface="Lexend"/>
              <a:ea typeface="Lexend"/>
              <a:cs typeface="Lexend"/>
              <a:sym typeface="Lexend"/>
            </a:endParaRPr>
          </a:p>
        </p:txBody>
      </p:sp>
      <p:sp>
        <p:nvSpPr>
          <p:cNvPr id="2123" name="Google Shape;2123;g3ed01901b3b_0_1005"/>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F</a:t>
            </a:r>
            <a:endParaRPr b="1" i="0" sz="1800" u="none" cap="none" strike="noStrike">
              <a:solidFill>
                <a:schemeClr val="lt1"/>
              </a:solidFill>
              <a:latin typeface="Lexend"/>
              <a:ea typeface="Lexend"/>
              <a:cs typeface="Lexend"/>
              <a:sym typeface="Lexend"/>
            </a:endParaRPr>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1">
  <p:cSld name="TITLE_AND_TWO_COLUMNS_1_1_5_1_3_1_1_1_1_3">
    <p:spTree>
      <p:nvGrpSpPr>
        <p:cNvPr id="2124" name="Shape 2124"/>
        <p:cNvGrpSpPr/>
        <p:nvPr/>
      </p:nvGrpSpPr>
      <p:grpSpPr>
        <a:xfrm>
          <a:off x="0" y="0"/>
          <a:ext cx="0" cy="0"/>
          <a:chOff x="0" y="0"/>
          <a:chExt cx="0" cy="0"/>
        </a:xfrm>
      </p:grpSpPr>
      <p:pic>
        <p:nvPicPr>
          <p:cNvPr id="2125" name="Google Shape;2125;g3ed01901b3b_0_1028"/>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126" name="Google Shape;2126;g3ed01901b3b_0_102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7" name="Google Shape;2127;g3ed01901b3b_0_1028"/>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2128" name="Google Shape;2128;g3ed01901b3b_0_10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Practice</a:t>
            </a:r>
            <a:endParaRPr b="1" i="0" sz="900" u="none" cap="none" strike="noStrike">
              <a:solidFill>
                <a:srgbClr val="E6F2F2"/>
              </a:solidFill>
              <a:latin typeface="Lexend"/>
              <a:ea typeface="Lexend"/>
              <a:cs typeface="Lexend"/>
              <a:sym typeface="Lexend"/>
            </a:endParaRPr>
          </a:p>
        </p:txBody>
      </p:sp>
      <p:sp>
        <p:nvSpPr>
          <p:cNvPr id="2129" name="Google Shape;2129;g3ed01901b3b_0_1028"/>
          <p:cNvSpPr txBox="1"/>
          <p:nvPr/>
        </p:nvSpPr>
        <p:spPr>
          <a:xfrm>
            <a:off x="324000" y="45525"/>
            <a:ext cx="1003800" cy="4926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lt1"/>
                </a:solidFill>
                <a:latin typeface="Lexend"/>
                <a:ea typeface="Lexend"/>
                <a:cs typeface="Lexend"/>
                <a:sym typeface="Lexend"/>
              </a:rPr>
              <a:t>Task B</a:t>
            </a:r>
            <a:endParaRPr b="1" i="0" sz="2000" u="none" cap="none" strike="noStrike">
              <a:solidFill>
                <a:schemeClr val="lt1"/>
              </a:solidFill>
              <a:latin typeface="Lexend"/>
              <a:ea typeface="Lexend"/>
              <a:cs typeface="Lexend"/>
              <a:sym typeface="Lexend"/>
            </a:endParaRPr>
          </a:p>
        </p:txBody>
      </p:sp>
      <p:sp>
        <p:nvSpPr>
          <p:cNvPr id="2130" name="Google Shape;2130;g3ed01901b3b_0_1028"/>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30000"/>
              </a:lnSpc>
              <a:spcBef>
                <a:spcPts val="1000"/>
              </a:spcBef>
              <a:spcAft>
                <a:spcPts val="0"/>
              </a:spcAft>
              <a:buClr>
                <a:schemeClr val="lt1"/>
              </a:buClr>
              <a:buSzPts val="2100"/>
              <a:buNone/>
              <a:defRPr>
                <a:solidFill>
                  <a:schemeClr val="lt1"/>
                </a:solidFill>
              </a:defRPr>
            </a:lvl2pPr>
            <a:lvl3pPr lvl="2" algn="l">
              <a:lnSpc>
                <a:spcPct val="130000"/>
              </a:lnSpc>
              <a:spcBef>
                <a:spcPts val="1000"/>
              </a:spcBef>
              <a:spcAft>
                <a:spcPts val="0"/>
              </a:spcAft>
              <a:buClr>
                <a:schemeClr val="lt1"/>
              </a:buClr>
              <a:buSzPts val="2000"/>
              <a:buNone/>
              <a:defRPr>
                <a:solidFill>
                  <a:schemeClr val="lt1"/>
                </a:solidFill>
              </a:defRPr>
            </a:lvl3pPr>
            <a:lvl4pPr lvl="3" algn="l">
              <a:lnSpc>
                <a:spcPct val="130000"/>
              </a:lnSpc>
              <a:spcBef>
                <a:spcPts val="800"/>
              </a:spcBef>
              <a:spcAft>
                <a:spcPts val="0"/>
              </a:spcAft>
              <a:buClr>
                <a:schemeClr val="lt1"/>
              </a:buClr>
              <a:buSzPts val="1900"/>
              <a:buNone/>
              <a:defRPr>
                <a:solidFill>
                  <a:schemeClr val="lt1"/>
                </a:solidFill>
              </a:defRPr>
            </a:lvl4pPr>
            <a:lvl5pPr lvl="4" algn="l">
              <a:lnSpc>
                <a:spcPct val="130000"/>
              </a:lnSpc>
              <a:spcBef>
                <a:spcPts val="800"/>
              </a:spcBef>
              <a:spcAft>
                <a:spcPts val="0"/>
              </a:spcAft>
              <a:buClr>
                <a:schemeClr val="lt1"/>
              </a:buClr>
              <a:buSzPts val="1800"/>
              <a:buNone/>
              <a:defRPr>
                <a:solidFill>
                  <a:schemeClr val="lt1"/>
                </a:solidFill>
              </a:defRPr>
            </a:lvl5pPr>
            <a:lvl6pPr lvl="5" algn="l">
              <a:lnSpc>
                <a:spcPct val="130000"/>
              </a:lnSpc>
              <a:spcBef>
                <a:spcPts val="600"/>
              </a:spcBef>
              <a:spcAft>
                <a:spcPts val="0"/>
              </a:spcAft>
              <a:buClr>
                <a:schemeClr val="lt1"/>
              </a:buClr>
              <a:buSzPts val="1800"/>
              <a:buNone/>
              <a:defRPr>
                <a:solidFill>
                  <a:schemeClr val="lt1"/>
                </a:solidFill>
              </a:defRPr>
            </a:lvl6pPr>
            <a:lvl7pPr lvl="6" algn="l">
              <a:lnSpc>
                <a:spcPct val="130000"/>
              </a:lnSpc>
              <a:spcBef>
                <a:spcPts val="600"/>
              </a:spcBef>
              <a:spcAft>
                <a:spcPts val="0"/>
              </a:spcAft>
              <a:buClr>
                <a:schemeClr val="lt1"/>
              </a:buClr>
              <a:buSzPts val="1800"/>
              <a:buNone/>
              <a:defRPr>
                <a:solidFill>
                  <a:schemeClr val="lt1"/>
                </a:solidFill>
              </a:defRPr>
            </a:lvl7pPr>
            <a:lvl8pPr lvl="7" algn="l">
              <a:lnSpc>
                <a:spcPct val="130000"/>
              </a:lnSpc>
              <a:spcBef>
                <a:spcPts val="400"/>
              </a:spcBef>
              <a:spcAft>
                <a:spcPts val="0"/>
              </a:spcAft>
              <a:buClr>
                <a:schemeClr val="lt1"/>
              </a:buClr>
              <a:buSzPts val="1800"/>
              <a:buNone/>
              <a:defRPr>
                <a:solidFill>
                  <a:schemeClr val="lt1"/>
                </a:solidFill>
              </a:defRPr>
            </a:lvl8pPr>
            <a:lvl9pPr lvl="8" algn="l">
              <a:lnSpc>
                <a:spcPct val="130000"/>
              </a:lnSpc>
              <a:spcBef>
                <a:spcPts val="400"/>
              </a:spcBef>
              <a:spcAft>
                <a:spcPts val="200"/>
              </a:spcAft>
              <a:buClr>
                <a:schemeClr val="lt1"/>
              </a:buClr>
              <a:buSzPts val="1800"/>
              <a:buNone/>
              <a:defRPr>
                <a:solidFill>
                  <a:schemeClr val="lt1"/>
                </a:solidFill>
              </a:defRPr>
            </a:lvl9pPr>
          </a:lstStyle>
          <a:p/>
        </p:txBody>
      </p:sp>
      <p:pic>
        <p:nvPicPr>
          <p:cNvPr id="2131" name="Google Shape;2131;g3ed01901b3b_0_102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1">
  <p:cSld name="TITLE_AND_TWO_COLUMNS_1_1_5_1_3_1_1_1_1_2_1">
    <p:bg>
      <p:bgPr>
        <a:solidFill>
          <a:srgbClr val="E6F2F2"/>
        </a:solidFill>
      </p:bgPr>
    </p:bg>
    <p:spTree>
      <p:nvGrpSpPr>
        <p:cNvPr id="2132" name="Shape 2132"/>
        <p:cNvGrpSpPr/>
        <p:nvPr/>
      </p:nvGrpSpPr>
      <p:grpSpPr>
        <a:xfrm>
          <a:off x="0" y="0"/>
          <a:ext cx="0" cy="0"/>
          <a:chOff x="0" y="0"/>
          <a:chExt cx="0" cy="0"/>
        </a:xfrm>
      </p:grpSpPr>
      <p:pic>
        <p:nvPicPr>
          <p:cNvPr id="2133" name="Google Shape;2133;g3ed01901b3b_0_1036"/>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134" name="Google Shape;2134;g3ed01901b3b_0_103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5" name="Google Shape;2135;g3ed01901b3b_0_1036"/>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2136" name="Google Shape;2136;g3ed01901b3b_0_1036"/>
          <p:cNvSpPr txBox="1"/>
          <p:nvPr/>
        </p:nvSpPr>
        <p:spPr>
          <a:xfrm>
            <a:off x="324000" y="45525"/>
            <a:ext cx="1049700" cy="4926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lt1"/>
                </a:solidFill>
                <a:latin typeface="Lexend"/>
                <a:ea typeface="Lexend"/>
                <a:cs typeface="Lexend"/>
                <a:sym typeface="Lexend"/>
              </a:rPr>
              <a:t>Task B</a:t>
            </a:r>
            <a:endParaRPr b="1" i="0" sz="2000" u="none" cap="none" strike="noStrike">
              <a:solidFill>
                <a:schemeClr val="lt1"/>
              </a:solidFill>
              <a:latin typeface="Lexend"/>
              <a:ea typeface="Lexend"/>
              <a:cs typeface="Lexend"/>
              <a:sym typeface="Lexend"/>
            </a:endParaRPr>
          </a:p>
        </p:txBody>
      </p:sp>
      <p:sp>
        <p:nvSpPr>
          <p:cNvPr id="2137" name="Google Shape;2137;g3ed01901b3b_0_1036"/>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30000"/>
              </a:lnSpc>
              <a:spcBef>
                <a:spcPts val="1000"/>
              </a:spcBef>
              <a:spcAft>
                <a:spcPts val="0"/>
              </a:spcAft>
              <a:buClr>
                <a:schemeClr val="lt1"/>
              </a:buClr>
              <a:buSzPts val="2100"/>
              <a:buNone/>
              <a:defRPr>
                <a:solidFill>
                  <a:schemeClr val="lt1"/>
                </a:solidFill>
              </a:defRPr>
            </a:lvl2pPr>
            <a:lvl3pPr lvl="2" algn="l">
              <a:lnSpc>
                <a:spcPct val="130000"/>
              </a:lnSpc>
              <a:spcBef>
                <a:spcPts val="1000"/>
              </a:spcBef>
              <a:spcAft>
                <a:spcPts val="0"/>
              </a:spcAft>
              <a:buClr>
                <a:schemeClr val="lt1"/>
              </a:buClr>
              <a:buSzPts val="2000"/>
              <a:buNone/>
              <a:defRPr>
                <a:solidFill>
                  <a:schemeClr val="lt1"/>
                </a:solidFill>
              </a:defRPr>
            </a:lvl3pPr>
            <a:lvl4pPr lvl="3" algn="l">
              <a:lnSpc>
                <a:spcPct val="130000"/>
              </a:lnSpc>
              <a:spcBef>
                <a:spcPts val="800"/>
              </a:spcBef>
              <a:spcAft>
                <a:spcPts val="0"/>
              </a:spcAft>
              <a:buClr>
                <a:schemeClr val="lt1"/>
              </a:buClr>
              <a:buSzPts val="1900"/>
              <a:buNone/>
              <a:defRPr>
                <a:solidFill>
                  <a:schemeClr val="lt1"/>
                </a:solidFill>
              </a:defRPr>
            </a:lvl4pPr>
            <a:lvl5pPr lvl="4" algn="l">
              <a:lnSpc>
                <a:spcPct val="130000"/>
              </a:lnSpc>
              <a:spcBef>
                <a:spcPts val="800"/>
              </a:spcBef>
              <a:spcAft>
                <a:spcPts val="0"/>
              </a:spcAft>
              <a:buClr>
                <a:schemeClr val="lt1"/>
              </a:buClr>
              <a:buSzPts val="1800"/>
              <a:buNone/>
              <a:defRPr>
                <a:solidFill>
                  <a:schemeClr val="lt1"/>
                </a:solidFill>
              </a:defRPr>
            </a:lvl5pPr>
            <a:lvl6pPr lvl="5" algn="l">
              <a:lnSpc>
                <a:spcPct val="130000"/>
              </a:lnSpc>
              <a:spcBef>
                <a:spcPts val="600"/>
              </a:spcBef>
              <a:spcAft>
                <a:spcPts val="0"/>
              </a:spcAft>
              <a:buClr>
                <a:schemeClr val="lt1"/>
              </a:buClr>
              <a:buSzPts val="1800"/>
              <a:buNone/>
              <a:defRPr>
                <a:solidFill>
                  <a:schemeClr val="lt1"/>
                </a:solidFill>
              </a:defRPr>
            </a:lvl6pPr>
            <a:lvl7pPr lvl="6" algn="l">
              <a:lnSpc>
                <a:spcPct val="130000"/>
              </a:lnSpc>
              <a:spcBef>
                <a:spcPts val="600"/>
              </a:spcBef>
              <a:spcAft>
                <a:spcPts val="0"/>
              </a:spcAft>
              <a:buClr>
                <a:schemeClr val="lt1"/>
              </a:buClr>
              <a:buSzPts val="1800"/>
              <a:buNone/>
              <a:defRPr>
                <a:solidFill>
                  <a:schemeClr val="lt1"/>
                </a:solidFill>
              </a:defRPr>
            </a:lvl7pPr>
            <a:lvl8pPr lvl="7" algn="l">
              <a:lnSpc>
                <a:spcPct val="130000"/>
              </a:lnSpc>
              <a:spcBef>
                <a:spcPts val="400"/>
              </a:spcBef>
              <a:spcAft>
                <a:spcPts val="0"/>
              </a:spcAft>
              <a:buClr>
                <a:schemeClr val="lt1"/>
              </a:buClr>
              <a:buSzPts val="1800"/>
              <a:buNone/>
              <a:defRPr>
                <a:solidFill>
                  <a:schemeClr val="lt1"/>
                </a:solidFill>
              </a:defRPr>
            </a:lvl8pPr>
            <a:lvl9pPr lvl="8" algn="l">
              <a:lnSpc>
                <a:spcPct val="130000"/>
              </a:lnSpc>
              <a:spcBef>
                <a:spcPts val="400"/>
              </a:spcBef>
              <a:spcAft>
                <a:spcPts val="200"/>
              </a:spcAft>
              <a:buClr>
                <a:schemeClr val="lt1"/>
              </a:buClr>
              <a:buSzPts val="1800"/>
              <a:buNone/>
              <a:defRPr>
                <a:solidFill>
                  <a:schemeClr val="lt1"/>
                </a:solidFill>
              </a:defRPr>
            </a:lvl9pPr>
          </a:lstStyle>
          <a:p/>
        </p:txBody>
      </p:sp>
      <p:sp>
        <p:nvSpPr>
          <p:cNvPr id="2138" name="Google Shape;2138;g3ed01901b3b_0_10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Feedback</a:t>
            </a:r>
            <a:endParaRPr b="1" i="0" sz="900" u="none" cap="none" strike="noStrike">
              <a:solidFill>
                <a:srgbClr val="E6F2F2"/>
              </a:solidFill>
              <a:latin typeface="Lexend"/>
              <a:ea typeface="Lexend"/>
              <a:cs typeface="Lexend"/>
              <a:sym typeface="Lexend"/>
            </a:endParaRPr>
          </a:p>
        </p:txBody>
      </p:sp>
      <p:pic>
        <p:nvPicPr>
          <p:cNvPr id="2139" name="Google Shape;2139;g3ed01901b3b_0_10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1">
  <p:cSld name="TITLE_AND_TWO_COLUMNS_1_1_5_1_2_1_2">
    <p:spTree>
      <p:nvGrpSpPr>
        <p:cNvPr id="2140" name="Shape 2140"/>
        <p:cNvGrpSpPr/>
        <p:nvPr/>
      </p:nvGrpSpPr>
      <p:grpSpPr>
        <a:xfrm>
          <a:off x="0" y="0"/>
          <a:ext cx="0" cy="0"/>
          <a:chOff x="0" y="0"/>
          <a:chExt cx="0" cy="0"/>
        </a:xfrm>
      </p:grpSpPr>
      <p:sp>
        <p:nvSpPr>
          <p:cNvPr id="2141" name="Google Shape;2141;g3ed01901b3b_0_1044"/>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42" name="Google Shape;2142;g3ed01901b3b_0_1044"/>
          <p:cNvPicPr preferRelativeResize="0"/>
          <p:nvPr/>
        </p:nvPicPr>
        <p:blipFill rotWithShape="1">
          <a:blip r:embed="rId2">
            <a:alphaModFix/>
          </a:blip>
          <a:srcRect b="1710" l="0" r="0" t="1700"/>
          <a:stretch/>
        </p:blipFill>
        <p:spPr>
          <a:xfrm>
            <a:off x="0" y="535825"/>
            <a:ext cx="9151202" cy="116709"/>
          </a:xfrm>
          <a:prstGeom prst="rect">
            <a:avLst/>
          </a:prstGeom>
          <a:noFill/>
          <a:ln>
            <a:noFill/>
          </a:ln>
        </p:spPr>
      </p:pic>
      <p:sp>
        <p:nvSpPr>
          <p:cNvPr id="2143" name="Google Shape;2143;g3ed01901b3b_0_1044"/>
          <p:cNvSpPr txBox="1"/>
          <p:nvPr>
            <p:ph idx="1" type="body"/>
          </p:nvPr>
        </p:nvSpPr>
        <p:spPr>
          <a:xfrm>
            <a:off x="324000" y="1080000"/>
            <a:ext cx="8113800" cy="37404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2144" name="Google Shape;2144;g3ed01901b3b_0_1044"/>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Lexend"/>
                <a:ea typeface="Lexend"/>
                <a:cs typeface="Lexend"/>
                <a:sym typeface="Lexend"/>
              </a:rPr>
              <a:t>Summary</a:t>
            </a:r>
            <a:endParaRPr b="1" i="0" sz="2000" u="none" cap="none" strike="noStrike">
              <a:solidFill>
                <a:schemeClr val="dk1"/>
              </a:solidFill>
              <a:latin typeface="Lexend"/>
              <a:ea typeface="Lexend"/>
              <a:cs typeface="Lexend"/>
              <a:sym typeface="Lexend"/>
            </a:endParaRPr>
          </a:p>
        </p:txBody>
      </p:sp>
      <p:sp>
        <p:nvSpPr>
          <p:cNvPr id="2145" name="Google Shape;2145;g3ed01901b3b_0_1044"/>
          <p:cNvSpPr txBox="1"/>
          <p:nvPr>
            <p:ph type="title"/>
          </p:nvPr>
        </p:nvSpPr>
        <p:spPr>
          <a:xfrm>
            <a:off x="1684800" y="157525"/>
            <a:ext cx="5741400" cy="382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Font typeface="Lexend"/>
              <a:buNone/>
              <a:defRPr b="0" sz="1800">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2146" name="Shape 2146"/>
        <p:cNvGrpSpPr/>
        <p:nvPr/>
      </p:nvGrpSpPr>
      <p:grpSpPr>
        <a:xfrm>
          <a:off x="0" y="0"/>
          <a:ext cx="0" cy="0"/>
          <a:chOff x="0" y="0"/>
          <a:chExt cx="0" cy="0"/>
        </a:xfrm>
      </p:grpSpPr>
      <p:pic>
        <p:nvPicPr>
          <p:cNvPr id="2147" name="Google Shape;2147;g3ed01901b3b_0_1050"/>
          <p:cNvPicPr preferRelativeResize="0"/>
          <p:nvPr/>
        </p:nvPicPr>
        <p:blipFill rotWithShape="1">
          <a:blip r:embed="rId2">
            <a:alphaModFix/>
          </a:blip>
          <a:srcRect b="0" l="0" r="0" t="0"/>
          <a:stretch/>
        </p:blipFill>
        <p:spPr>
          <a:xfrm>
            <a:off x="347200" y="1111870"/>
            <a:ext cx="7945600" cy="2919776"/>
          </a:xfrm>
          <a:prstGeom prst="rect">
            <a:avLst/>
          </a:prstGeom>
          <a:noFill/>
          <a:ln>
            <a:noFill/>
          </a:ln>
        </p:spPr>
      </p:pic>
      <p:sp>
        <p:nvSpPr>
          <p:cNvPr id="2148" name="Google Shape;2148;g3ed01901b3b_0_1050"/>
          <p:cNvSpPr txBox="1"/>
          <p:nvPr>
            <p:ph idx="1" type="subTitle"/>
          </p:nvPr>
        </p:nvSpPr>
        <p:spPr>
          <a:xfrm>
            <a:off x="661775" y="1190413"/>
            <a:ext cx="7351200" cy="27627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800"/>
              <a:buNone/>
              <a:defRPr sz="1800"/>
            </a:lvl1pPr>
            <a:lvl2pPr lvl="1" algn="l">
              <a:lnSpc>
                <a:spcPct val="130000"/>
              </a:lnSpc>
              <a:spcBef>
                <a:spcPts val="1000"/>
              </a:spcBef>
              <a:spcAft>
                <a:spcPts val="0"/>
              </a:spcAft>
              <a:buSzPts val="1800"/>
              <a:buNone/>
              <a:defRPr sz="1800"/>
            </a:lvl2pPr>
            <a:lvl3pPr lvl="2" algn="l">
              <a:lnSpc>
                <a:spcPct val="130000"/>
              </a:lnSpc>
              <a:spcBef>
                <a:spcPts val="1000"/>
              </a:spcBef>
              <a:spcAft>
                <a:spcPts val="0"/>
              </a:spcAft>
              <a:buSzPts val="1800"/>
              <a:buNone/>
              <a:defRPr sz="1800"/>
            </a:lvl3pPr>
            <a:lvl4pPr lvl="3" algn="l">
              <a:lnSpc>
                <a:spcPct val="130000"/>
              </a:lnSpc>
              <a:spcBef>
                <a:spcPts val="800"/>
              </a:spcBef>
              <a:spcAft>
                <a:spcPts val="0"/>
              </a:spcAft>
              <a:buSzPts val="1800"/>
              <a:buNone/>
              <a:defRPr sz="1800"/>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2149" name="Shape 2149"/>
        <p:cNvGrpSpPr/>
        <p:nvPr/>
      </p:nvGrpSpPr>
      <p:grpSpPr>
        <a:xfrm>
          <a:off x="0" y="0"/>
          <a:ext cx="0" cy="0"/>
          <a:chOff x="0" y="0"/>
          <a:chExt cx="0" cy="0"/>
        </a:xfrm>
      </p:grpSpPr>
      <p:pic>
        <p:nvPicPr>
          <p:cNvPr id="2150" name="Google Shape;2150;g3ed01901b3b_0_1053"/>
          <p:cNvPicPr preferRelativeResize="0"/>
          <p:nvPr/>
        </p:nvPicPr>
        <p:blipFill rotWithShape="1">
          <a:blip r:embed="rId2">
            <a:alphaModFix/>
          </a:blip>
          <a:srcRect b="0" l="6209" r="6210" t="0"/>
          <a:stretch/>
        </p:blipFill>
        <p:spPr>
          <a:xfrm>
            <a:off x="324000" y="4008600"/>
            <a:ext cx="859400" cy="127996"/>
          </a:xfrm>
          <a:prstGeom prst="rect">
            <a:avLst/>
          </a:prstGeom>
          <a:noFill/>
          <a:ln>
            <a:noFill/>
          </a:ln>
        </p:spPr>
      </p:pic>
      <p:sp>
        <p:nvSpPr>
          <p:cNvPr id="2151" name="Google Shape;2151;g3ed01901b3b_0_105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English</a:t>
            </a:r>
            <a:endParaRPr b="1" i="0" sz="1700" u="none" cap="none" strike="noStrike">
              <a:solidFill>
                <a:srgbClr val="000000"/>
              </a:solidFill>
              <a:latin typeface="Lexend"/>
              <a:ea typeface="Lexend"/>
              <a:cs typeface="Lexend"/>
              <a:sym typeface="Lexend"/>
            </a:endParaRPr>
          </a:p>
        </p:txBody>
      </p:sp>
      <p:sp>
        <p:nvSpPr>
          <p:cNvPr id="2152" name="Google Shape;2152;g3ed01901b3b_0_1053"/>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53" name="Google Shape;2153;g3ed01901b3b_0_1053"/>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2154" name="Google Shape;2154;g3ed01901b3b_0_105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2155" name="Google Shape;2155;g3ed01901b3b_0_1053"/>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156" name="Google Shape;2156;g3ed01901b3b_0_105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2157" name="Shape 2157"/>
        <p:cNvGrpSpPr/>
        <p:nvPr/>
      </p:nvGrpSpPr>
      <p:grpSpPr>
        <a:xfrm>
          <a:off x="0" y="0"/>
          <a:ext cx="0" cy="0"/>
          <a:chOff x="0" y="0"/>
          <a:chExt cx="0" cy="0"/>
        </a:xfrm>
      </p:grpSpPr>
      <p:pic>
        <p:nvPicPr>
          <p:cNvPr id="2158" name="Google Shape;2158;g3ed01901b3b_0_1061"/>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2159" name="Google Shape;2159;g3ed01901b3b_0_106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60" name="Google Shape;2160;g3ed01901b3b_0_106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Maths</a:t>
            </a:r>
            <a:endParaRPr b="1" i="0" sz="1700" u="none" cap="none" strike="noStrike">
              <a:solidFill>
                <a:srgbClr val="000000"/>
              </a:solidFill>
              <a:latin typeface="Lexend"/>
              <a:ea typeface="Lexend"/>
              <a:cs typeface="Lexend"/>
              <a:sym typeface="Lexend"/>
            </a:endParaRPr>
          </a:p>
        </p:txBody>
      </p:sp>
      <p:sp>
        <p:nvSpPr>
          <p:cNvPr id="2161" name="Google Shape;2161;g3ed01901b3b_0_1061"/>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2162" name="Google Shape;2162;g3ed01901b3b_0_106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163" name="Google Shape;2163;g3ed01901b3b_0_1061"/>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pic>
        <p:nvPicPr>
          <p:cNvPr id="2164" name="Google Shape;2164;g3ed01901b3b_0_1061"/>
          <p:cNvPicPr preferRelativeResize="0"/>
          <p:nvPr/>
        </p:nvPicPr>
        <p:blipFill rotWithShape="1">
          <a:blip r:embed="rId4">
            <a:alphaModFix/>
          </a:blip>
          <a:srcRect b="0" l="6209" r="6210" t="0"/>
          <a:stretch/>
        </p:blipFill>
        <p:spPr>
          <a:xfrm>
            <a:off x="324000" y="4008600"/>
            <a:ext cx="707200" cy="128000"/>
          </a:xfrm>
          <a:prstGeom prst="rect">
            <a:avLst/>
          </a:prstGeom>
          <a:noFill/>
          <a:ln>
            <a:noFill/>
          </a:ln>
        </p:spPr>
      </p:pic>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165" name="Shape 2165"/>
        <p:cNvGrpSpPr/>
        <p:nvPr/>
      </p:nvGrpSpPr>
      <p:grpSpPr>
        <a:xfrm>
          <a:off x="0" y="0"/>
          <a:ext cx="0" cy="0"/>
          <a:chOff x="0" y="0"/>
          <a:chExt cx="0" cy="0"/>
        </a:xfrm>
      </p:grpSpPr>
      <p:pic>
        <p:nvPicPr>
          <p:cNvPr id="2166" name="Google Shape;2166;g3ed01901b3b_0_1069"/>
          <p:cNvPicPr preferRelativeResize="0"/>
          <p:nvPr/>
        </p:nvPicPr>
        <p:blipFill rotWithShape="1">
          <a:blip r:embed="rId2">
            <a:alphaModFix/>
          </a:blip>
          <a:srcRect b="0" l="6209" r="6210" t="0"/>
          <a:stretch/>
        </p:blipFill>
        <p:spPr>
          <a:xfrm>
            <a:off x="324000" y="4008600"/>
            <a:ext cx="1259825" cy="128000"/>
          </a:xfrm>
          <a:prstGeom prst="rect">
            <a:avLst/>
          </a:prstGeom>
          <a:noFill/>
          <a:ln>
            <a:noFill/>
          </a:ln>
        </p:spPr>
      </p:pic>
      <p:pic>
        <p:nvPicPr>
          <p:cNvPr id="2167" name="Google Shape;2167;g3ed01901b3b_0_1069"/>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168" name="Google Shape;2168;g3ed01901b3b_0_106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69" name="Google Shape;2169;g3ed01901b3b_0_106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Geography</a:t>
            </a:r>
            <a:endParaRPr b="1" i="0" sz="1700" u="none" cap="none" strike="noStrike">
              <a:solidFill>
                <a:srgbClr val="000000"/>
              </a:solidFill>
              <a:latin typeface="Lexend"/>
              <a:ea typeface="Lexend"/>
              <a:cs typeface="Lexend"/>
              <a:sym typeface="Lexend"/>
            </a:endParaRPr>
          </a:p>
        </p:txBody>
      </p:sp>
      <p:sp>
        <p:nvSpPr>
          <p:cNvPr id="2170" name="Google Shape;2170;g3ed01901b3b_0_1069"/>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2171" name="Google Shape;2171;g3ed01901b3b_0_1069"/>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2172" name="Google Shape;2172;g3ed01901b3b_0_106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2173" name="Shape 2173"/>
        <p:cNvGrpSpPr/>
        <p:nvPr/>
      </p:nvGrpSpPr>
      <p:grpSpPr>
        <a:xfrm>
          <a:off x="0" y="0"/>
          <a:ext cx="0" cy="0"/>
          <a:chOff x="0" y="0"/>
          <a:chExt cx="0" cy="0"/>
        </a:xfrm>
      </p:grpSpPr>
      <p:pic>
        <p:nvPicPr>
          <p:cNvPr id="2174" name="Google Shape;2174;g3ed01901b3b_0_1077"/>
          <p:cNvPicPr preferRelativeResize="0"/>
          <p:nvPr/>
        </p:nvPicPr>
        <p:blipFill rotWithShape="1">
          <a:blip r:embed="rId2">
            <a:alphaModFix/>
          </a:blip>
          <a:srcRect b="0" l="6209" r="6210" t="0"/>
          <a:stretch/>
        </p:blipFill>
        <p:spPr>
          <a:xfrm>
            <a:off x="324000" y="4008600"/>
            <a:ext cx="859400" cy="127996"/>
          </a:xfrm>
          <a:prstGeom prst="rect">
            <a:avLst/>
          </a:prstGeom>
          <a:noFill/>
          <a:ln>
            <a:noFill/>
          </a:ln>
        </p:spPr>
      </p:pic>
      <p:sp>
        <p:nvSpPr>
          <p:cNvPr id="2175" name="Google Shape;2175;g3ed01901b3b_0_107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76" name="Google Shape;2176;g3ed01901b3b_0_107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History</a:t>
            </a:r>
            <a:endParaRPr b="1" i="0" sz="1700" u="none" cap="none" strike="noStrike">
              <a:solidFill>
                <a:srgbClr val="000000"/>
              </a:solidFill>
              <a:latin typeface="Lexend"/>
              <a:ea typeface="Lexend"/>
              <a:cs typeface="Lexend"/>
              <a:sym typeface="Lexend"/>
            </a:endParaRPr>
          </a:p>
        </p:txBody>
      </p:sp>
      <p:sp>
        <p:nvSpPr>
          <p:cNvPr id="2177" name="Google Shape;2177;g3ed01901b3b_0_1077"/>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2178" name="Google Shape;2178;g3ed01901b3b_0_107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179" name="Google Shape;2179;g3ed01901b3b_0_107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2180" name="Google Shape;2180;g3ed01901b3b_0_1077"/>
          <p:cNvGrpSpPr/>
          <p:nvPr/>
        </p:nvGrpSpPr>
        <p:grpSpPr>
          <a:xfrm>
            <a:off x="6156975" y="0"/>
            <a:ext cx="2987025" cy="3854074"/>
            <a:chOff x="6156975" y="0"/>
            <a:chExt cx="2987025" cy="3854074"/>
          </a:xfrm>
        </p:grpSpPr>
        <p:pic>
          <p:nvPicPr>
            <p:cNvPr id="2181" name="Google Shape;2181;g3ed01901b3b_0_107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182" name="Google Shape;2182;g3ed01901b3b_0_1077"/>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83" name="Google Shape;2183;g3ed01901b3b_0_1077"/>
            <p:cNvPicPr preferRelativeResize="0"/>
            <p:nvPr/>
          </p:nvPicPr>
          <p:blipFill rotWithShape="1">
            <a:blip r:embed="rId5">
              <a:alphaModFix/>
            </a:blip>
            <a:srcRect b="0" l="0" r="0" t="0"/>
            <a:stretch/>
          </p:blipFill>
          <p:spPr>
            <a:xfrm rot="-378432">
              <a:off x="7001357" y="1317070"/>
              <a:ext cx="1677682" cy="1143462"/>
            </a:xfrm>
            <a:prstGeom prst="rect">
              <a:avLst/>
            </a:prstGeom>
            <a:noFill/>
            <a:ln>
              <a:noFill/>
            </a:ln>
          </p:spPr>
        </p:pic>
      </p:grpSp>
    </p:spTree>
  </p:cSld>
  <p:clrMapOvr>
    <a:masterClrMapping/>
  </p:clrMapOvr>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2184" name="Shape 2184"/>
        <p:cNvGrpSpPr/>
        <p:nvPr/>
      </p:nvGrpSpPr>
      <p:grpSpPr>
        <a:xfrm>
          <a:off x="0" y="0"/>
          <a:ext cx="0" cy="0"/>
          <a:chOff x="0" y="0"/>
          <a:chExt cx="0" cy="0"/>
        </a:xfrm>
      </p:grpSpPr>
      <p:pic>
        <p:nvPicPr>
          <p:cNvPr id="2185" name="Google Shape;2185;g3ed01901b3b_0_1088"/>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2186" name="Google Shape;2186;g3ed01901b3b_0_108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87" name="Google Shape;2187;g3ed01901b3b_0_108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Music</a:t>
            </a:r>
            <a:endParaRPr b="1" i="0" sz="1700" u="none" cap="none" strike="noStrike">
              <a:solidFill>
                <a:srgbClr val="000000"/>
              </a:solidFill>
              <a:latin typeface="Lexend"/>
              <a:ea typeface="Lexend"/>
              <a:cs typeface="Lexend"/>
              <a:sym typeface="Lexend"/>
            </a:endParaRPr>
          </a:p>
        </p:txBody>
      </p:sp>
      <p:sp>
        <p:nvSpPr>
          <p:cNvPr id="2188" name="Google Shape;2188;g3ed01901b3b_0_1088"/>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2189" name="Google Shape;2189;g3ed01901b3b_0_1088"/>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190" name="Google Shape;2190;g3ed01901b3b_0_108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pic>
        <p:nvPicPr>
          <p:cNvPr id="2191" name="Google Shape;2191;g3ed01901b3b_0_1088"/>
          <p:cNvPicPr preferRelativeResize="0"/>
          <p:nvPr/>
        </p:nvPicPr>
        <p:blipFill rotWithShape="1">
          <a:blip r:embed="rId4">
            <a:alphaModFix/>
          </a:blip>
          <a:srcRect b="0" l="6209" r="6210" t="0"/>
          <a:stretch/>
        </p:blipFill>
        <p:spPr>
          <a:xfrm>
            <a:off x="324000" y="4008600"/>
            <a:ext cx="661625" cy="128000"/>
          </a:xfrm>
          <a:prstGeom prst="rect">
            <a:avLst/>
          </a:prstGeom>
          <a:noFill/>
          <a:ln>
            <a:noFill/>
          </a:ln>
        </p:spPr>
      </p:pic>
    </p:spTree>
  </p:cSld>
  <p:clrMapOvr>
    <a:masterClrMapping/>
  </p:clrMapOvr>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2192" name="Shape 2192"/>
        <p:cNvGrpSpPr/>
        <p:nvPr/>
      </p:nvGrpSpPr>
      <p:grpSpPr>
        <a:xfrm>
          <a:off x="0" y="0"/>
          <a:ext cx="0" cy="0"/>
          <a:chOff x="0" y="0"/>
          <a:chExt cx="0" cy="0"/>
        </a:xfrm>
      </p:grpSpPr>
      <p:sp>
        <p:nvSpPr>
          <p:cNvPr id="2193" name="Google Shape;2193;g3ed01901b3b_0_109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94" name="Google Shape;2194;g3ed01901b3b_0_109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Science</a:t>
            </a:r>
            <a:endParaRPr b="1" i="0" sz="1700" u="none" cap="none" strike="noStrike">
              <a:solidFill>
                <a:srgbClr val="000000"/>
              </a:solidFill>
              <a:latin typeface="Lexend"/>
              <a:ea typeface="Lexend"/>
              <a:cs typeface="Lexend"/>
              <a:sym typeface="Lexend"/>
            </a:endParaRPr>
          </a:p>
        </p:txBody>
      </p:sp>
      <p:sp>
        <p:nvSpPr>
          <p:cNvPr id="2195" name="Google Shape;2195;g3ed01901b3b_0_1096"/>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2196" name="Google Shape;2196;g3ed01901b3b_0_1096"/>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2197" name="Google Shape;2197;g3ed01901b3b_0_109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pic>
        <p:nvPicPr>
          <p:cNvPr id="2198" name="Google Shape;2198;g3ed01901b3b_0_1096"/>
          <p:cNvPicPr preferRelativeResize="0"/>
          <p:nvPr/>
        </p:nvPicPr>
        <p:blipFill rotWithShape="1">
          <a:blip r:embed="rId3">
            <a:alphaModFix/>
          </a:blip>
          <a:srcRect b="0" l="6209" r="6210" t="0"/>
          <a:stretch/>
        </p:blipFill>
        <p:spPr>
          <a:xfrm>
            <a:off x="324000" y="4008600"/>
            <a:ext cx="859400" cy="127996"/>
          </a:xfrm>
          <a:prstGeom prst="rect">
            <a:avLst/>
          </a:prstGeom>
          <a:noFill/>
          <a:ln>
            <a:noFill/>
          </a:ln>
        </p:spPr>
      </p:pic>
      <p:grpSp>
        <p:nvGrpSpPr>
          <p:cNvPr id="2199" name="Google Shape;2199;g3ed01901b3b_0_1096"/>
          <p:cNvGrpSpPr/>
          <p:nvPr/>
        </p:nvGrpSpPr>
        <p:grpSpPr>
          <a:xfrm>
            <a:off x="6156975" y="0"/>
            <a:ext cx="2987025" cy="3854074"/>
            <a:chOff x="6156975" y="0"/>
            <a:chExt cx="2987025" cy="3854074"/>
          </a:xfrm>
        </p:grpSpPr>
        <p:pic>
          <p:nvPicPr>
            <p:cNvPr id="2200" name="Google Shape;2200;g3ed01901b3b_0_109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201" name="Google Shape;2201;g3ed01901b3b_0_1096"/>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02" name="Google Shape;2202;g3ed01901b3b_0_1096"/>
            <p:cNvPicPr preferRelativeResize="0"/>
            <p:nvPr/>
          </p:nvPicPr>
          <p:blipFill rotWithShape="1">
            <a:blip r:embed="rId5">
              <a:alphaModFix/>
            </a:blip>
            <a:srcRect b="0" l="0" r="0" t="0"/>
            <a:stretch/>
          </p:blipFill>
          <p:spPr>
            <a:xfrm rot="-311816">
              <a:off x="7083000" y="1110274"/>
              <a:ext cx="1514398" cy="1526398"/>
            </a:xfrm>
            <a:prstGeom prst="rect">
              <a:avLst/>
            </a:prstGeom>
            <a:noFill/>
            <a:ln>
              <a:noFill/>
            </a:ln>
          </p:spPr>
        </p:pic>
      </p:grpSp>
    </p:spTree>
  </p:cSld>
  <p:clrMapOvr>
    <a:masterClrMapping/>
  </p:clrMapOvr>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2203" name="Shape 2203"/>
        <p:cNvGrpSpPr/>
        <p:nvPr/>
      </p:nvGrpSpPr>
      <p:grpSpPr>
        <a:xfrm>
          <a:off x="0" y="0"/>
          <a:ext cx="0" cy="0"/>
          <a:chOff x="0" y="0"/>
          <a:chExt cx="0" cy="0"/>
        </a:xfrm>
      </p:grpSpPr>
      <p:pic>
        <p:nvPicPr>
          <p:cNvPr id="2204" name="Google Shape;2204;g3ed01901b3b_0_1107"/>
          <p:cNvPicPr preferRelativeResize="0"/>
          <p:nvPr/>
        </p:nvPicPr>
        <p:blipFill rotWithShape="1">
          <a:blip r:embed="rId2">
            <a:alphaModFix/>
          </a:blip>
          <a:srcRect b="0" l="6209" r="6210" t="0"/>
          <a:stretch/>
        </p:blipFill>
        <p:spPr>
          <a:xfrm>
            <a:off x="324000" y="4008600"/>
            <a:ext cx="859400" cy="127996"/>
          </a:xfrm>
          <a:prstGeom prst="rect">
            <a:avLst/>
          </a:prstGeom>
          <a:noFill/>
          <a:ln>
            <a:noFill/>
          </a:ln>
        </p:spPr>
      </p:pic>
      <p:pic>
        <p:nvPicPr>
          <p:cNvPr id="2205" name="Google Shape;2205;g3ed01901b3b_0_1107"/>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206" name="Google Shape;2206;g3ed01901b3b_0_110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07" name="Google Shape;2207;g3ed01901b3b_0_110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Biology</a:t>
            </a:r>
            <a:endParaRPr b="1" i="0" sz="1700" u="none" cap="none" strike="noStrike">
              <a:solidFill>
                <a:srgbClr val="000000"/>
              </a:solidFill>
              <a:latin typeface="Lexend"/>
              <a:ea typeface="Lexend"/>
              <a:cs typeface="Lexend"/>
              <a:sym typeface="Lexend"/>
            </a:endParaRPr>
          </a:p>
        </p:txBody>
      </p:sp>
      <p:sp>
        <p:nvSpPr>
          <p:cNvPr id="2208" name="Google Shape;2208;g3ed01901b3b_0_1107"/>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2209" name="Google Shape;2209;g3ed01901b3b_0_1107"/>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2210" name="Google Shape;2210;g3ed01901b3b_0_110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2211" name="Shape 2211"/>
        <p:cNvGrpSpPr/>
        <p:nvPr/>
      </p:nvGrpSpPr>
      <p:grpSpPr>
        <a:xfrm>
          <a:off x="0" y="0"/>
          <a:ext cx="0" cy="0"/>
          <a:chOff x="0" y="0"/>
          <a:chExt cx="0" cy="0"/>
        </a:xfrm>
      </p:grpSpPr>
      <p:pic>
        <p:nvPicPr>
          <p:cNvPr id="2212" name="Google Shape;2212;g3ed01901b3b_0_1115"/>
          <p:cNvPicPr preferRelativeResize="0"/>
          <p:nvPr/>
        </p:nvPicPr>
        <p:blipFill rotWithShape="1">
          <a:blip r:embed="rId2">
            <a:alphaModFix/>
          </a:blip>
          <a:srcRect b="0" l="6209" r="6210" t="0"/>
          <a:stretch/>
        </p:blipFill>
        <p:spPr>
          <a:xfrm>
            <a:off x="324000" y="4008600"/>
            <a:ext cx="859400" cy="127996"/>
          </a:xfrm>
          <a:prstGeom prst="rect">
            <a:avLst/>
          </a:prstGeom>
          <a:noFill/>
          <a:ln>
            <a:noFill/>
          </a:ln>
        </p:spPr>
      </p:pic>
      <p:sp>
        <p:nvSpPr>
          <p:cNvPr id="2213" name="Google Shape;2213;g3ed01901b3b_0_111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14" name="Google Shape;2214;g3ed01901b3b_0_111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Physics</a:t>
            </a:r>
            <a:endParaRPr b="1" i="0" sz="1700" u="none" cap="none" strike="noStrike">
              <a:solidFill>
                <a:srgbClr val="000000"/>
              </a:solidFill>
              <a:latin typeface="Lexend"/>
              <a:ea typeface="Lexend"/>
              <a:cs typeface="Lexend"/>
              <a:sym typeface="Lexend"/>
            </a:endParaRPr>
          </a:p>
        </p:txBody>
      </p:sp>
      <p:sp>
        <p:nvSpPr>
          <p:cNvPr id="2215" name="Google Shape;2215;g3ed01901b3b_0_1115"/>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2216" name="Google Shape;2216;g3ed01901b3b_0_111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217" name="Google Shape;2217;g3ed01901b3b_0_111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2218" name="Google Shape;2218;g3ed01901b3b_0_1115"/>
          <p:cNvGrpSpPr/>
          <p:nvPr/>
        </p:nvGrpSpPr>
        <p:grpSpPr>
          <a:xfrm>
            <a:off x="6156975" y="0"/>
            <a:ext cx="2987025" cy="3854074"/>
            <a:chOff x="6156975" y="0"/>
            <a:chExt cx="2987025" cy="3854074"/>
          </a:xfrm>
        </p:grpSpPr>
        <p:pic>
          <p:nvPicPr>
            <p:cNvPr id="2219" name="Google Shape;2219;g3ed01901b3b_0_111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220" name="Google Shape;2220;g3ed01901b3b_0_1115"/>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21" name="Google Shape;2221;g3ed01901b3b_0_1115"/>
            <p:cNvPicPr preferRelativeResize="0"/>
            <p:nvPr/>
          </p:nvPicPr>
          <p:blipFill rotWithShape="1">
            <a:blip r:embed="rId5">
              <a:alphaModFix/>
            </a:blip>
            <a:srcRect b="0" l="0" r="0" t="0"/>
            <a:stretch/>
          </p:blipFill>
          <p:spPr>
            <a:xfrm rot="-384492">
              <a:off x="7235673" y="1037850"/>
              <a:ext cx="1204851" cy="1957577"/>
            </a:xfrm>
            <a:prstGeom prst="rect">
              <a:avLst/>
            </a:prstGeom>
            <a:noFill/>
            <a:ln>
              <a:noFill/>
            </a:ln>
          </p:spPr>
        </p:pic>
      </p:grpSp>
    </p:spTree>
  </p:cSld>
  <p:clrMapOvr>
    <a:masterClrMapping/>
  </p:clrMapOvr>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2222" name="Shape 2222"/>
        <p:cNvGrpSpPr/>
        <p:nvPr/>
      </p:nvGrpSpPr>
      <p:grpSpPr>
        <a:xfrm>
          <a:off x="0" y="0"/>
          <a:ext cx="0" cy="0"/>
          <a:chOff x="0" y="0"/>
          <a:chExt cx="0" cy="0"/>
        </a:xfrm>
      </p:grpSpPr>
      <p:sp>
        <p:nvSpPr>
          <p:cNvPr id="2223" name="Google Shape;2223;g3ed01901b3b_0_112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24" name="Google Shape;2224;g3ed01901b3b_0_1126"/>
          <p:cNvPicPr preferRelativeResize="0"/>
          <p:nvPr/>
        </p:nvPicPr>
        <p:blipFill rotWithShape="1">
          <a:blip r:embed="rId2">
            <a:alphaModFix/>
          </a:blip>
          <a:srcRect b="1710" l="0" r="0" t="1700"/>
          <a:stretch/>
        </p:blipFill>
        <p:spPr>
          <a:xfrm>
            <a:off x="0" y="532525"/>
            <a:ext cx="9151202" cy="116709"/>
          </a:xfrm>
          <a:prstGeom prst="rect">
            <a:avLst/>
          </a:prstGeom>
          <a:noFill/>
          <a:ln>
            <a:noFill/>
          </a:ln>
        </p:spPr>
      </p:pic>
      <p:sp>
        <p:nvSpPr>
          <p:cNvPr id="2225" name="Google Shape;2225;g3ed01901b3b_0_112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226" name="Google Shape;2226;g3ed01901b3b_0_1126"/>
          <p:cNvSpPr txBox="1"/>
          <p:nvPr>
            <p:ph idx="1" type="subTitle"/>
          </p:nvPr>
        </p:nvSpPr>
        <p:spPr>
          <a:xfrm>
            <a:off x="324000" y="8100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227" name="Google Shape;2227;g3ed01901b3b_0_1126"/>
          <p:cNvSpPr txBox="1"/>
          <p:nvPr>
            <p:ph idx="2" type="subTitle"/>
          </p:nvPr>
        </p:nvSpPr>
        <p:spPr>
          <a:xfrm>
            <a:off x="2699325" y="8100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228" name="Google Shape;2228;g3ed01901b3b_0_1126"/>
          <p:cNvSpPr txBox="1"/>
          <p:nvPr>
            <p:ph idx="3" type="subTitle"/>
          </p:nvPr>
        </p:nvSpPr>
        <p:spPr>
          <a:xfrm>
            <a:off x="324000" y="21054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229" name="Google Shape;2229;g3ed01901b3b_0_1126"/>
          <p:cNvSpPr txBox="1"/>
          <p:nvPr>
            <p:ph idx="4" type="subTitle"/>
          </p:nvPr>
        </p:nvSpPr>
        <p:spPr>
          <a:xfrm>
            <a:off x="2699325" y="21054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230" name="Google Shape;2230;g3ed01901b3b_0_1126"/>
          <p:cNvSpPr txBox="1"/>
          <p:nvPr>
            <p:ph idx="5" type="subTitle"/>
          </p:nvPr>
        </p:nvSpPr>
        <p:spPr>
          <a:xfrm>
            <a:off x="324000" y="34008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231" name="Google Shape;2231;g3ed01901b3b_0_1126"/>
          <p:cNvSpPr txBox="1"/>
          <p:nvPr>
            <p:ph idx="6" type="subTitle"/>
          </p:nvPr>
        </p:nvSpPr>
        <p:spPr>
          <a:xfrm>
            <a:off x="2699325" y="34008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2232" name="Shape 2232"/>
        <p:cNvGrpSpPr/>
        <p:nvPr/>
      </p:nvGrpSpPr>
      <p:grpSpPr>
        <a:xfrm>
          <a:off x="0" y="0"/>
          <a:ext cx="0" cy="0"/>
          <a:chOff x="0" y="0"/>
          <a:chExt cx="0" cy="0"/>
        </a:xfrm>
      </p:grpSpPr>
      <p:sp>
        <p:nvSpPr>
          <p:cNvPr id="2233" name="Google Shape;2233;g3ed01901b3b_0_113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34" name="Google Shape;2234;g3ed01901b3b_0_1136"/>
          <p:cNvPicPr preferRelativeResize="0"/>
          <p:nvPr/>
        </p:nvPicPr>
        <p:blipFill rotWithShape="1">
          <a:blip r:embed="rId2">
            <a:alphaModFix/>
          </a:blip>
          <a:srcRect b="1710" l="0" r="0" t="1700"/>
          <a:stretch/>
        </p:blipFill>
        <p:spPr>
          <a:xfrm>
            <a:off x="0" y="532525"/>
            <a:ext cx="9151202" cy="116709"/>
          </a:xfrm>
          <a:prstGeom prst="rect">
            <a:avLst/>
          </a:prstGeom>
          <a:noFill/>
          <a:ln>
            <a:noFill/>
          </a:ln>
        </p:spPr>
      </p:pic>
      <p:sp>
        <p:nvSpPr>
          <p:cNvPr id="2235" name="Google Shape;2235;g3ed01901b3b_0_113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236" name="Google Shape;2236;g3ed01901b3b_0_1136"/>
          <p:cNvSpPr txBox="1"/>
          <p:nvPr>
            <p:ph idx="1" type="subTitle"/>
          </p:nvPr>
        </p:nvSpPr>
        <p:spPr>
          <a:xfrm>
            <a:off x="324000" y="8100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237" name="Google Shape;2237;g3ed01901b3b_0_1136"/>
          <p:cNvSpPr txBox="1"/>
          <p:nvPr>
            <p:ph idx="2" type="subTitle"/>
          </p:nvPr>
        </p:nvSpPr>
        <p:spPr>
          <a:xfrm>
            <a:off x="2699325" y="8100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238" name="Google Shape;2238;g3ed01901b3b_0_1136"/>
          <p:cNvSpPr txBox="1"/>
          <p:nvPr>
            <p:ph idx="3" type="subTitle"/>
          </p:nvPr>
        </p:nvSpPr>
        <p:spPr>
          <a:xfrm>
            <a:off x="324000" y="18006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239" name="Google Shape;2239;g3ed01901b3b_0_1136"/>
          <p:cNvSpPr txBox="1"/>
          <p:nvPr>
            <p:ph idx="4" type="subTitle"/>
          </p:nvPr>
        </p:nvSpPr>
        <p:spPr>
          <a:xfrm>
            <a:off x="2699325" y="18006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240" name="Google Shape;2240;g3ed01901b3b_0_1136"/>
          <p:cNvSpPr txBox="1"/>
          <p:nvPr>
            <p:ph idx="5" type="subTitle"/>
          </p:nvPr>
        </p:nvSpPr>
        <p:spPr>
          <a:xfrm>
            <a:off x="324000" y="27912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241" name="Google Shape;2241;g3ed01901b3b_0_1136"/>
          <p:cNvSpPr txBox="1"/>
          <p:nvPr>
            <p:ph idx="6" type="subTitle"/>
          </p:nvPr>
        </p:nvSpPr>
        <p:spPr>
          <a:xfrm>
            <a:off x="2699325" y="27912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242" name="Google Shape;2242;g3ed01901b3b_0_1136"/>
          <p:cNvSpPr txBox="1"/>
          <p:nvPr>
            <p:ph idx="7" type="subTitle"/>
          </p:nvPr>
        </p:nvSpPr>
        <p:spPr>
          <a:xfrm>
            <a:off x="324000" y="37818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243" name="Google Shape;2243;g3ed01901b3b_0_1136"/>
          <p:cNvSpPr txBox="1"/>
          <p:nvPr>
            <p:ph idx="8" type="subTitle"/>
          </p:nvPr>
        </p:nvSpPr>
        <p:spPr>
          <a:xfrm>
            <a:off x="2699325" y="37818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2244" name="Shape 2244"/>
        <p:cNvGrpSpPr/>
        <p:nvPr/>
      </p:nvGrpSpPr>
      <p:grpSpPr>
        <a:xfrm>
          <a:off x="0" y="0"/>
          <a:ext cx="0" cy="0"/>
          <a:chOff x="0" y="0"/>
          <a:chExt cx="0" cy="0"/>
        </a:xfrm>
      </p:grpSpPr>
      <p:sp>
        <p:nvSpPr>
          <p:cNvPr id="2245" name="Google Shape;2245;g3ed01901b3b_0_114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46" name="Google Shape;2246;g3ed01901b3b_0_1148"/>
          <p:cNvPicPr preferRelativeResize="0"/>
          <p:nvPr/>
        </p:nvPicPr>
        <p:blipFill rotWithShape="1">
          <a:blip r:embed="rId2">
            <a:alphaModFix/>
          </a:blip>
          <a:srcRect b="1710" l="0" r="0" t="1700"/>
          <a:stretch/>
        </p:blipFill>
        <p:spPr>
          <a:xfrm>
            <a:off x="0" y="532525"/>
            <a:ext cx="9151202" cy="116709"/>
          </a:xfrm>
          <a:prstGeom prst="rect">
            <a:avLst/>
          </a:prstGeom>
          <a:noFill/>
          <a:ln>
            <a:noFill/>
          </a:ln>
        </p:spPr>
      </p:pic>
      <p:sp>
        <p:nvSpPr>
          <p:cNvPr id="2247" name="Google Shape;2247;g3ed01901b3b_0_114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248" name="Google Shape;2248;g3ed01901b3b_0_1148"/>
          <p:cNvSpPr txBox="1"/>
          <p:nvPr>
            <p:ph idx="1" type="subTitle"/>
          </p:nvPr>
        </p:nvSpPr>
        <p:spPr>
          <a:xfrm>
            <a:off x="324000" y="8100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249" name="Google Shape;2249;g3ed01901b3b_0_1148"/>
          <p:cNvSpPr txBox="1"/>
          <p:nvPr>
            <p:ph idx="2" type="subTitle"/>
          </p:nvPr>
        </p:nvSpPr>
        <p:spPr>
          <a:xfrm>
            <a:off x="2699325" y="8100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250" name="Google Shape;2250;g3ed01901b3b_0_1148"/>
          <p:cNvSpPr txBox="1"/>
          <p:nvPr>
            <p:ph idx="3" type="subTitle"/>
          </p:nvPr>
        </p:nvSpPr>
        <p:spPr>
          <a:xfrm>
            <a:off x="324000" y="24864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251" name="Google Shape;2251;g3ed01901b3b_0_1148"/>
          <p:cNvSpPr txBox="1"/>
          <p:nvPr>
            <p:ph idx="4" type="subTitle"/>
          </p:nvPr>
        </p:nvSpPr>
        <p:spPr>
          <a:xfrm>
            <a:off x="2699325" y="24864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252" name="Google Shape;2252;g3ed01901b3b_0_1148"/>
          <p:cNvSpPr txBox="1"/>
          <p:nvPr>
            <p:ph idx="5" type="subTitle"/>
          </p:nvPr>
        </p:nvSpPr>
        <p:spPr>
          <a:xfrm>
            <a:off x="324000" y="41628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253" name="Google Shape;2253;g3ed01901b3b_0_1148"/>
          <p:cNvSpPr txBox="1"/>
          <p:nvPr>
            <p:ph idx="6" type="subTitle"/>
          </p:nvPr>
        </p:nvSpPr>
        <p:spPr>
          <a:xfrm>
            <a:off x="2699325" y="41628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254" name="Google Shape;2254;g3ed01901b3b_0_1148"/>
          <p:cNvSpPr txBox="1"/>
          <p:nvPr>
            <p:ph idx="7" type="subTitle"/>
          </p:nvPr>
        </p:nvSpPr>
        <p:spPr>
          <a:xfrm>
            <a:off x="324000" y="16482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255" name="Google Shape;2255;g3ed01901b3b_0_1148"/>
          <p:cNvSpPr txBox="1"/>
          <p:nvPr>
            <p:ph idx="8" type="subTitle"/>
          </p:nvPr>
        </p:nvSpPr>
        <p:spPr>
          <a:xfrm>
            <a:off x="2699325" y="16482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256" name="Google Shape;2256;g3ed01901b3b_0_1148"/>
          <p:cNvSpPr txBox="1"/>
          <p:nvPr>
            <p:ph idx="9" type="subTitle"/>
          </p:nvPr>
        </p:nvSpPr>
        <p:spPr>
          <a:xfrm>
            <a:off x="324000" y="33246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257" name="Google Shape;2257;g3ed01901b3b_0_1148"/>
          <p:cNvSpPr txBox="1"/>
          <p:nvPr>
            <p:ph idx="13" type="subTitle"/>
          </p:nvPr>
        </p:nvSpPr>
        <p:spPr>
          <a:xfrm>
            <a:off x="2699325" y="33246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2258" name="Shape 2258"/>
        <p:cNvGrpSpPr/>
        <p:nvPr/>
      </p:nvGrpSpPr>
      <p:grpSpPr>
        <a:xfrm>
          <a:off x="0" y="0"/>
          <a:ext cx="0" cy="0"/>
          <a:chOff x="0" y="0"/>
          <a:chExt cx="0" cy="0"/>
        </a:xfrm>
      </p:grpSpPr>
      <p:sp>
        <p:nvSpPr>
          <p:cNvPr id="2259" name="Google Shape;2259;g3ed01901b3b_0_1162"/>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60" name="Google Shape;2260;g3ed01901b3b_0_1162"/>
          <p:cNvPicPr preferRelativeResize="0"/>
          <p:nvPr/>
        </p:nvPicPr>
        <p:blipFill rotWithShape="1">
          <a:blip r:embed="rId2">
            <a:alphaModFix/>
          </a:blip>
          <a:srcRect b="1710" l="0" r="0" t="1700"/>
          <a:stretch/>
        </p:blipFill>
        <p:spPr>
          <a:xfrm>
            <a:off x="0" y="532525"/>
            <a:ext cx="9151202" cy="116709"/>
          </a:xfrm>
          <a:prstGeom prst="rect">
            <a:avLst/>
          </a:prstGeom>
          <a:noFill/>
          <a:ln>
            <a:noFill/>
          </a:ln>
        </p:spPr>
      </p:pic>
      <p:sp>
        <p:nvSpPr>
          <p:cNvPr id="2261" name="Google Shape;2261;g3ed01901b3b_0_116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262" name="Google Shape;2262;g3ed01901b3b_0_1162"/>
          <p:cNvSpPr txBox="1"/>
          <p:nvPr>
            <p:ph idx="1" type="subTitle"/>
          </p:nvPr>
        </p:nvSpPr>
        <p:spPr>
          <a:xfrm>
            <a:off x="324000" y="8100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263" name="Google Shape;2263;g3ed01901b3b_0_1162"/>
          <p:cNvSpPr txBox="1"/>
          <p:nvPr>
            <p:ph idx="2" type="subTitle"/>
          </p:nvPr>
        </p:nvSpPr>
        <p:spPr>
          <a:xfrm>
            <a:off x="2699325" y="8100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264" name="Google Shape;2264;g3ed01901b3b_0_1162"/>
          <p:cNvSpPr txBox="1"/>
          <p:nvPr>
            <p:ph idx="3" type="subTitle"/>
          </p:nvPr>
        </p:nvSpPr>
        <p:spPr>
          <a:xfrm>
            <a:off x="324000" y="25626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265" name="Google Shape;2265;g3ed01901b3b_0_1162"/>
          <p:cNvSpPr txBox="1"/>
          <p:nvPr>
            <p:ph idx="4" type="subTitle"/>
          </p:nvPr>
        </p:nvSpPr>
        <p:spPr>
          <a:xfrm>
            <a:off x="2699325" y="25626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2266" name="Shape 2266"/>
        <p:cNvGrpSpPr/>
        <p:nvPr/>
      </p:nvGrpSpPr>
      <p:grpSpPr>
        <a:xfrm>
          <a:off x="0" y="0"/>
          <a:ext cx="0" cy="0"/>
          <a:chOff x="0" y="0"/>
          <a:chExt cx="0" cy="0"/>
        </a:xfrm>
      </p:grpSpPr>
      <p:pic>
        <p:nvPicPr>
          <p:cNvPr id="2267" name="Google Shape;2267;g3ed01901b3b_0_1170"/>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2268" name="Google Shape;2268;g3ed01901b3b_0_1170"/>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2269" name="Google Shape;2269;g3ed01901b3b_0_1170"/>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2270" name="Google Shape;2270;g3ed01901b3b_0_1170"/>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2271" name="Google Shape;2271;g3ed01901b3b_0_1170"/>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2272" name="Google Shape;2272;g3ed01901b3b_0_1170"/>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2273" name="Google Shape;2273;g3ed01901b3b_0_1170"/>
          <p:cNvCxnSpPr>
            <a:endCxn id="2274" idx="2"/>
          </p:cNvCxnSpPr>
          <p:nvPr/>
        </p:nvCxnSpPr>
        <p:spPr>
          <a:xfrm>
            <a:off x="647802" y="1841897"/>
            <a:ext cx="0" cy="2366400"/>
          </a:xfrm>
          <a:prstGeom prst="straightConnector1">
            <a:avLst/>
          </a:prstGeom>
          <a:noFill/>
          <a:ln cap="flat" cmpd="sng" w="38100">
            <a:solidFill>
              <a:srgbClr val="282828"/>
            </a:solidFill>
            <a:prstDash val="solid"/>
            <a:round/>
            <a:headEnd len="sm" w="sm" type="none"/>
            <a:tailEnd len="sm" w="sm" type="none"/>
          </a:ln>
        </p:spPr>
      </p:cxnSp>
      <p:pic>
        <p:nvPicPr>
          <p:cNvPr id="2274" name="Google Shape;2274;g3ed01901b3b_0_1170"/>
          <p:cNvPicPr preferRelativeResize="0"/>
          <p:nvPr/>
        </p:nvPicPr>
        <p:blipFill rotWithShape="1">
          <a:blip r:embed="rId6">
            <a:alphaModFix/>
          </a:blip>
          <a:srcRect b="0" l="0" r="0" t="0"/>
          <a:stretch/>
        </p:blipFill>
        <p:spPr>
          <a:xfrm>
            <a:off x="366079" y="3636220"/>
            <a:ext cx="563446" cy="572077"/>
          </a:xfrm>
          <a:prstGeom prst="rect">
            <a:avLst/>
          </a:prstGeom>
          <a:noFill/>
          <a:ln>
            <a:noFill/>
          </a:ln>
        </p:spPr>
      </p:pic>
      <p:pic>
        <p:nvPicPr>
          <p:cNvPr id="2275" name="Google Shape;2275;g3ed01901b3b_0_1170"/>
          <p:cNvPicPr preferRelativeResize="0"/>
          <p:nvPr/>
        </p:nvPicPr>
        <p:blipFill rotWithShape="1">
          <a:blip r:embed="rId7">
            <a:alphaModFix/>
          </a:blip>
          <a:srcRect b="0" l="0" r="0" t="0"/>
          <a:stretch/>
        </p:blipFill>
        <p:spPr>
          <a:xfrm>
            <a:off x="363482" y="1682508"/>
            <a:ext cx="563185" cy="572092"/>
          </a:xfrm>
          <a:prstGeom prst="rect">
            <a:avLst/>
          </a:prstGeom>
          <a:noFill/>
          <a:ln>
            <a:noFill/>
          </a:ln>
        </p:spPr>
      </p:pic>
      <p:sp>
        <p:nvSpPr>
          <p:cNvPr id="2276" name="Google Shape;2276;g3ed01901b3b_0_1170"/>
          <p:cNvSpPr txBox="1"/>
          <p:nvPr>
            <p:ph type="title"/>
          </p:nvPr>
        </p:nvSpPr>
        <p:spPr>
          <a:xfrm>
            <a:off x="1225200" y="1779713"/>
            <a:ext cx="6850800" cy="3693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2277" name="Google Shape;2277;g3ed01901b3b_0_1170"/>
          <p:cNvSpPr txBox="1"/>
          <p:nvPr>
            <p:ph idx="2" type="title"/>
          </p:nvPr>
        </p:nvSpPr>
        <p:spPr>
          <a:xfrm>
            <a:off x="1225200" y="2804800"/>
            <a:ext cx="6850800" cy="3693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2278" name="Google Shape;2278;g3ed01901b3b_0_1170"/>
          <p:cNvSpPr txBox="1"/>
          <p:nvPr>
            <p:ph idx="3" type="title"/>
          </p:nvPr>
        </p:nvSpPr>
        <p:spPr>
          <a:xfrm>
            <a:off x="1225200" y="3739189"/>
            <a:ext cx="6850800" cy="3693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pic>
        <p:nvPicPr>
          <p:cNvPr id="2279" name="Google Shape;2279;g3ed01901b3b_0_1170"/>
          <p:cNvPicPr preferRelativeResize="0"/>
          <p:nvPr/>
        </p:nvPicPr>
        <p:blipFill rotWithShape="1">
          <a:blip r:embed="rId8">
            <a:alphaModFix/>
          </a:blip>
          <a:srcRect b="0" l="0" r="0" t="0"/>
          <a:stretch/>
        </p:blipFill>
        <p:spPr>
          <a:xfrm>
            <a:off x="363340" y="2703416"/>
            <a:ext cx="563446" cy="572077"/>
          </a:xfrm>
          <a:prstGeom prst="rect">
            <a:avLst/>
          </a:prstGeom>
          <a:noFill/>
          <a:ln>
            <a:noFill/>
          </a:ln>
        </p:spPr>
      </p:pic>
      <p:sp>
        <p:nvSpPr>
          <p:cNvPr id="2280" name="Google Shape;2280;g3ed01901b3b_0_117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81" name="Google Shape;2281;g3ed01901b3b_0_1170"/>
          <p:cNvPicPr preferRelativeResize="0"/>
          <p:nvPr/>
        </p:nvPicPr>
        <p:blipFill rotWithShape="1">
          <a:blip r:embed="rId9">
            <a:alphaModFix/>
          </a:blip>
          <a:srcRect b="1710" l="0" r="0" t="1700"/>
          <a:stretch/>
        </p:blipFill>
        <p:spPr>
          <a:xfrm>
            <a:off x="-12" y="481650"/>
            <a:ext cx="9151202" cy="116709"/>
          </a:xfrm>
          <a:prstGeom prst="rect">
            <a:avLst/>
          </a:prstGeom>
          <a:noFill/>
          <a:ln>
            <a:noFill/>
          </a:ln>
        </p:spPr>
      </p:pic>
      <p:sp>
        <p:nvSpPr>
          <p:cNvPr id="2282" name="Google Shape;2282;g3ed01901b3b_0_117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Lexend"/>
                <a:ea typeface="Lexend"/>
                <a:cs typeface="Lexend"/>
                <a:sym typeface="Lexend"/>
              </a:rPr>
              <a:t>Lesson outline</a:t>
            </a:r>
            <a:endParaRPr b="1" i="0" sz="2000" u="none" cap="none" strike="noStrike">
              <a:solidFill>
                <a:schemeClr val="dk1"/>
              </a:solidFill>
              <a:latin typeface="Lexend"/>
              <a:ea typeface="Lexend"/>
              <a:cs typeface="Lexend"/>
              <a:sym typeface="Lexend"/>
            </a:endParaRPr>
          </a:p>
        </p:txBody>
      </p:sp>
      <p:sp>
        <p:nvSpPr>
          <p:cNvPr id="2283" name="Google Shape;2283;g3ed01901b3b_0_1170"/>
          <p:cNvSpPr txBox="1"/>
          <p:nvPr>
            <p:ph idx="4" type="title"/>
          </p:nvPr>
        </p:nvSpPr>
        <p:spPr>
          <a:xfrm>
            <a:off x="324000" y="657600"/>
            <a:ext cx="5741400" cy="615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Font typeface="Lexend"/>
              <a:buNone/>
              <a:defRPr b="0" sz="1800">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2284" name="Shape 2284"/>
        <p:cNvGrpSpPr/>
        <p:nvPr/>
      </p:nvGrpSpPr>
      <p:grpSpPr>
        <a:xfrm>
          <a:off x="0" y="0"/>
          <a:ext cx="0" cy="0"/>
          <a:chOff x="0" y="0"/>
          <a:chExt cx="0" cy="0"/>
        </a:xfrm>
      </p:grpSpPr>
      <p:pic>
        <p:nvPicPr>
          <p:cNvPr id="2285" name="Google Shape;2285;g3ed01901b3b_0_1188"/>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2286" name="Google Shape;2286;g3ed01901b3b_0_1188"/>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2287" name="Google Shape;2287;g3ed01901b3b_0_1188"/>
          <p:cNvPicPr preferRelativeResize="0"/>
          <p:nvPr/>
        </p:nvPicPr>
        <p:blipFill rotWithShape="1">
          <a:blip r:embed="rId4">
            <a:alphaModFix/>
          </a:blip>
          <a:srcRect b="4397" l="0" r="0" t="4387"/>
          <a:stretch/>
        </p:blipFill>
        <p:spPr>
          <a:xfrm>
            <a:off x="863550" y="3971358"/>
            <a:ext cx="7439126" cy="563217"/>
          </a:xfrm>
          <a:prstGeom prst="rect">
            <a:avLst/>
          </a:prstGeom>
          <a:noFill/>
          <a:ln>
            <a:noFill/>
          </a:ln>
        </p:spPr>
      </p:pic>
      <p:pic>
        <p:nvPicPr>
          <p:cNvPr id="2288" name="Google Shape;2288;g3ed01901b3b_0_1188"/>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2289" name="Google Shape;2289;g3ed01901b3b_0_1188"/>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2290" name="Google Shape;2290;g3ed01901b3b_0_1188"/>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2291" name="Google Shape;2291;g3ed01901b3b_0_1188"/>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2292" name="Google Shape;2292;g3ed01901b3b_0_1188"/>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2293" name="Google Shape;2293;g3ed01901b3b_0_1188"/>
          <p:cNvCxnSpPr/>
          <p:nvPr/>
        </p:nvCxnSpPr>
        <p:spPr>
          <a:xfrm>
            <a:off x="647802" y="1725234"/>
            <a:ext cx="600" cy="2679900"/>
          </a:xfrm>
          <a:prstGeom prst="straightConnector1">
            <a:avLst/>
          </a:prstGeom>
          <a:noFill/>
          <a:ln cap="flat" cmpd="sng" w="38100">
            <a:solidFill>
              <a:srgbClr val="282828"/>
            </a:solidFill>
            <a:prstDash val="solid"/>
            <a:round/>
            <a:headEnd len="sm" w="sm" type="none"/>
            <a:tailEnd len="sm" w="sm" type="none"/>
          </a:ln>
        </p:spPr>
      </p:cxnSp>
      <p:pic>
        <p:nvPicPr>
          <p:cNvPr id="2294" name="Google Shape;2294;g3ed01901b3b_0_1188"/>
          <p:cNvPicPr preferRelativeResize="0"/>
          <p:nvPr/>
        </p:nvPicPr>
        <p:blipFill rotWithShape="1">
          <a:blip r:embed="rId7">
            <a:alphaModFix/>
          </a:blip>
          <a:srcRect b="0" l="0" r="0" t="0"/>
          <a:stretch/>
        </p:blipFill>
        <p:spPr>
          <a:xfrm>
            <a:off x="366079" y="3134650"/>
            <a:ext cx="563446" cy="572077"/>
          </a:xfrm>
          <a:prstGeom prst="rect">
            <a:avLst/>
          </a:prstGeom>
          <a:noFill/>
          <a:ln>
            <a:noFill/>
          </a:ln>
        </p:spPr>
      </p:pic>
      <p:pic>
        <p:nvPicPr>
          <p:cNvPr id="2295" name="Google Shape;2295;g3ed01901b3b_0_1188"/>
          <p:cNvPicPr preferRelativeResize="0"/>
          <p:nvPr/>
        </p:nvPicPr>
        <p:blipFill rotWithShape="1">
          <a:blip r:embed="rId8">
            <a:alphaModFix/>
          </a:blip>
          <a:srcRect b="0" l="0" r="0" t="0"/>
          <a:stretch/>
        </p:blipFill>
        <p:spPr>
          <a:xfrm>
            <a:off x="363357" y="1462166"/>
            <a:ext cx="563185" cy="572092"/>
          </a:xfrm>
          <a:prstGeom prst="rect">
            <a:avLst/>
          </a:prstGeom>
          <a:noFill/>
          <a:ln>
            <a:noFill/>
          </a:ln>
        </p:spPr>
      </p:pic>
      <p:pic>
        <p:nvPicPr>
          <p:cNvPr id="2296" name="Google Shape;2296;g3ed01901b3b_0_1188"/>
          <p:cNvPicPr preferRelativeResize="0"/>
          <p:nvPr/>
        </p:nvPicPr>
        <p:blipFill rotWithShape="1">
          <a:blip r:embed="rId9">
            <a:alphaModFix/>
          </a:blip>
          <a:srcRect b="0" l="0" r="0" t="0"/>
          <a:stretch/>
        </p:blipFill>
        <p:spPr>
          <a:xfrm>
            <a:off x="363340" y="2287588"/>
            <a:ext cx="563446" cy="572077"/>
          </a:xfrm>
          <a:prstGeom prst="rect">
            <a:avLst/>
          </a:prstGeom>
          <a:noFill/>
          <a:ln>
            <a:noFill/>
          </a:ln>
        </p:spPr>
      </p:pic>
      <p:sp>
        <p:nvSpPr>
          <p:cNvPr id="2297" name="Google Shape;2297;g3ed01901b3b_0_1188"/>
          <p:cNvSpPr txBox="1"/>
          <p:nvPr>
            <p:ph type="title"/>
          </p:nvPr>
        </p:nvSpPr>
        <p:spPr>
          <a:xfrm>
            <a:off x="1224600" y="1466663"/>
            <a:ext cx="6850800" cy="563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2298" name="Google Shape;2298;g3ed01901b3b_0_1188"/>
          <p:cNvSpPr txBox="1"/>
          <p:nvPr>
            <p:ph idx="2" type="title"/>
          </p:nvPr>
        </p:nvSpPr>
        <p:spPr>
          <a:xfrm>
            <a:off x="1224600" y="2285700"/>
            <a:ext cx="6850800" cy="572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2299" name="Google Shape;2299;g3ed01901b3b_0_1188"/>
          <p:cNvSpPr txBox="1"/>
          <p:nvPr>
            <p:ph idx="3" type="title"/>
          </p:nvPr>
        </p:nvSpPr>
        <p:spPr>
          <a:xfrm>
            <a:off x="1224600" y="3160338"/>
            <a:ext cx="6850800" cy="5364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2300" name="Google Shape;2300;g3ed01901b3b_0_1188"/>
          <p:cNvSpPr txBox="1"/>
          <p:nvPr>
            <p:ph idx="4" type="title"/>
          </p:nvPr>
        </p:nvSpPr>
        <p:spPr>
          <a:xfrm>
            <a:off x="1224600" y="3971414"/>
            <a:ext cx="6850800" cy="563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pic>
        <p:nvPicPr>
          <p:cNvPr id="2301" name="Google Shape;2301;g3ed01901b3b_0_1188"/>
          <p:cNvPicPr preferRelativeResize="0"/>
          <p:nvPr/>
        </p:nvPicPr>
        <p:blipFill rotWithShape="1">
          <a:blip r:embed="rId10">
            <a:alphaModFix/>
          </a:blip>
          <a:srcRect b="0" l="0" r="0" t="0"/>
          <a:stretch/>
        </p:blipFill>
        <p:spPr>
          <a:xfrm>
            <a:off x="363341" y="3969363"/>
            <a:ext cx="563446" cy="572077"/>
          </a:xfrm>
          <a:prstGeom prst="rect">
            <a:avLst/>
          </a:prstGeom>
          <a:noFill/>
          <a:ln>
            <a:noFill/>
          </a:ln>
        </p:spPr>
      </p:pic>
      <p:sp>
        <p:nvSpPr>
          <p:cNvPr id="2302" name="Google Shape;2302;g3ed01901b3b_0_118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03" name="Google Shape;2303;g3ed01901b3b_0_1188"/>
          <p:cNvPicPr preferRelativeResize="0"/>
          <p:nvPr/>
        </p:nvPicPr>
        <p:blipFill rotWithShape="1">
          <a:blip r:embed="rId11">
            <a:alphaModFix/>
          </a:blip>
          <a:srcRect b="1710" l="0" r="0" t="1700"/>
          <a:stretch/>
        </p:blipFill>
        <p:spPr>
          <a:xfrm>
            <a:off x="-12" y="481650"/>
            <a:ext cx="9151202" cy="116709"/>
          </a:xfrm>
          <a:prstGeom prst="rect">
            <a:avLst/>
          </a:prstGeom>
          <a:noFill/>
          <a:ln>
            <a:noFill/>
          </a:ln>
        </p:spPr>
      </p:pic>
      <p:sp>
        <p:nvSpPr>
          <p:cNvPr id="2304" name="Google Shape;2304;g3ed01901b3b_0_118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Lexend"/>
                <a:ea typeface="Lexend"/>
                <a:cs typeface="Lexend"/>
                <a:sym typeface="Lexend"/>
              </a:rPr>
              <a:t>Lesson outline</a:t>
            </a:r>
            <a:endParaRPr b="1" i="0" sz="2000" u="none" cap="none" strike="noStrike">
              <a:solidFill>
                <a:schemeClr val="dk1"/>
              </a:solidFill>
              <a:latin typeface="Lexend"/>
              <a:ea typeface="Lexend"/>
              <a:cs typeface="Lexend"/>
              <a:sym typeface="Lexend"/>
            </a:endParaRPr>
          </a:p>
        </p:txBody>
      </p:sp>
      <p:sp>
        <p:nvSpPr>
          <p:cNvPr id="2305" name="Google Shape;2305;g3ed01901b3b_0_1188"/>
          <p:cNvSpPr txBox="1"/>
          <p:nvPr>
            <p:ph idx="5" type="title"/>
          </p:nvPr>
        </p:nvSpPr>
        <p:spPr>
          <a:xfrm>
            <a:off x="324000" y="657600"/>
            <a:ext cx="5741400" cy="615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Font typeface="Lexend"/>
              <a:buNone/>
              <a:defRPr b="0" sz="1800">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306" name="Shape 2306"/>
        <p:cNvGrpSpPr/>
        <p:nvPr/>
      </p:nvGrpSpPr>
      <p:grpSpPr>
        <a:xfrm>
          <a:off x="0" y="0"/>
          <a:ext cx="0" cy="0"/>
          <a:chOff x="0" y="0"/>
          <a:chExt cx="0" cy="0"/>
        </a:xfrm>
      </p:grpSpPr>
      <p:pic>
        <p:nvPicPr>
          <p:cNvPr id="2307" name="Google Shape;2307;g3ed01901b3b_0_1210"/>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308" name="Google Shape;2308;g3ed01901b3b_0_121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9" name="Google Shape;2309;g3ed01901b3b_0_1210"/>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2310" name="Google Shape;2310;g3ed01901b3b_0_121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Explanation</a:t>
            </a:r>
            <a:endParaRPr b="1" i="0" sz="900" u="none" cap="none" strike="noStrike">
              <a:solidFill>
                <a:srgbClr val="EBEDFE"/>
              </a:solidFill>
              <a:latin typeface="Lexend"/>
              <a:ea typeface="Lexend"/>
              <a:cs typeface="Lexend"/>
              <a:sym typeface="Lexend"/>
            </a:endParaRPr>
          </a:p>
        </p:txBody>
      </p:sp>
      <p:sp>
        <p:nvSpPr>
          <p:cNvPr id="2311" name="Google Shape;2311;g3ed01901b3b_0_1210"/>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312" name="Google Shape;2312;g3ed01901b3b_0_121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1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13" name="Shape 2313"/>
        <p:cNvGrpSpPr/>
        <p:nvPr/>
      </p:nvGrpSpPr>
      <p:grpSpPr>
        <a:xfrm>
          <a:off x="0" y="0"/>
          <a:ext cx="0" cy="0"/>
          <a:chOff x="0" y="0"/>
          <a:chExt cx="0" cy="0"/>
        </a:xfrm>
      </p:grpSpPr>
      <p:sp>
        <p:nvSpPr>
          <p:cNvPr id="2314" name="Google Shape;2314;g3ed01901b3b_0_121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15" name="Google Shape;2315;g3ed01901b3b_0_1217"/>
          <p:cNvPicPr preferRelativeResize="0"/>
          <p:nvPr/>
        </p:nvPicPr>
        <p:blipFill rotWithShape="1">
          <a:blip r:embed="rId2">
            <a:alphaModFix/>
          </a:blip>
          <a:srcRect b="0" l="0" r="0" t="0"/>
          <a:stretch/>
        </p:blipFill>
        <p:spPr>
          <a:xfrm>
            <a:off x="0" y="532525"/>
            <a:ext cx="9151202" cy="116700"/>
          </a:xfrm>
          <a:prstGeom prst="rect">
            <a:avLst/>
          </a:prstGeom>
          <a:noFill/>
          <a:ln>
            <a:noFill/>
          </a:ln>
        </p:spPr>
      </p:pic>
      <p:sp>
        <p:nvSpPr>
          <p:cNvPr id="2316" name="Google Shape;2316;g3ed01901b3b_0_121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7" name="Google Shape;2317;g3ed01901b3b_0_1217"/>
          <p:cNvSpPr txBox="1"/>
          <p:nvPr>
            <p:ph idx="1" type="subTitle"/>
          </p:nvPr>
        </p:nvSpPr>
        <p:spPr>
          <a:xfrm>
            <a:off x="337825"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318" name="Google Shape;2318;g3ed01901b3b_0_1217"/>
          <p:cNvSpPr txBox="1"/>
          <p:nvPr>
            <p:ph idx="2" type="subTitle"/>
          </p:nvPr>
        </p:nvSpPr>
        <p:spPr>
          <a:xfrm>
            <a:off x="4824000"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319" name="Google Shape;2319;g3ed01901b3b_0_1217"/>
          <p:cNvSpPr txBox="1"/>
          <p:nvPr>
            <p:ph type="title"/>
          </p:nvPr>
        </p:nvSpPr>
        <p:spPr>
          <a:xfrm>
            <a:off x="324000" y="0"/>
            <a:ext cx="74505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2320" name="Google Shape;2320;g3ed01901b3b_0_1217"/>
          <p:cNvGrpSpPr/>
          <p:nvPr/>
        </p:nvGrpSpPr>
        <p:grpSpPr>
          <a:xfrm>
            <a:off x="7834231" y="1285"/>
            <a:ext cx="828900" cy="576065"/>
            <a:chOff x="7801496" y="1285"/>
            <a:chExt cx="828900" cy="576065"/>
          </a:xfrm>
        </p:grpSpPr>
        <p:pic>
          <p:nvPicPr>
            <p:cNvPr id="2321" name="Google Shape;2321;g3ed01901b3b_0_121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322" name="Google Shape;2322;g3ed01901b3b_0_121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Explanation</a:t>
              </a:r>
              <a:endParaRPr b="1" i="0" sz="900" u="none" cap="none" strike="noStrike">
                <a:solidFill>
                  <a:srgbClr val="EBEDFE"/>
                </a:solidFill>
                <a:latin typeface="Lexend"/>
                <a:ea typeface="Lexend"/>
                <a:cs typeface="Lexend"/>
                <a:sym typeface="Lexend"/>
              </a:endParaRPr>
            </a:p>
          </p:txBody>
        </p:sp>
      </p:grpSp>
      <p:grpSp>
        <p:nvGrpSpPr>
          <p:cNvPr id="2323" name="Google Shape;2323;g3ed01901b3b_0_1217"/>
          <p:cNvGrpSpPr/>
          <p:nvPr/>
        </p:nvGrpSpPr>
        <p:grpSpPr>
          <a:xfrm>
            <a:off x="8635663" y="1285"/>
            <a:ext cx="499700" cy="576065"/>
            <a:chOff x="8635663" y="1285"/>
            <a:chExt cx="499700" cy="576065"/>
          </a:xfrm>
        </p:grpSpPr>
        <p:pic>
          <p:nvPicPr>
            <p:cNvPr id="2324" name="Google Shape;2324;g3ed01901b3b_0_121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325" name="Google Shape;2325;g3ed01901b3b_0_121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grpSp>
    </p:spTree>
  </p:cSld>
  <p:clrMapOvr>
    <a:masterClrMapping/>
  </p:clrMapOvr>
</p:sldLayout>
</file>

<file path=ppt/slideLayouts/slideLayout1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326" name="Shape 2326"/>
        <p:cNvGrpSpPr/>
        <p:nvPr/>
      </p:nvGrpSpPr>
      <p:grpSpPr>
        <a:xfrm>
          <a:off x="0" y="0"/>
          <a:ext cx="0" cy="0"/>
          <a:chOff x="0" y="0"/>
          <a:chExt cx="0" cy="0"/>
        </a:xfrm>
      </p:grpSpPr>
      <p:sp>
        <p:nvSpPr>
          <p:cNvPr id="2327" name="Google Shape;2327;g3ed01901b3b_0_1230"/>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28" name="Google Shape;2328;g3ed01901b3b_0_1230"/>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329" name="Google Shape;2329;g3ed01901b3b_0_123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0" name="Google Shape;2330;g3ed01901b3b_0_1230"/>
          <p:cNvSpPr txBox="1"/>
          <p:nvPr>
            <p:ph idx="1" type="subTitle"/>
          </p:nvPr>
        </p:nvSpPr>
        <p:spPr>
          <a:xfrm>
            <a:off x="337825"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331" name="Google Shape;2331;g3ed01901b3b_0_1230"/>
          <p:cNvSpPr txBox="1"/>
          <p:nvPr>
            <p:ph idx="2" type="subTitle"/>
          </p:nvPr>
        </p:nvSpPr>
        <p:spPr>
          <a:xfrm>
            <a:off x="4824000"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332" name="Google Shape;2332;g3ed01901b3b_0_1230"/>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2333" name="Google Shape;2333;g3ed01901b3b_0_1230"/>
          <p:cNvGrpSpPr/>
          <p:nvPr/>
        </p:nvGrpSpPr>
        <p:grpSpPr>
          <a:xfrm>
            <a:off x="7834231" y="1285"/>
            <a:ext cx="828900" cy="576065"/>
            <a:chOff x="7801496" y="1285"/>
            <a:chExt cx="828900" cy="576065"/>
          </a:xfrm>
        </p:grpSpPr>
        <p:pic>
          <p:nvPicPr>
            <p:cNvPr id="2334" name="Google Shape;2334;g3ed01901b3b_0_1230"/>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335" name="Google Shape;2335;g3ed01901b3b_0_1230"/>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Explanation</a:t>
              </a:r>
              <a:endParaRPr b="1" i="0" sz="900" u="none" cap="none" strike="noStrike">
                <a:solidFill>
                  <a:srgbClr val="E6F2F2"/>
                </a:solidFill>
                <a:latin typeface="Lexend"/>
                <a:ea typeface="Lexend"/>
                <a:cs typeface="Lexend"/>
                <a:sym typeface="Lexend"/>
              </a:endParaRPr>
            </a:p>
          </p:txBody>
        </p:sp>
      </p:grpSp>
      <p:grpSp>
        <p:nvGrpSpPr>
          <p:cNvPr id="2336" name="Google Shape;2336;g3ed01901b3b_0_1230"/>
          <p:cNvGrpSpPr/>
          <p:nvPr/>
        </p:nvGrpSpPr>
        <p:grpSpPr>
          <a:xfrm>
            <a:off x="8635663" y="1285"/>
            <a:ext cx="499700" cy="576065"/>
            <a:chOff x="8635663" y="1285"/>
            <a:chExt cx="499700" cy="576065"/>
          </a:xfrm>
        </p:grpSpPr>
        <p:pic>
          <p:nvPicPr>
            <p:cNvPr id="2337" name="Google Shape;2337;g3ed01901b3b_0_1230"/>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338" name="Google Shape;2338;g3ed01901b3b_0_1230"/>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grpSp>
    </p:spTree>
  </p:cSld>
  <p:clrMapOvr>
    <a:masterClrMapping/>
  </p:clrMapOvr>
</p:sldLayout>
</file>

<file path=ppt/slideLayouts/slideLayout1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339" name="Shape 2339"/>
        <p:cNvGrpSpPr/>
        <p:nvPr/>
      </p:nvGrpSpPr>
      <p:grpSpPr>
        <a:xfrm>
          <a:off x="0" y="0"/>
          <a:ext cx="0" cy="0"/>
          <a:chOff x="0" y="0"/>
          <a:chExt cx="0" cy="0"/>
        </a:xfrm>
      </p:grpSpPr>
      <p:sp>
        <p:nvSpPr>
          <p:cNvPr id="2340" name="Google Shape;2340;g3ed01901b3b_0_1243"/>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41" name="Google Shape;2341;g3ed01901b3b_0_1243"/>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342" name="Google Shape;2342;g3ed01901b3b_0_124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3" name="Google Shape;2343;g3ed01901b3b_0_1243"/>
          <p:cNvSpPr txBox="1"/>
          <p:nvPr>
            <p:ph idx="1" type="subTitle"/>
          </p:nvPr>
        </p:nvSpPr>
        <p:spPr>
          <a:xfrm>
            <a:off x="337825"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344" name="Google Shape;2344;g3ed01901b3b_0_1243"/>
          <p:cNvSpPr txBox="1"/>
          <p:nvPr>
            <p:ph idx="2" type="subTitle"/>
          </p:nvPr>
        </p:nvSpPr>
        <p:spPr>
          <a:xfrm>
            <a:off x="4824000"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345" name="Google Shape;2345;g3ed01901b3b_0_1243"/>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2346" name="Google Shape;2346;g3ed01901b3b_0_1243"/>
          <p:cNvGrpSpPr/>
          <p:nvPr/>
        </p:nvGrpSpPr>
        <p:grpSpPr>
          <a:xfrm>
            <a:off x="7834231" y="1285"/>
            <a:ext cx="828900" cy="576065"/>
            <a:chOff x="7801496" y="1285"/>
            <a:chExt cx="828900" cy="576065"/>
          </a:xfrm>
        </p:grpSpPr>
        <p:pic>
          <p:nvPicPr>
            <p:cNvPr id="2347" name="Google Shape;2347;g3ed01901b3b_0_1243"/>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348" name="Google Shape;2348;g3ed01901b3b_0_1243"/>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Explanation</a:t>
              </a:r>
              <a:endParaRPr b="1" i="0" sz="900" u="none" cap="none" strike="noStrike">
                <a:solidFill>
                  <a:srgbClr val="E6F2F2"/>
                </a:solidFill>
                <a:latin typeface="Lexend"/>
                <a:ea typeface="Lexend"/>
                <a:cs typeface="Lexend"/>
                <a:sym typeface="Lexend"/>
              </a:endParaRPr>
            </a:p>
          </p:txBody>
        </p:sp>
      </p:grpSp>
      <p:grpSp>
        <p:nvGrpSpPr>
          <p:cNvPr id="2349" name="Google Shape;2349;g3ed01901b3b_0_1243"/>
          <p:cNvGrpSpPr/>
          <p:nvPr/>
        </p:nvGrpSpPr>
        <p:grpSpPr>
          <a:xfrm>
            <a:off x="8635663" y="1285"/>
            <a:ext cx="499700" cy="576065"/>
            <a:chOff x="8635663" y="1285"/>
            <a:chExt cx="499700" cy="576065"/>
          </a:xfrm>
        </p:grpSpPr>
        <p:pic>
          <p:nvPicPr>
            <p:cNvPr id="2350" name="Google Shape;2350;g3ed01901b3b_0_1243"/>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351" name="Google Shape;2351;g3ed01901b3b_0_1243"/>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grpSp>
    </p:spTree>
  </p:cSld>
  <p:clrMapOvr>
    <a:masterClrMapping/>
  </p:clrMapOvr>
</p:sldLayout>
</file>

<file path=ppt/slideLayouts/slideLayout1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352" name="Shape 2352"/>
        <p:cNvGrpSpPr/>
        <p:nvPr/>
      </p:nvGrpSpPr>
      <p:grpSpPr>
        <a:xfrm>
          <a:off x="0" y="0"/>
          <a:ext cx="0" cy="0"/>
          <a:chOff x="0" y="0"/>
          <a:chExt cx="0" cy="0"/>
        </a:xfrm>
      </p:grpSpPr>
      <p:sp>
        <p:nvSpPr>
          <p:cNvPr id="2353" name="Google Shape;2353;g3ed01901b3b_0_125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54" name="Google Shape;2354;g3ed01901b3b_0_1256"/>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355" name="Google Shape;2355;g3ed01901b3b_0_125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6" name="Google Shape;2356;g3ed01901b3b_0_1256"/>
          <p:cNvSpPr txBox="1"/>
          <p:nvPr>
            <p:ph idx="1" type="subTitle"/>
          </p:nvPr>
        </p:nvSpPr>
        <p:spPr>
          <a:xfrm>
            <a:off x="337825"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357" name="Google Shape;2357;g3ed01901b3b_0_1256"/>
          <p:cNvSpPr txBox="1"/>
          <p:nvPr>
            <p:ph idx="2" type="subTitle"/>
          </p:nvPr>
        </p:nvSpPr>
        <p:spPr>
          <a:xfrm>
            <a:off x="4824000"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358" name="Google Shape;2358;g3ed01901b3b_0_1256"/>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2359" name="Google Shape;2359;g3ed01901b3b_0_1256"/>
          <p:cNvGrpSpPr/>
          <p:nvPr/>
        </p:nvGrpSpPr>
        <p:grpSpPr>
          <a:xfrm>
            <a:off x="7834231" y="1285"/>
            <a:ext cx="828900" cy="576065"/>
            <a:chOff x="7801496" y="1285"/>
            <a:chExt cx="828900" cy="576065"/>
          </a:xfrm>
        </p:grpSpPr>
        <p:pic>
          <p:nvPicPr>
            <p:cNvPr id="2360" name="Google Shape;2360;g3ed01901b3b_0_125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361" name="Google Shape;2361;g3ed01901b3b_0_125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Explanation</a:t>
              </a:r>
              <a:endParaRPr b="1" i="0" sz="900" u="none" cap="none" strike="noStrike">
                <a:solidFill>
                  <a:srgbClr val="FAEAF6"/>
                </a:solidFill>
                <a:latin typeface="Lexend"/>
                <a:ea typeface="Lexend"/>
                <a:cs typeface="Lexend"/>
                <a:sym typeface="Lexend"/>
              </a:endParaRPr>
            </a:p>
          </p:txBody>
        </p:sp>
      </p:grpSp>
      <p:grpSp>
        <p:nvGrpSpPr>
          <p:cNvPr id="2362" name="Google Shape;2362;g3ed01901b3b_0_1256"/>
          <p:cNvGrpSpPr/>
          <p:nvPr/>
        </p:nvGrpSpPr>
        <p:grpSpPr>
          <a:xfrm>
            <a:off x="8635663" y="1285"/>
            <a:ext cx="499700" cy="576065"/>
            <a:chOff x="8635663" y="1285"/>
            <a:chExt cx="499700" cy="576065"/>
          </a:xfrm>
        </p:grpSpPr>
        <p:pic>
          <p:nvPicPr>
            <p:cNvPr id="2363" name="Google Shape;2363;g3ed01901b3b_0_125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364" name="Google Shape;2364;g3ed01901b3b_0_125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Check</a:t>
              </a:r>
              <a:endParaRPr b="1" i="0" sz="900" u="none" cap="none" strike="noStrike">
                <a:solidFill>
                  <a:srgbClr val="FAEAF6"/>
                </a:solidFill>
                <a:latin typeface="Lexend"/>
                <a:ea typeface="Lexend"/>
                <a:cs typeface="Lexend"/>
                <a:sym typeface="Lexend"/>
              </a:endParaRPr>
            </a:p>
          </p:txBody>
        </p:sp>
      </p:grpSp>
    </p:spTree>
  </p:cSld>
  <p:clrMapOvr>
    <a:masterClrMapping/>
  </p:clrMapOvr>
</p:sldLayout>
</file>

<file path=ppt/slideLayouts/slideLayout1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2365" name="Shape 2365"/>
        <p:cNvGrpSpPr/>
        <p:nvPr/>
      </p:nvGrpSpPr>
      <p:grpSpPr>
        <a:xfrm>
          <a:off x="0" y="0"/>
          <a:ext cx="0" cy="0"/>
          <a:chOff x="0" y="0"/>
          <a:chExt cx="0" cy="0"/>
        </a:xfrm>
      </p:grpSpPr>
      <p:pic>
        <p:nvPicPr>
          <p:cNvPr id="2366" name="Google Shape;2366;g3ed01901b3b_0_1269"/>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367" name="Google Shape;2367;g3ed01901b3b_0_126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8" name="Google Shape;2368;g3ed01901b3b_0_126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a:t>
            </a:r>
            <a:endParaRPr b="1" i="0" sz="2200" u="none" cap="none" strike="noStrike">
              <a:solidFill>
                <a:schemeClr val="dk1"/>
              </a:solidFill>
              <a:latin typeface="Lexend"/>
              <a:ea typeface="Lexend"/>
              <a:cs typeface="Lexend"/>
              <a:sym typeface="Lexend"/>
            </a:endParaRPr>
          </a:p>
        </p:txBody>
      </p:sp>
      <p:sp>
        <p:nvSpPr>
          <p:cNvPr id="2369" name="Google Shape;2369;g3ed01901b3b_0_126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False</a:t>
            </a:r>
            <a:endParaRPr b="1" i="0" sz="2200" u="none" cap="none" strike="noStrike">
              <a:solidFill>
                <a:schemeClr val="dk1"/>
              </a:solidFill>
              <a:latin typeface="Lexend"/>
              <a:ea typeface="Lexend"/>
              <a:cs typeface="Lexend"/>
              <a:sym typeface="Lexend"/>
            </a:endParaRPr>
          </a:p>
        </p:txBody>
      </p:sp>
      <p:sp>
        <p:nvSpPr>
          <p:cNvPr id="2370" name="Google Shape;2370;g3ed01901b3b_0_126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Justify your answer</a:t>
            </a:r>
            <a:endParaRPr b="1" i="0" sz="2200" u="none" cap="none" strike="noStrike">
              <a:solidFill>
                <a:schemeClr val="dk1"/>
              </a:solidFill>
              <a:latin typeface="Lexend"/>
              <a:ea typeface="Lexend"/>
              <a:cs typeface="Lexend"/>
              <a:sym typeface="Lexend"/>
            </a:endParaRPr>
          </a:p>
        </p:txBody>
      </p:sp>
      <p:sp>
        <p:nvSpPr>
          <p:cNvPr id="2371" name="Google Shape;2371;g3ed01901b3b_0_1269"/>
          <p:cNvSpPr txBox="1"/>
          <p:nvPr>
            <p:ph idx="1" type="subTitle"/>
          </p:nvPr>
        </p:nvSpPr>
        <p:spPr>
          <a:xfrm>
            <a:off x="324000" y="1080000"/>
            <a:ext cx="6722400" cy="2505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372" name="Google Shape;2372;g3ed01901b3b_0_126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 or false?</a:t>
            </a:r>
            <a:r>
              <a:rPr b="0" i="0" lang="en" sz="2400" u="none" cap="none" strike="noStrike">
                <a:solidFill>
                  <a:schemeClr val="dk1"/>
                </a:solidFill>
                <a:latin typeface="ABeeZee"/>
                <a:ea typeface="ABeeZee"/>
                <a:cs typeface="ABeeZee"/>
                <a:sym typeface="ABeeZee"/>
              </a:rPr>
              <a:t> </a:t>
            </a:r>
            <a:endParaRPr b="0" i="0" sz="2400" u="none" cap="none" strike="noStrike">
              <a:solidFill>
                <a:schemeClr val="dk1"/>
              </a:solidFill>
              <a:latin typeface="ABeeZee"/>
              <a:ea typeface="ABeeZee"/>
              <a:cs typeface="ABeeZee"/>
              <a:sym typeface="ABeeZee"/>
            </a:endParaRPr>
          </a:p>
        </p:txBody>
      </p:sp>
      <p:pic>
        <p:nvPicPr>
          <p:cNvPr id="2373" name="Google Shape;2373;g3ed01901b3b_0_126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374" name="Google Shape;2374;g3ed01901b3b_0_126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2375" name="Google Shape;2375;g3ed01901b3b_0_1269"/>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76" name="Google Shape;2376;g3ed01901b3b_0_1269"/>
          <p:cNvSpPr txBox="1"/>
          <p:nvPr>
            <p:ph idx="2" type="subTitle"/>
          </p:nvPr>
        </p:nvSpPr>
        <p:spPr>
          <a:xfrm>
            <a:off x="980575" y="3196113"/>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377" name="Google Shape;2377;g3ed01901b3b_0_1269"/>
          <p:cNvSpPr txBox="1"/>
          <p:nvPr>
            <p:ph idx="3" type="subTitle"/>
          </p:nvPr>
        </p:nvSpPr>
        <p:spPr>
          <a:xfrm>
            <a:off x="980575" y="4040345"/>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2378" name="Google Shape;2378;g3ed01901b3b_0_1269"/>
          <p:cNvGrpSpPr/>
          <p:nvPr/>
        </p:nvGrpSpPr>
        <p:grpSpPr>
          <a:xfrm>
            <a:off x="324128" y="3139463"/>
            <a:ext cx="457200" cy="457200"/>
            <a:chOff x="1020916" y="1442088"/>
            <a:chExt cx="457200" cy="457200"/>
          </a:xfrm>
        </p:grpSpPr>
        <p:pic>
          <p:nvPicPr>
            <p:cNvPr id="2379" name="Google Shape;2379;g3ed01901b3b_0_1269"/>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380" name="Google Shape;2380;g3ed01901b3b_0_126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2381" name="Google Shape;2381;g3ed01901b3b_0_1269"/>
          <p:cNvGrpSpPr/>
          <p:nvPr/>
        </p:nvGrpSpPr>
        <p:grpSpPr>
          <a:xfrm>
            <a:off x="324128" y="3987825"/>
            <a:ext cx="457200" cy="457200"/>
            <a:chOff x="1020916" y="1442088"/>
            <a:chExt cx="457200" cy="457200"/>
          </a:xfrm>
        </p:grpSpPr>
        <p:pic>
          <p:nvPicPr>
            <p:cNvPr id="2382" name="Google Shape;2382;g3ed01901b3b_0_1269"/>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383" name="Google Shape;2383;g3ed01901b3b_0_126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pic>
        <p:nvPicPr>
          <p:cNvPr id="2384" name="Google Shape;2384;g3ed01901b3b_0_1269"/>
          <p:cNvPicPr preferRelativeResize="0"/>
          <p:nvPr/>
        </p:nvPicPr>
        <p:blipFill rotWithShape="1">
          <a:blip r:embed="rId5">
            <a:alphaModFix/>
          </a:blip>
          <a:srcRect b="0" l="0" r="0" t="0"/>
          <a:stretch/>
        </p:blipFill>
        <p:spPr>
          <a:xfrm>
            <a:off x="2429763" y="1780516"/>
            <a:ext cx="457425" cy="457425"/>
          </a:xfrm>
          <a:prstGeom prst="rect">
            <a:avLst/>
          </a:prstGeom>
          <a:noFill/>
          <a:ln>
            <a:noFill/>
          </a:ln>
        </p:spPr>
      </p:pic>
      <p:pic>
        <p:nvPicPr>
          <p:cNvPr id="2385" name="Google Shape;2385;g3ed01901b3b_0_1269"/>
          <p:cNvPicPr preferRelativeResize="0"/>
          <p:nvPr/>
        </p:nvPicPr>
        <p:blipFill rotWithShape="1">
          <a:blip r:embed="rId5">
            <a:alphaModFix/>
          </a:blip>
          <a:srcRect b="0" l="0" r="0" t="0"/>
          <a:stretch/>
        </p:blipFill>
        <p:spPr>
          <a:xfrm>
            <a:off x="4823988" y="1780516"/>
            <a:ext cx="457425" cy="457425"/>
          </a:xfrm>
          <a:prstGeom prst="rect">
            <a:avLst/>
          </a:prstGeom>
          <a:noFill/>
          <a:ln>
            <a:noFill/>
          </a:ln>
        </p:spPr>
      </p:pic>
      <p:sp>
        <p:nvSpPr>
          <p:cNvPr id="2386" name="Google Shape;2386;g3ed01901b3b_0_126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T</a:t>
            </a:r>
            <a:endParaRPr b="1" i="0" sz="1800" u="none" cap="none" strike="noStrike">
              <a:solidFill>
                <a:schemeClr val="lt1"/>
              </a:solidFill>
              <a:latin typeface="Lexend"/>
              <a:ea typeface="Lexend"/>
              <a:cs typeface="Lexend"/>
              <a:sym typeface="Lexend"/>
            </a:endParaRPr>
          </a:p>
        </p:txBody>
      </p:sp>
      <p:sp>
        <p:nvSpPr>
          <p:cNvPr id="2387" name="Google Shape;2387;g3ed01901b3b_0_126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F</a:t>
            </a:r>
            <a:endParaRPr b="1" i="0" sz="1800" u="none" cap="none" strike="noStrike">
              <a:solidFill>
                <a:schemeClr val="lt1"/>
              </a:solidFill>
              <a:latin typeface="Lexend"/>
              <a:ea typeface="Lexend"/>
              <a:cs typeface="Lexend"/>
              <a:sym typeface="Lexend"/>
            </a:endParaRPr>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2388" name="Shape 2388"/>
        <p:cNvGrpSpPr/>
        <p:nvPr/>
      </p:nvGrpSpPr>
      <p:grpSpPr>
        <a:xfrm>
          <a:off x="0" y="0"/>
          <a:ext cx="0" cy="0"/>
          <a:chOff x="0" y="0"/>
          <a:chExt cx="0" cy="0"/>
        </a:xfrm>
      </p:grpSpPr>
      <p:pic>
        <p:nvPicPr>
          <p:cNvPr id="2389" name="Google Shape;2389;g3ed01901b3b_0_1292"/>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390" name="Google Shape;2390;g3ed01901b3b_0_129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1" name="Google Shape;2391;g3ed01901b3b_0_1292"/>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a:t>
            </a:r>
            <a:endParaRPr b="1" i="0" sz="2200" u="none" cap="none" strike="noStrike">
              <a:solidFill>
                <a:schemeClr val="dk1"/>
              </a:solidFill>
              <a:latin typeface="Lexend"/>
              <a:ea typeface="Lexend"/>
              <a:cs typeface="Lexend"/>
              <a:sym typeface="Lexend"/>
            </a:endParaRPr>
          </a:p>
        </p:txBody>
      </p:sp>
      <p:sp>
        <p:nvSpPr>
          <p:cNvPr id="2392" name="Google Shape;2392;g3ed01901b3b_0_1292"/>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False</a:t>
            </a:r>
            <a:endParaRPr b="1" i="0" sz="2200" u="none" cap="none" strike="noStrike">
              <a:solidFill>
                <a:schemeClr val="dk1"/>
              </a:solidFill>
              <a:latin typeface="Lexend"/>
              <a:ea typeface="Lexend"/>
              <a:cs typeface="Lexend"/>
              <a:sym typeface="Lexend"/>
            </a:endParaRPr>
          </a:p>
        </p:txBody>
      </p:sp>
      <p:sp>
        <p:nvSpPr>
          <p:cNvPr id="2393" name="Google Shape;2393;g3ed01901b3b_0_1292"/>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Justify your answer</a:t>
            </a:r>
            <a:endParaRPr b="1" i="0" sz="2200" u="none" cap="none" strike="noStrike">
              <a:solidFill>
                <a:schemeClr val="dk1"/>
              </a:solidFill>
              <a:latin typeface="Lexend"/>
              <a:ea typeface="Lexend"/>
              <a:cs typeface="Lexend"/>
              <a:sym typeface="Lexend"/>
            </a:endParaRPr>
          </a:p>
        </p:txBody>
      </p:sp>
      <p:sp>
        <p:nvSpPr>
          <p:cNvPr id="2394" name="Google Shape;2394;g3ed01901b3b_0_1292"/>
          <p:cNvSpPr txBox="1"/>
          <p:nvPr>
            <p:ph idx="1" type="subTitle"/>
          </p:nvPr>
        </p:nvSpPr>
        <p:spPr>
          <a:xfrm>
            <a:off x="324000" y="1080000"/>
            <a:ext cx="6722400" cy="2505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395" name="Google Shape;2395;g3ed01901b3b_0_129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 or false?</a:t>
            </a:r>
            <a:r>
              <a:rPr b="0" i="0" lang="en" sz="2400" u="none" cap="none" strike="noStrike">
                <a:solidFill>
                  <a:schemeClr val="dk1"/>
                </a:solidFill>
                <a:latin typeface="ABeeZee"/>
                <a:ea typeface="ABeeZee"/>
                <a:cs typeface="ABeeZee"/>
                <a:sym typeface="ABeeZee"/>
              </a:rPr>
              <a:t> </a:t>
            </a:r>
            <a:endParaRPr b="0" i="0" sz="2400" u="none" cap="none" strike="noStrike">
              <a:solidFill>
                <a:schemeClr val="dk1"/>
              </a:solidFill>
              <a:latin typeface="ABeeZee"/>
              <a:ea typeface="ABeeZee"/>
              <a:cs typeface="ABeeZee"/>
              <a:sym typeface="ABeeZee"/>
            </a:endParaRPr>
          </a:p>
        </p:txBody>
      </p:sp>
      <p:pic>
        <p:nvPicPr>
          <p:cNvPr id="2396" name="Google Shape;2396;g3ed01901b3b_0_129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397" name="Google Shape;2397;g3ed01901b3b_0_129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Check</a:t>
            </a:r>
            <a:endParaRPr b="1" i="0" sz="900" u="none" cap="none" strike="noStrike">
              <a:solidFill>
                <a:srgbClr val="FAEAF6"/>
              </a:solidFill>
              <a:latin typeface="Lexend"/>
              <a:ea typeface="Lexend"/>
              <a:cs typeface="Lexend"/>
              <a:sym typeface="Lexend"/>
            </a:endParaRPr>
          </a:p>
        </p:txBody>
      </p:sp>
      <p:sp>
        <p:nvSpPr>
          <p:cNvPr id="2398" name="Google Shape;2398;g3ed01901b3b_0_1292"/>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99" name="Google Shape;2399;g3ed01901b3b_0_1292"/>
          <p:cNvSpPr txBox="1"/>
          <p:nvPr>
            <p:ph idx="2" type="subTitle"/>
          </p:nvPr>
        </p:nvSpPr>
        <p:spPr>
          <a:xfrm>
            <a:off x="980575" y="3196113"/>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400" name="Google Shape;2400;g3ed01901b3b_0_1292"/>
          <p:cNvSpPr txBox="1"/>
          <p:nvPr>
            <p:ph idx="3" type="subTitle"/>
          </p:nvPr>
        </p:nvSpPr>
        <p:spPr>
          <a:xfrm>
            <a:off x="980575" y="4040345"/>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2401" name="Google Shape;2401;g3ed01901b3b_0_1292"/>
          <p:cNvGrpSpPr/>
          <p:nvPr/>
        </p:nvGrpSpPr>
        <p:grpSpPr>
          <a:xfrm>
            <a:off x="324128" y="3139463"/>
            <a:ext cx="457200" cy="457200"/>
            <a:chOff x="1020916" y="1442088"/>
            <a:chExt cx="457200" cy="457200"/>
          </a:xfrm>
        </p:grpSpPr>
        <p:pic>
          <p:nvPicPr>
            <p:cNvPr id="2402" name="Google Shape;2402;g3ed01901b3b_0_1292"/>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403" name="Google Shape;2403;g3ed01901b3b_0_129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2404" name="Google Shape;2404;g3ed01901b3b_0_1292"/>
          <p:cNvGrpSpPr/>
          <p:nvPr/>
        </p:nvGrpSpPr>
        <p:grpSpPr>
          <a:xfrm>
            <a:off x="324128" y="3987825"/>
            <a:ext cx="457200" cy="457200"/>
            <a:chOff x="1020916" y="1442088"/>
            <a:chExt cx="457200" cy="457200"/>
          </a:xfrm>
        </p:grpSpPr>
        <p:pic>
          <p:nvPicPr>
            <p:cNvPr id="2405" name="Google Shape;2405;g3ed01901b3b_0_1292"/>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406" name="Google Shape;2406;g3ed01901b3b_0_129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pic>
        <p:nvPicPr>
          <p:cNvPr id="2407" name="Google Shape;2407;g3ed01901b3b_0_1292"/>
          <p:cNvPicPr preferRelativeResize="0"/>
          <p:nvPr/>
        </p:nvPicPr>
        <p:blipFill rotWithShape="1">
          <a:blip r:embed="rId5">
            <a:alphaModFix/>
          </a:blip>
          <a:srcRect b="0" l="0" r="0" t="0"/>
          <a:stretch/>
        </p:blipFill>
        <p:spPr>
          <a:xfrm>
            <a:off x="2429763" y="1780516"/>
            <a:ext cx="457425" cy="457425"/>
          </a:xfrm>
          <a:prstGeom prst="rect">
            <a:avLst/>
          </a:prstGeom>
          <a:noFill/>
          <a:ln>
            <a:noFill/>
          </a:ln>
        </p:spPr>
      </p:pic>
      <p:pic>
        <p:nvPicPr>
          <p:cNvPr id="2408" name="Google Shape;2408;g3ed01901b3b_0_1292"/>
          <p:cNvPicPr preferRelativeResize="0"/>
          <p:nvPr/>
        </p:nvPicPr>
        <p:blipFill rotWithShape="1">
          <a:blip r:embed="rId5">
            <a:alphaModFix/>
          </a:blip>
          <a:srcRect b="0" l="0" r="0" t="0"/>
          <a:stretch/>
        </p:blipFill>
        <p:spPr>
          <a:xfrm>
            <a:off x="4823988" y="1780516"/>
            <a:ext cx="457425" cy="457425"/>
          </a:xfrm>
          <a:prstGeom prst="rect">
            <a:avLst/>
          </a:prstGeom>
          <a:noFill/>
          <a:ln>
            <a:noFill/>
          </a:ln>
        </p:spPr>
      </p:pic>
      <p:sp>
        <p:nvSpPr>
          <p:cNvPr id="2409" name="Google Shape;2409;g3ed01901b3b_0_1292"/>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T</a:t>
            </a:r>
            <a:endParaRPr b="1" i="0" sz="1800" u="none" cap="none" strike="noStrike">
              <a:solidFill>
                <a:schemeClr val="lt1"/>
              </a:solidFill>
              <a:latin typeface="Lexend"/>
              <a:ea typeface="Lexend"/>
              <a:cs typeface="Lexend"/>
              <a:sym typeface="Lexend"/>
            </a:endParaRPr>
          </a:p>
        </p:txBody>
      </p:sp>
      <p:sp>
        <p:nvSpPr>
          <p:cNvPr id="2410" name="Google Shape;2410;g3ed01901b3b_0_1292"/>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F</a:t>
            </a:r>
            <a:endParaRPr b="1" i="0" sz="1800" u="none" cap="none" strike="noStrike">
              <a:solidFill>
                <a:schemeClr val="lt1"/>
              </a:solidFill>
              <a:latin typeface="Lexend"/>
              <a:ea typeface="Lexend"/>
              <a:cs typeface="Lexend"/>
              <a:sym typeface="Lexend"/>
            </a:endParaRPr>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2411" name="Shape 2411"/>
        <p:cNvGrpSpPr/>
        <p:nvPr/>
      </p:nvGrpSpPr>
      <p:grpSpPr>
        <a:xfrm>
          <a:off x="0" y="0"/>
          <a:ext cx="0" cy="0"/>
          <a:chOff x="0" y="0"/>
          <a:chExt cx="0" cy="0"/>
        </a:xfrm>
      </p:grpSpPr>
      <p:pic>
        <p:nvPicPr>
          <p:cNvPr id="2412" name="Google Shape;2412;g3ed01901b3b_0_1315"/>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413" name="Google Shape;2413;g3ed01901b3b_0_131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4" name="Google Shape;2414;g3ed01901b3b_0_1315"/>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415" name="Google Shape;2415;g3ed01901b3b_0_131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416" name="Google Shape;2416;g3ed01901b3b_0_131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sp>
        <p:nvSpPr>
          <p:cNvPr id="2417" name="Google Shape;2417;g3ed01901b3b_0_1315"/>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18" name="Google Shape;2418;g3ed01901b3b_0_1315"/>
          <p:cNvSpPr txBox="1"/>
          <p:nvPr>
            <p:ph idx="1" type="subTitle"/>
          </p:nvPr>
        </p:nvSpPr>
        <p:spPr>
          <a:xfrm>
            <a:off x="1034425" y="18377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419" name="Google Shape;2419;g3ed01901b3b_0_1315"/>
          <p:cNvSpPr txBox="1"/>
          <p:nvPr>
            <p:ph idx="3" type="subTitle"/>
          </p:nvPr>
        </p:nvSpPr>
        <p:spPr>
          <a:xfrm>
            <a:off x="1034425" y="27942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420" name="Google Shape;2420;g3ed01901b3b_0_1315"/>
          <p:cNvSpPr txBox="1"/>
          <p:nvPr>
            <p:ph idx="4" type="subTitle"/>
          </p:nvPr>
        </p:nvSpPr>
        <p:spPr>
          <a:xfrm>
            <a:off x="1034425" y="37669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2421" name="Google Shape;2421;g3ed01901b3b_0_1315"/>
          <p:cNvGrpSpPr/>
          <p:nvPr/>
        </p:nvGrpSpPr>
        <p:grpSpPr>
          <a:xfrm>
            <a:off x="323653" y="1804438"/>
            <a:ext cx="457200" cy="457200"/>
            <a:chOff x="1020916" y="1442088"/>
            <a:chExt cx="457200" cy="457200"/>
          </a:xfrm>
        </p:grpSpPr>
        <p:pic>
          <p:nvPicPr>
            <p:cNvPr id="2422" name="Google Shape;2422;g3ed01901b3b_0_1315"/>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423" name="Google Shape;2423;g3ed01901b3b_0_131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2424" name="Google Shape;2424;g3ed01901b3b_0_1315"/>
          <p:cNvGrpSpPr/>
          <p:nvPr/>
        </p:nvGrpSpPr>
        <p:grpSpPr>
          <a:xfrm>
            <a:off x="323653" y="2766575"/>
            <a:ext cx="457200" cy="457200"/>
            <a:chOff x="1020916" y="1442088"/>
            <a:chExt cx="457200" cy="457200"/>
          </a:xfrm>
        </p:grpSpPr>
        <p:pic>
          <p:nvPicPr>
            <p:cNvPr id="2425" name="Google Shape;2425;g3ed01901b3b_0_1315"/>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426" name="Google Shape;2426;g3ed01901b3b_0_131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2427" name="Google Shape;2427;g3ed01901b3b_0_1315"/>
          <p:cNvGrpSpPr/>
          <p:nvPr/>
        </p:nvGrpSpPr>
        <p:grpSpPr>
          <a:xfrm>
            <a:off x="323641" y="3729038"/>
            <a:ext cx="457200" cy="457200"/>
            <a:chOff x="1020916" y="1442088"/>
            <a:chExt cx="457200" cy="457200"/>
          </a:xfrm>
        </p:grpSpPr>
        <p:pic>
          <p:nvPicPr>
            <p:cNvPr id="2428" name="Google Shape;2428;g3ed01901b3b_0_1315"/>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429" name="Google Shape;2429;g3ed01901b3b_0_131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1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2430" name="Shape 2430"/>
        <p:cNvGrpSpPr/>
        <p:nvPr/>
      </p:nvGrpSpPr>
      <p:grpSpPr>
        <a:xfrm>
          <a:off x="0" y="0"/>
          <a:ext cx="0" cy="0"/>
          <a:chOff x="0" y="0"/>
          <a:chExt cx="0" cy="0"/>
        </a:xfrm>
      </p:grpSpPr>
      <p:pic>
        <p:nvPicPr>
          <p:cNvPr id="2431" name="Google Shape;2431;g3ed01901b3b_0_1334"/>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432" name="Google Shape;2432;g3ed01901b3b_0_13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3" name="Google Shape;2433;g3ed01901b3b_0_1334"/>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434" name="Google Shape;2434;g3ed01901b3b_0_13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435" name="Google Shape;2435;g3ed01901b3b_0_13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2436" name="Google Shape;2436;g3ed01901b3b_0_1334"/>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37" name="Google Shape;2437;g3ed01901b3b_0_1334"/>
          <p:cNvSpPr txBox="1"/>
          <p:nvPr>
            <p:ph idx="1" type="subTitle"/>
          </p:nvPr>
        </p:nvSpPr>
        <p:spPr>
          <a:xfrm>
            <a:off x="1034425" y="18377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438" name="Google Shape;2438;g3ed01901b3b_0_1334"/>
          <p:cNvSpPr txBox="1"/>
          <p:nvPr>
            <p:ph idx="3" type="subTitle"/>
          </p:nvPr>
        </p:nvSpPr>
        <p:spPr>
          <a:xfrm>
            <a:off x="1034425" y="27942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439" name="Google Shape;2439;g3ed01901b3b_0_1334"/>
          <p:cNvSpPr txBox="1"/>
          <p:nvPr>
            <p:ph idx="4" type="subTitle"/>
          </p:nvPr>
        </p:nvSpPr>
        <p:spPr>
          <a:xfrm>
            <a:off x="1034425" y="37669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2440" name="Google Shape;2440;g3ed01901b3b_0_1334"/>
          <p:cNvGrpSpPr/>
          <p:nvPr/>
        </p:nvGrpSpPr>
        <p:grpSpPr>
          <a:xfrm>
            <a:off x="323653" y="1804438"/>
            <a:ext cx="457200" cy="457200"/>
            <a:chOff x="1020916" y="1442088"/>
            <a:chExt cx="457200" cy="457200"/>
          </a:xfrm>
        </p:grpSpPr>
        <p:pic>
          <p:nvPicPr>
            <p:cNvPr id="2441" name="Google Shape;2441;g3ed01901b3b_0_133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442" name="Google Shape;2442;g3ed01901b3b_0_13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2443" name="Google Shape;2443;g3ed01901b3b_0_1334"/>
          <p:cNvGrpSpPr/>
          <p:nvPr/>
        </p:nvGrpSpPr>
        <p:grpSpPr>
          <a:xfrm>
            <a:off x="323653" y="2766575"/>
            <a:ext cx="457200" cy="457200"/>
            <a:chOff x="1020916" y="1442088"/>
            <a:chExt cx="457200" cy="457200"/>
          </a:xfrm>
        </p:grpSpPr>
        <p:pic>
          <p:nvPicPr>
            <p:cNvPr id="2444" name="Google Shape;2444;g3ed01901b3b_0_133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445" name="Google Shape;2445;g3ed01901b3b_0_13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2446" name="Google Shape;2446;g3ed01901b3b_0_1334"/>
          <p:cNvGrpSpPr/>
          <p:nvPr/>
        </p:nvGrpSpPr>
        <p:grpSpPr>
          <a:xfrm>
            <a:off x="323641" y="3729038"/>
            <a:ext cx="457200" cy="457200"/>
            <a:chOff x="1020916" y="1442088"/>
            <a:chExt cx="457200" cy="457200"/>
          </a:xfrm>
        </p:grpSpPr>
        <p:pic>
          <p:nvPicPr>
            <p:cNvPr id="2447" name="Google Shape;2447;g3ed01901b3b_0_133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448" name="Google Shape;2448;g3ed01901b3b_0_13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2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2449" name="Shape 2449"/>
        <p:cNvGrpSpPr/>
        <p:nvPr/>
      </p:nvGrpSpPr>
      <p:grpSpPr>
        <a:xfrm>
          <a:off x="0" y="0"/>
          <a:ext cx="0" cy="0"/>
          <a:chOff x="0" y="0"/>
          <a:chExt cx="0" cy="0"/>
        </a:xfrm>
      </p:grpSpPr>
      <p:pic>
        <p:nvPicPr>
          <p:cNvPr id="2450" name="Google Shape;2450;g3ed01901b3b_0_1353"/>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451" name="Google Shape;2451;g3ed01901b3b_0_135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2" name="Google Shape;2452;g3ed01901b3b_0_1353"/>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453" name="Google Shape;2453;g3ed01901b3b_0_13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454" name="Google Shape;2454;g3ed01901b3b_0_13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Check</a:t>
            </a:r>
            <a:endParaRPr b="1" i="0" sz="900" u="none" cap="none" strike="noStrike">
              <a:solidFill>
                <a:srgbClr val="FAEAF6"/>
              </a:solidFill>
              <a:latin typeface="Lexend"/>
              <a:ea typeface="Lexend"/>
              <a:cs typeface="Lexend"/>
              <a:sym typeface="Lexend"/>
            </a:endParaRPr>
          </a:p>
        </p:txBody>
      </p:sp>
      <p:sp>
        <p:nvSpPr>
          <p:cNvPr id="2455" name="Google Shape;2455;g3ed01901b3b_0_1353"/>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56" name="Google Shape;2456;g3ed01901b3b_0_1353"/>
          <p:cNvSpPr txBox="1"/>
          <p:nvPr>
            <p:ph idx="1" type="subTitle"/>
          </p:nvPr>
        </p:nvSpPr>
        <p:spPr>
          <a:xfrm>
            <a:off x="1034425" y="18377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457" name="Google Shape;2457;g3ed01901b3b_0_1353"/>
          <p:cNvSpPr txBox="1"/>
          <p:nvPr>
            <p:ph idx="3" type="subTitle"/>
          </p:nvPr>
        </p:nvSpPr>
        <p:spPr>
          <a:xfrm>
            <a:off x="1034425" y="27942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458" name="Google Shape;2458;g3ed01901b3b_0_1353"/>
          <p:cNvSpPr txBox="1"/>
          <p:nvPr>
            <p:ph idx="4" type="subTitle"/>
          </p:nvPr>
        </p:nvSpPr>
        <p:spPr>
          <a:xfrm>
            <a:off x="1034425" y="37669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2459" name="Google Shape;2459;g3ed01901b3b_0_1353"/>
          <p:cNvGrpSpPr/>
          <p:nvPr/>
        </p:nvGrpSpPr>
        <p:grpSpPr>
          <a:xfrm>
            <a:off x="323653" y="1804438"/>
            <a:ext cx="457200" cy="457200"/>
            <a:chOff x="1020916" y="1442088"/>
            <a:chExt cx="457200" cy="457200"/>
          </a:xfrm>
        </p:grpSpPr>
        <p:pic>
          <p:nvPicPr>
            <p:cNvPr id="2460" name="Google Shape;2460;g3ed01901b3b_0_1353"/>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461" name="Google Shape;2461;g3ed01901b3b_0_13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2462" name="Google Shape;2462;g3ed01901b3b_0_1353"/>
          <p:cNvGrpSpPr/>
          <p:nvPr/>
        </p:nvGrpSpPr>
        <p:grpSpPr>
          <a:xfrm>
            <a:off x="323653" y="2766575"/>
            <a:ext cx="457200" cy="457200"/>
            <a:chOff x="1020916" y="1442088"/>
            <a:chExt cx="457200" cy="457200"/>
          </a:xfrm>
        </p:grpSpPr>
        <p:pic>
          <p:nvPicPr>
            <p:cNvPr id="2463" name="Google Shape;2463;g3ed01901b3b_0_1353"/>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464" name="Google Shape;2464;g3ed01901b3b_0_13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2465" name="Google Shape;2465;g3ed01901b3b_0_1353"/>
          <p:cNvGrpSpPr/>
          <p:nvPr/>
        </p:nvGrpSpPr>
        <p:grpSpPr>
          <a:xfrm>
            <a:off x="323641" y="3729038"/>
            <a:ext cx="457200" cy="457200"/>
            <a:chOff x="1020916" y="1442088"/>
            <a:chExt cx="457200" cy="457200"/>
          </a:xfrm>
        </p:grpSpPr>
        <p:pic>
          <p:nvPicPr>
            <p:cNvPr id="2466" name="Google Shape;2466;g3ed01901b3b_0_1353"/>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467" name="Google Shape;2467;g3ed01901b3b_0_13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2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2468" name="Shape 2468"/>
        <p:cNvGrpSpPr/>
        <p:nvPr/>
      </p:nvGrpSpPr>
      <p:grpSpPr>
        <a:xfrm>
          <a:off x="0" y="0"/>
          <a:ext cx="0" cy="0"/>
          <a:chOff x="0" y="0"/>
          <a:chExt cx="0" cy="0"/>
        </a:xfrm>
      </p:grpSpPr>
      <p:pic>
        <p:nvPicPr>
          <p:cNvPr id="2469" name="Google Shape;2469;g3ed01901b3b_0_1372"/>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470" name="Google Shape;2470;g3ed01901b3b_0_137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1" name="Google Shape;2471;g3ed01901b3b_0_1372"/>
          <p:cNvSpPr txBox="1"/>
          <p:nvPr>
            <p:ph type="title"/>
          </p:nvPr>
        </p:nvSpPr>
        <p:spPr>
          <a:xfrm>
            <a:off x="324000" y="809988"/>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472" name="Google Shape;2472;g3ed01901b3b_0_137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473" name="Google Shape;2473;g3ed01901b3b_0_137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sp>
        <p:nvSpPr>
          <p:cNvPr id="2474" name="Google Shape;2474;g3ed01901b3b_0_1372"/>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75" name="Google Shape;2475;g3ed01901b3b_0_1372"/>
          <p:cNvSpPr txBox="1"/>
          <p:nvPr>
            <p:ph idx="1" type="subTitle"/>
          </p:nvPr>
        </p:nvSpPr>
        <p:spPr>
          <a:xfrm>
            <a:off x="1034425" y="16853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476" name="Google Shape;2476;g3ed01901b3b_0_1372"/>
          <p:cNvSpPr txBox="1"/>
          <p:nvPr>
            <p:ph idx="3" type="subTitle"/>
          </p:nvPr>
        </p:nvSpPr>
        <p:spPr>
          <a:xfrm>
            <a:off x="1034425" y="24894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477" name="Google Shape;2477;g3ed01901b3b_0_1372"/>
          <p:cNvSpPr txBox="1"/>
          <p:nvPr>
            <p:ph idx="4" type="subTitle"/>
          </p:nvPr>
        </p:nvSpPr>
        <p:spPr>
          <a:xfrm>
            <a:off x="1034425" y="33097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478" name="Google Shape;2478;g3ed01901b3b_0_1372"/>
          <p:cNvSpPr txBox="1"/>
          <p:nvPr>
            <p:ph idx="5" type="subTitle"/>
          </p:nvPr>
        </p:nvSpPr>
        <p:spPr>
          <a:xfrm>
            <a:off x="1034425" y="4113837"/>
            <a:ext cx="7506600" cy="3603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2479" name="Google Shape;2479;g3ed01901b3b_0_1372"/>
          <p:cNvGrpSpPr/>
          <p:nvPr/>
        </p:nvGrpSpPr>
        <p:grpSpPr>
          <a:xfrm>
            <a:off x="323653" y="1652038"/>
            <a:ext cx="457200" cy="457200"/>
            <a:chOff x="1020916" y="1442088"/>
            <a:chExt cx="457200" cy="457200"/>
          </a:xfrm>
        </p:grpSpPr>
        <p:pic>
          <p:nvPicPr>
            <p:cNvPr id="2480" name="Google Shape;2480;g3ed01901b3b_0_1372"/>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481" name="Google Shape;2481;g3ed01901b3b_0_137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2482" name="Google Shape;2482;g3ed01901b3b_0_1372"/>
          <p:cNvGrpSpPr/>
          <p:nvPr/>
        </p:nvGrpSpPr>
        <p:grpSpPr>
          <a:xfrm>
            <a:off x="323653" y="2461775"/>
            <a:ext cx="457200" cy="457200"/>
            <a:chOff x="1020916" y="1442088"/>
            <a:chExt cx="457200" cy="457200"/>
          </a:xfrm>
        </p:grpSpPr>
        <p:pic>
          <p:nvPicPr>
            <p:cNvPr id="2483" name="Google Shape;2483;g3ed01901b3b_0_1372"/>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484" name="Google Shape;2484;g3ed01901b3b_0_137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2485" name="Google Shape;2485;g3ed01901b3b_0_1372"/>
          <p:cNvGrpSpPr/>
          <p:nvPr/>
        </p:nvGrpSpPr>
        <p:grpSpPr>
          <a:xfrm>
            <a:off x="323641" y="3271838"/>
            <a:ext cx="457200" cy="457200"/>
            <a:chOff x="1020916" y="1442088"/>
            <a:chExt cx="457200" cy="457200"/>
          </a:xfrm>
        </p:grpSpPr>
        <p:pic>
          <p:nvPicPr>
            <p:cNvPr id="2486" name="Google Shape;2486;g3ed01901b3b_0_1372"/>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487" name="Google Shape;2487;g3ed01901b3b_0_137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grpSp>
        <p:nvGrpSpPr>
          <p:cNvPr id="2488" name="Google Shape;2488;g3ed01901b3b_0_1372"/>
          <p:cNvGrpSpPr/>
          <p:nvPr/>
        </p:nvGrpSpPr>
        <p:grpSpPr>
          <a:xfrm>
            <a:off x="323641" y="4081763"/>
            <a:ext cx="457200" cy="457200"/>
            <a:chOff x="1020916" y="1442088"/>
            <a:chExt cx="457200" cy="457200"/>
          </a:xfrm>
        </p:grpSpPr>
        <p:pic>
          <p:nvPicPr>
            <p:cNvPr id="2489" name="Google Shape;2489;g3ed01901b3b_0_1372"/>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490" name="Google Shape;2490;g3ed01901b3b_0_137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d</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2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2491" name="Shape 2491"/>
        <p:cNvGrpSpPr/>
        <p:nvPr/>
      </p:nvGrpSpPr>
      <p:grpSpPr>
        <a:xfrm>
          <a:off x="0" y="0"/>
          <a:ext cx="0" cy="0"/>
          <a:chOff x="0" y="0"/>
          <a:chExt cx="0" cy="0"/>
        </a:xfrm>
      </p:grpSpPr>
      <p:pic>
        <p:nvPicPr>
          <p:cNvPr id="2492" name="Google Shape;2492;g3ed01901b3b_0_1395"/>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493" name="Google Shape;2493;g3ed01901b3b_0_139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4" name="Google Shape;2494;g3ed01901b3b_0_1395"/>
          <p:cNvSpPr txBox="1"/>
          <p:nvPr>
            <p:ph type="title"/>
          </p:nvPr>
        </p:nvSpPr>
        <p:spPr>
          <a:xfrm>
            <a:off x="324000" y="809988"/>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495" name="Google Shape;2495;g3ed01901b3b_0_139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496" name="Google Shape;2496;g3ed01901b3b_0_139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Check</a:t>
            </a:r>
            <a:endParaRPr b="1" i="0" sz="900" u="none" cap="none" strike="noStrike">
              <a:solidFill>
                <a:srgbClr val="FAEAF6"/>
              </a:solidFill>
              <a:latin typeface="Lexend"/>
              <a:ea typeface="Lexend"/>
              <a:cs typeface="Lexend"/>
              <a:sym typeface="Lexend"/>
            </a:endParaRPr>
          </a:p>
        </p:txBody>
      </p:sp>
      <p:sp>
        <p:nvSpPr>
          <p:cNvPr id="2497" name="Google Shape;2497;g3ed01901b3b_0_1395"/>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98" name="Google Shape;2498;g3ed01901b3b_0_1395"/>
          <p:cNvSpPr txBox="1"/>
          <p:nvPr>
            <p:ph idx="1" type="subTitle"/>
          </p:nvPr>
        </p:nvSpPr>
        <p:spPr>
          <a:xfrm>
            <a:off x="1034425" y="16853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499" name="Google Shape;2499;g3ed01901b3b_0_1395"/>
          <p:cNvSpPr txBox="1"/>
          <p:nvPr>
            <p:ph idx="3" type="subTitle"/>
          </p:nvPr>
        </p:nvSpPr>
        <p:spPr>
          <a:xfrm>
            <a:off x="1034425" y="24894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500" name="Google Shape;2500;g3ed01901b3b_0_1395"/>
          <p:cNvSpPr txBox="1"/>
          <p:nvPr>
            <p:ph idx="4" type="subTitle"/>
          </p:nvPr>
        </p:nvSpPr>
        <p:spPr>
          <a:xfrm>
            <a:off x="1034425" y="33097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501" name="Google Shape;2501;g3ed01901b3b_0_1395"/>
          <p:cNvSpPr txBox="1"/>
          <p:nvPr>
            <p:ph idx="5" type="subTitle"/>
          </p:nvPr>
        </p:nvSpPr>
        <p:spPr>
          <a:xfrm>
            <a:off x="1034425" y="4113837"/>
            <a:ext cx="7506600" cy="3603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2502" name="Google Shape;2502;g3ed01901b3b_0_1395"/>
          <p:cNvGrpSpPr/>
          <p:nvPr/>
        </p:nvGrpSpPr>
        <p:grpSpPr>
          <a:xfrm>
            <a:off x="323653" y="1652038"/>
            <a:ext cx="457200" cy="457200"/>
            <a:chOff x="1020916" y="1442088"/>
            <a:chExt cx="457200" cy="457200"/>
          </a:xfrm>
        </p:grpSpPr>
        <p:pic>
          <p:nvPicPr>
            <p:cNvPr id="2503" name="Google Shape;2503;g3ed01901b3b_0_1395"/>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504" name="Google Shape;2504;g3ed01901b3b_0_139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2505" name="Google Shape;2505;g3ed01901b3b_0_1395"/>
          <p:cNvGrpSpPr/>
          <p:nvPr/>
        </p:nvGrpSpPr>
        <p:grpSpPr>
          <a:xfrm>
            <a:off x="323653" y="2461775"/>
            <a:ext cx="457200" cy="457200"/>
            <a:chOff x="1020916" y="1442088"/>
            <a:chExt cx="457200" cy="457200"/>
          </a:xfrm>
        </p:grpSpPr>
        <p:pic>
          <p:nvPicPr>
            <p:cNvPr id="2506" name="Google Shape;2506;g3ed01901b3b_0_1395"/>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507" name="Google Shape;2507;g3ed01901b3b_0_139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2508" name="Google Shape;2508;g3ed01901b3b_0_1395"/>
          <p:cNvGrpSpPr/>
          <p:nvPr/>
        </p:nvGrpSpPr>
        <p:grpSpPr>
          <a:xfrm>
            <a:off x="323641" y="3271838"/>
            <a:ext cx="457200" cy="457200"/>
            <a:chOff x="1020916" y="1442088"/>
            <a:chExt cx="457200" cy="457200"/>
          </a:xfrm>
        </p:grpSpPr>
        <p:pic>
          <p:nvPicPr>
            <p:cNvPr id="2509" name="Google Shape;2509;g3ed01901b3b_0_1395"/>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510" name="Google Shape;2510;g3ed01901b3b_0_139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grpSp>
        <p:nvGrpSpPr>
          <p:cNvPr id="2511" name="Google Shape;2511;g3ed01901b3b_0_1395"/>
          <p:cNvGrpSpPr/>
          <p:nvPr/>
        </p:nvGrpSpPr>
        <p:grpSpPr>
          <a:xfrm>
            <a:off x="323641" y="4081763"/>
            <a:ext cx="457200" cy="457200"/>
            <a:chOff x="1020916" y="1442088"/>
            <a:chExt cx="457200" cy="457200"/>
          </a:xfrm>
        </p:grpSpPr>
        <p:pic>
          <p:nvPicPr>
            <p:cNvPr id="2512" name="Google Shape;2512;g3ed01901b3b_0_1395"/>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513" name="Google Shape;2513;g3ed01901b3b_0_139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d</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2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2514" name="Shape 2514"/>
        <p:cNvGrpSpPr/>
        <p:nvPr/>
      </p:nvGrpSpPr>
      <p:grpSpPr>
        <a:xfrm>
          <a:off x="0" y="0"/>
          <a:ext cx="0" cy="0"/>
          <a:chOff x="0" y="0"/>
          <a:chExt cx="0" cy="0"/>
        </a:xfrm>
      </p:grpSpPr>
      <p:pic>
        <p:nvPicPr>
          <p:cNvPr id="2515" name="Google Shape;2515;g3ed01901b3b_0_1418"/>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516" name="Google Shape;2516;g3ed01901b3b_0_141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7" name="Google Shape;2517;g3ed01901b3b_0_1418"/>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518" name="Google Shape;2518;g3ed01901b3b_0_141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519" name="Google Shape;2519;g3ed01901b3b_0_141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sp>
        <p:nvSpPr>
          <p:cNvPr id="2520" name="Google Shape;2520;g3ed01901b3b_0_1418"/>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21" name="Google Shape;2521;g3ed01901b3b_0_1418"/>
          <p:cNvSpPr/>
          <p:nvPr>
            <p:ph idx="3" type="pic"/>
          </p:nvPr>
        </p:nvSpPr>
        <p:spPr>
          <a:xfrm>
            <a:off x="324000" y="1893950"/>
            <a:ext cx="2555400" cy="1939500"/>
          </a:xfrm>
          <a:prstGeom prst="rect">
            <a:avLst/>
          </a:prstGeom>
          <a:noFill/>
          <a:ln>
            <a:noFill/>
          </a:ln>
        </p:spPr>
      </p:sp>
      <p:sp>
        <p:nvSpPr>
          <p:cNvPr id="2522" name="Google Shape;2522;g3ed01901b3b_0_1418"/>
          <p:cNvSpPr/>
          <p:nvPr>
            <p:ph idx="4" type="pic"/>
          </p:nvPr>
        </p:nvSpPr>
        <p:spPr>
          <a:xfrm>
            <a:off x="6256800" y="1893950"/>
            <a:ext cx="2555400" cy="1939500"/>
          </a:xfrm>
          <a:prstGeom prst="rect">
            <a:avLst/>
          </a:prstGeom>
          <a:noFill/>
          <a:ln>
            <a:noFill/>
          </a:ln>
        </p:spPr>
      </p:sp>
      <p:sp>
        <p:nvSpPr>
          <p:cNvPr id="2523" name="Google Shape;2523;g3ed01901b3b_0_1418"/>
          <p:cNvSpPr/>
          <p:nvPr>
            <p:ph idx="5" type="pic"/>
          </p:nvPr>
        </p:nvSpPr>
        <p:spPr>
          <a:xfrm>
            <a:off x="3294300" y="1893950"/>
            <a:ext cx="2555400" cy="1939500"/>
          </a:xfrm>
          <a:prstGeom prst="rect">
            <a:avLst/>
          </a:prstGeom>
          <a:noFill/>
          <a:ln>
            <a:noFill/>
          </a:ln>
        </p:spPr>
      </p:sp>
      <p:grpSp>
        <p:nvGrpSpPr>
          <p:cNvPr id="2524" name="Google Shape;2524;g3ed01901b3b_0_1418"/>
          <p:cNvGrpSpPr/>
          <p:nvPr/>
        </p:nvGrpSpPr>
        <p:grpSpPr>
          <a:xfrm>
            <a:off x="1381028" y="4148538"/>
            <a:ext cx="457200" cy="457200"/>
            <a:chOff x="1020916" y="1442088"/>
            <a:chExt cx="457200" cy="457200"/>
          </a:xfrm>
        </p:grpSpPr>
        <p:pic>
          <p:nvPicPr>
            <p:cNvPr id="2525" name="Google Shape;2525;g3ed01901b3b_0_1418"/>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526" name="Google Shape;2526;g3ed01901b3b_0_141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2527" name="Google Shape;2527;g3ed01901b3b_0_1418"/>
          <p:cNvGrpSpPr/>
          <p:nvPr/>
        </p:nvGrpSpPr>
        <p:grpSpPr>
          <a:xfrm>
            <a:off x="4331066" y="4148550"/>
            <a:ext cx="457200" cy="457200"/>
            <a:chOff x="1020916" y="1442088"/>
            <a:chExt cx="457200" cy="457200"/>
          </a:xfrm>
        </p:grpSpPr>
        <p:pic>
          <p:nvPicPr>
            <p:cNvPr id="2528" name="Google Shape;2528;g3ed01901b3b_0_1418"/>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529" name="Google Shape;2529;g3ed01901b3b_0_141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2530" name="Google Shape;2530;g3ed01901b3b_0_1418"/>
          <p:cNvGrpSpPr/>
          <p:nvPr/>
        </p:nvGrpSpPr>
        <p:grpSpPr>
          <a:xfrm>
            <a:off x="7305791" y="4148538"/>
            <a:ext cx="457200" cy="457200"/>
            <a:chOff x="1020916" y="1442088"/>
            <a:chExt cx="457200" cy="457200"/>
          </a:xfrm>
        </p:grpSpPr>
        <p:pic>
          <p:nvPicPr>
            <p:cNvPr id="2531" name="Google Shape;2531;g3ed01901b3b_0_1418"/>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532" name="Google Shape;2532;g3ed01901b3b_0_141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2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2533" name="Shape 2533"/>
        <p:cNvGrpSpPr/>
        <p:nvPr/>
      </p:nvGrpSpPr>
      <p:grpSpPr>
        <a:xfrm>
          <a:off x="0" y="0"/>
          <a:ext cx="0" cy="0"/>
          <a:chOff x="0" y="0"/>
          <a:chExt cx="0" cy="0"/>
        </a:xfrm>
      </p:grpSpPr>
      <p:pic>
        <p:nvPicPr>
          <p:cNvPr id="2534" name="Google Shape;2534;g3ed01901b3b_0_1437"/>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535" name="Google Shape;2535;g3ed01901b3b_0_143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6" name="Google Shape;2536;g3ed01901b3b_0_1437"/>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537" name="Google Shape;2537;g3ed01901b3b_0_14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538" name="Google Shape;2538;g3ed01901b3b_0_14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2539" name="Google Shape;2539;g3ed01901b3b_0_1437"/>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40" name="Google Shape;2540;g3ed01901b3b_0_1437"/>
          <p:cNvSpPr/>
          <p:nvPr>
            <p:ph idx="3" type="pic"/>
          </p:nvPr>
        </p:nvSpPr>
        <p:spPr>
          <a:xfrm>
            <a:off x="324000" y="1893950"/>
            <a:ext cx="2555400" cy="1939500"/>
          </a:xfrm>
          <a:prstGeom prst="rect">
            <a:avLst/>
          </a:prstGeom>
          <a:noFill/>
          <a:ln>
            <a:noFill/>
          </a:ln>
        </p:spPr>
      </p:sp>
      <p:sp>
        <p:nvSpPr>
          <p:cNvPr id="2541" name="Google Shape;2541;g3ed01901b3b_0_1437"/>
          <p:cNvSpPr/>
          <p:nvPr>
            <p:ph idx="4" type="pic"/>
          </p:nvPr>
        </p:nvSpPr>
        <p:spPr>
          <a:xfrm>
            <a:off x="6256800" y="1893950"/>
            <a:ext cx="2555400" cy="1939500"/>
          </a:xfrm>
          <a:prstGeom prst="rect">
            <a:avLst/>
          </a:prstGeom>
          <a:noFill/>
          <a:ln>
            <a:noFill/>
          </a:ln>
        </p:spPr>
      </p:sp>
      <p:sp>
        <p:nvSpPr>
          <p:cNvPr id="2542" name="Google Shape;2542;g3ed01901b3b_0_1437"/>
          <p:cNvSpPr/>
          <p:nvPr>
            <p:ph idx="5" type="pic"/>
          </p:nvPr>
        </p:nvSpPr>
        <p:spPr>
          <a:xfrm>
            <a:off x="3294300" y="1893950"/>
            <a:ext cx="2555400" cy="1939500"/>
          </a:xfrm>
          <a:prstGeom prst="rect">
            <a:avLst/>
          </a:prstGeom>
          <a:noFill/>
          <a:ln>
            <a:noFill/>
          </a:ln>
        </p:spPr>
      </p:sp>
      <p:grpSp>
        <p:nvGrpSpPr>
          <p:cNvPr id="2543" name="Google Shape;2543;g3ed01901b3b_0_1437"/>
          <p:cNvGrpSpPr/>
          <p:nvPr/>
        </p:nvGrpSpPr>
        <p:grpSpPr>
          <a:xfrm>
            <a:off x="1381028" y="4148538"/>
            <a:ext cx="457200" cy="457200"/>
            <a:chOff x="1020916" y="1442088"/>
            <a:chExt cx="457200" cy="457200"/>
          </a:xfrm>
        </p:grpSpPr>
        <p:pic>
          <p:nvPicPr>
            <p:cNvPr id="2544" name="Google Shape;2544;g3ed01901b3b_0_143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545" name="Google Shape;2545;g3ed01901b3b_0_14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2546" name="Google Shape;2546;g3ed01901b3b_0_1437"/>
          <p:cNvGrpSpPr/>
          <p:nvPr/>
        </p:nvGrpSpPr>
        <p:grpSpPr>
          <a:xfrm>
            <a:off x="4331066" y="4148550"/>
            <a:ext cx="457200" cy="457200"/>
            <a:chOff x="1020916" y="1442088"/>
            <a:chExt cx="457200" cy="457200"/>
          </a:xfrm>
        </p:grpSpPr>
        <p:pic>
          <p:nvPicPr>
            <p:cNvPr id="2547" name="Google Shape;2547;g3ed01901b3b_0_143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548" name="Google Shape;2548;g3ed01901b3b_0_14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2549" name="Google Shape;2549;g3ed01901b3b_0_1437"/>
          <p:cNvGrpSpPr/>
          <p:nvPr/>
        </p:nvGrpSpPr>
        <p:grpSpPr>
          <a:xfrm>
            <a:off x="7305791" y="4148538"/>
            <a:ext cx="457200" cy="457200"/>
            <a:chOff x="1020916" y="1442088"/>
            <a:chExt cx="457200" cy="457200"/>
          </a:xfrm>
        </p:grpSpPr>
        <p:pic>
          <p:nvPicPr>
            <p:cNvPr id="2550" name="Google Shape;2550;g3ed01901b3b_0_143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551" name="Google Shape;2551;g3ed01901b3b_0_14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2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2552" name="Shape 2552"/>
        <p:cNvGrpSpPr/>
        <p:nvPr/>
      </p:nvGrpSpPr>
      <p:grpSpPr>
        <a:xfrm>
          <a:off x="0" y="0"/>
          <a:ext cx="0" cy="0"/>
          <a:chOff x="0" y="0"/>
          <a:chExt cx="0" cy="0"/>
        </a:xfrm>
      </p:grpSpPr>
      <p:pic>
        <p:nvPicPr>
          <p:cNvPr id="2553" name="Google Shape;2553;g3ed01901b3b_0_1456"/>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554" name="Google Shape;2554;g3ed01901b3b_0_145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5" name="Google Shape;2555;g3ed01901b3b_0_1456"/>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556" name="Google Shape;2556;g3ed01901b3b_0_14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557" name="Google Shape;2557;g3ed01901b3b_0_14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Check</a:t>
            </a:r>
            <a:endParaRPr b="1" i="0" sz="900" u="none" cap="none" strike="noStrike">
              <a:solidFill>
                <a:srgbClr val="FAEAF6"/>
              </a:solidFill>
              <a:latin typeface="Lexend"/>
              <a:ea typeface="Lexend"/>
              <a:cs typeface="Lexend"/>
              <a:sym typeface="Lexend"/>
            </a:endParaRPr>
          </a:p>
        </p:txBody>
      </p:sp>
      <p:sp>
        <p:nvSpPr>
          <p:cNvPr id="2558" name="Google Shape;2558;g3ed01901b3b_0_1456"/>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59" name="Google Shape;2559;g3ed01901b3b_0_1456"/>
          <p:cNvSpPr/>
          <p:nvPr>
            <p:ph idx="3" type="pic"/>
          </p:nvPr>
        </p:nvSpPr>
        <p:spPr>
          <a:xfrm>
            <a:off x="324000" y="1893950"/>
            <a:ext cx="2555400" cy="1939500"/>
          </a:xfrm>
          <a:prstGeom prst="rect">
            <a:avLst/>
          </a:prstGeom>
          <a:noFill/>
          <a:ln>
            <a:noFill/>
          </a:ln>
        </p:spPr>
      </p:sp>
      <p:sp>
        <p:nvSpPr>
          <p:cNvPr id="2560" name="Google Shape;2560;g3ed01901b3b_0_1456"/>
          <p:cNvSpPr/>
          <p:nvPr>
            <p:ph idx="4" type="pic"/>
          </p:nvPr>
        </p:nvSpPr>
        <p:spPr>
          <a:xfrm>
            <a:off x="6256800" y="1893950"/>
            <a:ext cx="2555400" cy="1939500"/>
          </a:xfrm>
          <a:prstGeom prst="rect">
            <a:avLst/>
          </a:prstGeom>
          <a:noFill/>
          <a:ln>
            <a:noFill/>
          </a:ln>
        </p:spPr>
      </p:sp>
      <p:sp>
        <p:nvSpPr>
          <p:cNvPr id="2561" name="Google Shape;2561;g3ed01901b3b_0_1456"/>
          <p:cNvSpPr/>
          <p:nvPr>
            <p:ph idx="5" type="pic"/>
          </p:nvPr>
        </p:nvSpPr>
        <p:spPr>
          <a:xfrm>
            <a:off x="3294300" y="1893950"/>
            <a:ext cx="2555400" cy="1939500"/>
          </a:xfrm>
          <a:prstGeom prst="rect">
            <a:avLst/>
          </a:prstGeom>
          <a:noFill/>
          <a:ln>
            <a:noFill/>
          </a:ln>
        </p:spPr>
      </p:sp>
      <p:grpSp>
        <p:nvGrpSpPr>
          <p:cNvPr id="2562" name="Google Shape;2562;g3ed01901b3b_0_1456"/>
          <p:cNvGrpSpPr/>
          <p:nvPr/>
        </p:nvGrpSpPr>
        <p:grpSpPr>
          <a:xfrm>
            <a:off x="1381028" y="4148538"/>
            <a:ext cx="457200" cy="457200"/>
            <a:chOff x="1020916" y="1442088"/>
            <a:chExt cx="457200" cy="457200"/>
          </a:xfrm>
        </p:grpSpPr>
        <p:pic>
          <p:nvPicPr>
            <p:cNvPr id="2563" name="Google Shape;2563;g3ed01901b3b_0_1456"/>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564" name="Google Shape;2564;g3ed01901b3b_0_145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2565" name="Google Shape;2565;g3ed01901b3b_0_1456"/>
          <p:cNvGrpSpPr/>
          <p:nvPr/>
        </p:nvGrpSpPr>
        <p:grpSpPr>
          <a:xfrm>
            <a:off x="4331066" y="4148550"/>
            <a:ext cx="457200" cy="457200"/>
            <a:chOff x="1020916" y="1442088"/>
            <a:chExt cx="457200" cy="457200"/>
          </a:xfrm>
        </p:grpSpPr>
        <p:pic>
          <p:nvPicPr>
            <p:cNvPr id="2566" name="Google Shape;2566;g3ed01901b3b_0_1456"/>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567" name="Google Shape;2567;g3ed01901b3b_0_145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2568" name="Google Shape;2568;g3ed01901b3b_0_1456"/>
          <p:cNvGrpSpPr/>
          <p:nvPr/>
        </p:nvGrpSpPr>
        <p:grpSpPr>
          <a:xfrm>
            <a:off x="7305791" y="4148538"/>
            <a:ext cx="457200" cy="457200"/>
            <a:chOff x="1020916" y="1442088"/>
            <a:chExt cx="457200" cy="457200"/>
          </a:xfrm>
        </p:grpSpPr>
        <p:pic>
          <p:nvPicPr>
            <p:cNvPr id="2569" name="Google Shape;2569;g3ed01901b3b_0_1456"/>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570" name="Google Shape;2570;g3ed01901b3b_0_145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2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2571" name="Shape 2571"/>
        <p:cNvGrpSpPr/>
        <p:nvPr/>
      </p:nvGrpSpPr>
      <p:grpSpPr>
        <a:xfrm>
          <a:off x="0" y="0"/>
          <a:ext cx="0" cy="0"/>
          <a:chOff x="0" y="0"/>
          <a:chExt cx="0" cy="0"/>
        </a:xfrm>
      </p:grpSpPr>
      <p:pic>
        <p:nvPicPr>
          <p:cNvPr id="2572" name="Google Shape;2572;g3ed01901b3b_0_1475"/>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2573" name="Google Shape;2573;g3ed01901b3b_0_147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4" name="Google Shape;2574;g3ed01901b3b_0_1475"/>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pic>
        <p:nvPicPr>
          <p:cNvPr id="2575" name="Google Shape;2575;g3ed01901b3b_0_147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576" name="Google Shape;2576;g3ed01901b3b_0_147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2577" name="Google Shape;2577;g3ed01901b3b_0_1475"/>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2578" name="Shape 2578"/>
        <p:cNvGrpSpPr/>
        <p:nvPr/>
      </p:nvGrpSpPr>
      <p:grpSpPr>
        <a:xfrm>
          <a:off x="0" y="0"/>
          <a:ext cx="0" cy="0"/>
          <a:chOff x="0" y="0"/>
          <a:chExt cx="0" cy="0"/>
        </a:xfrm>
      </p:grpSpPr>
      <p:pic>
        <p:nvPicPr>
          <p:cNvPr id="2579" name="Google Shape;2579;g3ed01901b3b_0_1482"/>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580" name="Google Shape;2580;g3ed01901b3b_0_148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1" name="Google Shape;2581;g3ed01901b3b_0_1482"/>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pic>
        <p:nvPicPr>
          <p:cNvPr id="2582" name="Google Shape;2582;g3ed01901b3b_0_148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583" name="Google Shape;2583;g3ed01901b3b_0_148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sp>
        <p:nvSpPr>
          <p:cNvPr id="2584" name="Google Shape;2584;g3ed01901b3b_0_1482"/>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2585" name="Shape 2585"/>
        <p:cNvGrpSpPr/>
        <p:nvPr/>
      </p:nvGrpSpPr>
      <p:grpSpPr>
        <a:xfrm>
          <a:off x="0" y="0"/>
          <a:ext cx="0" cy="0"/>
          <a:chOff x="0" y="0"/>
          <a:chExt cx="0" cy="0"/>
        </a:xfrm>
      </p:grpSpPr>
      <p:pic>
        <p:nvPicPr>
          <p:cNvPr id="2586" name="Google Shape;2586;g3ed01901b3b_0_1489"/>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587" name="Google Shape;2587;g3ed01901b3b_0_148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8" name="Google Shape;2588;g3ed01901b3b_0_1489"/>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pic>
        <p:nvPicPr>
          <p:cNvPr id="2589" name="Google Shape;2589;g3ed01901b3b_0_148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590" name="Google Shape;2590;g3ed01901b3b_0_148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2591" name="Google Shape;2591;g3ed01901b3b_0_1489"/>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2592" name="Shape 2592"/>
        <p:cNvGrpSpPr/>
        <p:nvPr/>
      </p:nvGrpSpPr>
      <p:grpSpPr>
        <a:xfrm>
          <a:off x="0" y="0"/>
          <a:ext cx="0" cy="0"/>
          <a:chOff x="0" y="0"/>
          <a:chExt cx="0" cy="0"/>
        </a:xfrm>
      </p:grpSpPr>
      <p:pic>
        <p:nvPicPr>
          <p:cNvPr id="2593" name="Google Shape;2593;g3ed01901b3b_0_1496"/>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594" name="Google Shape;2594;g3ed01901b3b_0_149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5" name="Google Shape;2595;g3ed01901b3b_0_1496"/>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pic>
        <p:nvPicPr>
          <p:cNvPr id="2596" name="Google Shape;2596;g3ed01901b3b_0_149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597" name="Google Shape;2597;g3ed01901b3b_0_149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Check</a:t>
            </a:r>
            <a:endParaRPr b="1" i="0" sz="900" u="none" cap="none" strike="noStrike">
              <a:solidFill>
                <a:srgbClr val="FAEAF6"/>
              </a:solidFill>
              <a:latin typeface="Lexend"/>
              <a:ea typeface="Lexend"/>
              <a:cs typeface="Lexend"/>
              <a:sym typeface="Lexend"/>
            </a:endParaRPr>
          </a:p>
        </p:txBody>
      </p:sp>
      <p:sp>
        <p:nvSpPr>
          <p:cNvPr id="2598" name="Google Shape;2598;g3ed01901b3b_0_1496"/>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2599" name="Shape 2599"/>
        <p:cNvGrpSpPr/>
        <p:nvPr/>
      </p:nvGrpSpPr>
      <p:grpSpPr>
        <a:xfrm>
          <a:off x="0" y="0"/>
          <a:ext cx="0" cy="0"/>
          <a:chOff x="0" y="0"/>
          <a:chExt cx="0" cy="0"/>
        </a:xfrm>
      </p:grpSpPr>
      <p:pic>
        <p:nvPicPr>
          <p:cNvPr id="2600" name="Google Shape;2600;g3ed01901b3b_0_1503"/>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2601" name="Google Shape;2601;g3ed01901b3b_0_150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2" name="Google Shape;2602;g3ed01901b3b_0_1503"/>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pic>
        <p:nvPicPr>
          <p:cNvPr id="2603" name="Google Shape;2603;g3ed01901b3b_0_150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2604" name="Google Shape;2604;g3ed01901b3b_0_150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Practice</a:t>
            </a:r>
            <a:endParaRPr b="1" i="0" sz="900" u="none" cap="none" strike="noStrike">
              <a:solidFill>
                <a:srgbClr val="EBEDFE"/>
              </a:solidFill>
              <a:latin typeface="Lexend"/>
              <a:ea typeface="Lexend"/>
              <a:cs typeface="Lexend"/>
              <a:sym typeface="Lexend"/>
            </a:endParaRPr>
          </a:p>
        </p:txBody>
      </p:sp>
      <p:sp>
        <p:nvSpPr>
          <p:cNvPr id="2605" name="Google Shape;2605;g3ed01901b3b_0_1503"/>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2606" name="Google Shape;2606;g3ed01901b3b_0_150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Lexend"/>
                <a:ea typeface="Lexend"/>
                <a:cs typeface="Lexend"/>
                <a:sym typeface="Lexend"/>
              </a:rPr>
              <a:t>Task A</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2607" name="Shape 2607"/>
        <p:cNvGrpSpPr/>
        <p:nvPr/>
      </p:nvGrpSpPr>
      <p:grpSpPr>
        <a:xfrm>
          <a:off x="0" y="0"/>
          <a:ext cx="0" cy="0"/>
          <a:chOff x="0" y="0"/>
          <a:chExt cx="0" cy="0"/>
        </a:xfrm>
      </p:grpSpPr>
      <p:pic>
        <p:nvPicPr>
          <p:cNvPr id="2608" name="Google Shape;2608;g3ed01901b3b_0_1511"/>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609" name="Google Shape;2609;g3ed01901b3b_0_151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0" name="Google Shape;2610;g3ed01901b3b_0_1511"/>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2611" name="Google Shape;2611;g3ed01901b3b_0_151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Practice</a:t>
            </a:r>
            <a:endParaRPr b="1" i="0" sz="900" u="none" cap="none" strike="noStrike">
              <a:solidFill>
                <a:srgbClr val="E6F2F2"/>
              </a:solidFill>
              <a:latin typeface="Lexend"/>
              <a:ea typeface="Lexend"/>
              <a:cs typeface="Lexend"/>
              <a:sym typeface="Lexend"/>
            </a:endParaRPr>
          </a:p>
        </p:txBody>
      </p:sp>
      <p:pic>
        <p:nvPicPr>
          <p:cNvPr id="2612" name="Google Shape;2612;g3ed01901b3b_0_151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2613" name="Google Shape;2613;g3ed01901b3b_0_1511"/>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2614" name="Google Shape;2614;g3ed01901b3b_0_151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Lexend"/>
                <a:ea typeface="Lexend"/>
                <a:cs typeface="Lexend"/>
                <a:sym typeface="Lexend"/>
              </a:rPr>
              <a:t>Task B</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2615" name="Shape 2615"/>
        <p:cNvGrpSpPr/>
        <p:nvPr/>
      </p:nvGrpSpPr>
      <p:grpSpPr>
        <a:xfrm>
          <a:off x="0" y="0"/>
          <a:ext cx="0" cy="0"/>
          <a:chOff x="0" y="0"/>
          <a:chExt cx="0" cy="0"/>
        </a:xfrm>
      </p:grpSpPr>
      <p:pic>
        <p:nvPicPr>
          <p:cNvPr id="2616" name="Google Shape;2616;g3ed01901b3b_0_1519"/>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617" name="Google Shape;2617;g3ed01901b3b_0_151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8" name="Google Shape;2618;g3ed01901b3b_0_1519"/>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2619" name="Google Shape;2619;g3ed01901b3b_0_151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Practice</a:t>
            </a:r>
            <a:endParaRPr b="1" i="0" sz="900" u="none" cap="none" strike="noStrike">
              <a:solidFill>
                <a:srgbClr val="EBEDFE"/>
              </a:solidFill>
              <a:latin typeface="Lexend"/>
              <a:ea typeface="Lexend"/>
              <a:cs typeface="Lexend"/>
              <a:sym typeface="Lexend"/>
            </a:endParaRPr>
          </a:p>
        </p:txBody>
      </p:sp>
      <p:pic>
        <p:nvPicPr>
          <p:cNvPr id="2620" name="Google Shape;2620;g3ed01901b3b_0_151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2621" name="Google Shape;2621;g3ed01901b3b_0_1519"/>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2622" name="Google Shape;2622;g3ed01901b3b_0_151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Lexend"/>
                <a:ea typeface="Lexend"/>
                <a:cs typeface="Lexend"/>
                <a:sym typeface="Lexend"/>
              </a:rPr>
              <a:t>Task C</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2623" name="Shape 2623"/>
        <p:cNvGrpSpPr/>
        <p:nvPr/>
      </p:nvGrpSpPr>
      <p:grpSpPr>
        <a:xfrm>
          <a:off x="0" y="0"/>
          <a:ext cx="0" cy="0"/>
          <a:chOff x="0" y="0"/>
          <a:chExt cx="0" cy="0"/>
        </a:xfrm>
      </p:grpSpPr>
      <p:pic>
        <p:nvPicPr>
          <p:cNvPr id="2624" name="Google Shape;2624;g3ed01901b3b_0_1527"/>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625" name="Google Shape;2625;g3ed01901b3b_0_15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6" name="Google Shape;2626;g3ed01901b3b_0_1527"/>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2627" name="Google Shape;2627;g3ed01901b3b_0_152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Practice</a:t>
            </a:r>
            <a:endParaRPr b="1" i="0" sz="900" u="none" cap="none" strike="noStrike">
              <a:solidFill>
                <a:srgbClr val="FAEAF6"/>
              </a:solidFill>
              <a:latin typeface="Lexend"/>
              <a:ea typeface="Lexend"/>
              <a:cs typeface="Lexend"/>
              <a:sym typeface="Lexend"/>
            </a:endParaRPr>
          </a:p>
        </p:txBody>
      </p:sp>
      <p:pic>
        <p:nvPicPr>
          <p:cNvPr id="2628" name="Google Shape;2628;g3ed01901b3b_0_1527"/>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2629" name="Google Shape;2629;g3ed01901b3b_0_1527"/>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2630" name="Google Shape;2630;g3ed01901b3b_0_152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Lexend"/>
                <a:ea typeface="Lexend"/>
                <a:cs typeface="Lexend"/>
                <a:sym typeface="Lexend"/>
              </a:rPr>
              <a:t>Task D</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2631" name="Shape 2631"/>
        <p:cNvGrpSpPr/>
        <p:nvPr/>
      </p:nvGrpSpPr>
      <p:grpSpPr>
        <a:xfrm>
          <a:off x="0" y="0"/>
          <a:ext cx="0" cy="0"/>
          <a:chOff x="0" y="0"/>
          <a:chExt cx="0" cy="0"/>
        </a:xfrm>
      </p:grpSpPr>
      <p:pic>
        <p:nvPicPr>
          <p:cNvPr id="2632" name="Google Shape;2632;g3ed01901b3b_0_1535"/>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2633" name="Google Shape;2633;g3ed01901b3b_0_153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4" name="Google Shape;2634;g3ed01901b3b_0_1535"/>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pic>
        <p:nvPicPr>
          <p:cNvPr id="2635" name="Google Shape;2635;g3ed01901b3b_0_15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636" name="Google Shape;2636;g3ed01901b3b_0_15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3EEFB"/>
                </a:solidFill>
                <a:latin typeface="Lexend"/>
                <a:ea typeface="Lexend"/>
                <a:cs typeface="Lexend"/>
                <a:sym typeface="Lexend"/>
              </a:rPr>
              <a:t>Feedback</a:t>
            </a:r>
            <a:endParaRPr b="1" i="0" sz="900" u="none" cap="none" strike="noStrike">
              <a:solidFill>
                <a:srgbClr val="F3EEFB"/>
              </a:solidFill>
              <a:latin typeface="Lexend"/>
              <a:ea typeface="Lexend"/>
              <a:cs typeface="Lexend"/>
              <a:sym typeface="Lexend"/>
            </a:endParaRPr>
          </a:p>
        </p:txBody>
      </p:sp>
      <p:sp>
        <p:nvSpPr>
          <p:cNvPr id="2637" name="Google Shape;2637;g3ed01901b3b_0_1535"/>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2638" name="Google Shape;2638;g3ed01901b3b_0_153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Lexend"/>
                <a:ea typeface="Lexend"/>
                <a:cs typeface="Lexend"/>
                <a:sym typeface="Lexend"/>
              </a:rPr>
              <a:t>Task A</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2639" name="Shape 2639"/>
        <p:cNvGrpSpPr/>
        <p:nvPr/>
      </p:nvGrpSpPr>
      <p:grpSpPr>
        <a:xfrm>
          <a:off x="0" y="0"/>
          <a:ext cx="0" cy="0"/>
          <a:chOff x="0" y="0"/>
          <a:chExt cx="0" cy="0"/>
        </a:xfrm>
      </p:grpSpPr>
      <p:pic>
        <p:nvPicPr>
          <p:cNvPr id="2640" name="Google Shape;2640;g3ed01901b3b_0_1543"/>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641" name="Google Shape;2641;g3ed01901b3b_0_154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2" name="Google Shape;2642;g3ed01901b3b_0_1543"/>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2643" name="Google Shape;2643;g3ed01901b3b_0_15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Feedback</a:t>
            </a:r>
            <a:endParaRPr b="1" i="0" sz="900" u="none" cap="none" strike="noStrike">
              <a:solidFill>
                <a:srgbClr val="E6F2F2"/>
              </a:solidFill>
              <a:latin typeface="Lexend"/>
              <a:ea typeface="Lexend"/>
              <a:cs typeface="Lexend"/>
              <a:sym typeface="Lexend"/>
            </a:endParaRPr>
          </a:p>
        </p:txBody>
      </p:sp>
      <p:pic>
        <p:nvPicPr>
          <p:cNvPr id="2644" name="Google Shape;2644;g3ed01901b3b_0_15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645" name="Google Shape;2645;g3ed01901b3b_0_1543"/>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2646" name="Google Shape;2646;g3ed01901b3b_0_154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Lexend"/>
                <a:ea typeface="Lexend"/>
                <a:cs typeface="Lexend"/>
                <a:sym typeface="Lexend"/>
              </a:rPr>
              <a:t>Task B</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2647" name="Shape 2647"/>
        <p:cNvGrpSpPr/>
        <p:nvPr/>
      </p:nvGrpSpPr>
      <p:grpSpPr>
        <a:xfrm>
          <a:off x="0" y="0"/>
          <a:ext cx="0" cy="0"/>
          <a:chOff x="0" y="0"/>
          <a:chExt cx="0" cy="0"/>
        </a:xfrm>
      </p:grpSpPr>
      <p:pic>
        <p:nvPicPr>
          <p:cNvPr id="2648" name="Google Shape;2648;g3ed01901b3b_0_1551"/>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649" name="Google Shape;2649;g3ed01901b3b_0_155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0" name="Google Shape;2650;g3ed01901b3b_0_1551"/>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2651" name="Google Shape;2651;g3ed01901b3b_0_15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Feedback</a:t>
            </a:r>
            <a:endParaRPr b="1" i="0" sz="900" u="none" cap="none" strike="noStrike">
              <a:solidFill>
                <a:srgbClr val="E6F2F2"/>
              </a:solidFill>
              <a:latin typeface="Lexend"/>
              <a:ea typeface="Lexend"/>
              <a:cs typeface="Lexend"/>
              <a:sym typeface="Lexend"/>
            </a:endParaRPr>
          </a:p>
        </p:txBody>
      </p:sp>
      <p:pic>
        <p:nvPicPr>
          <p:cNvPr id="2652" name="Google Shape;2652;g3ed01901b3b_0_155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653" name="Google Shape;2653;g3ed01901b3b_0_1551"/>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2654" name="Google Shape;2654;g3ed01901b3b_0_155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Lexend"/>
                <a:ea typeface="Lexend"/>
                <a:cs typeface="Lexend"/>
                <a:sym typeface="Lexend"/>
              </a:rPr>
              <a:t>Task C</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2655" name="Shape 2655"/>
        <p:cNvGrpSpPr/>
        <p:nvPr/>
      </p:nvGrpSpPr>
      <p:grpSpPr>
        <a:xfrm>
          <a:off x="0" y="0"/>
          <a:ext cx="0" cy="0"/>
          <a:chOff x="0" y="0"/>
          <a:chExt cx="0" cy="0"/>
        </a:xfrm>
      </p:grpSpPr>
      <p:pic>
        <p:nvPicPr>
          <p:cNvPr id="2656" name="Google Shape;2656;g3ed01901b3b_0_1559"/>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2657" name="Google Shape;2657;g3ed01901b3b_0_155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8" name="Google Shape;2658;g3ed01901b3b_0_1559"/>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2659" name="Google Shape;2659;g3ed01901b3b_0_155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Feedback</a:t>
            </a:r>
            <a:endParaRPr b="1" i="0" sz="900" u="none" cap="none" strike="noStrike">
              <a:solidFill>
                <a:srgbClr val="FAEAF6"/>
              </a:solidFill>
              <a:latin typeface="Lexend"/>
              <a:ea typeface="Lexend"/>
              <a:cs typeface="Lexend"/>
              <a:sym typeface="Lexend"/>
            </a:endParaRPr>
          </a:p>
        </p:txBody>
      </p:sp>
      <p:pic>
        <p:nvPicPr>
          <p:cNvPr id="2660" name="Google Shape;2660;g3ed01901b3b_0_155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661" name="Google Shape;2661;g3ed01901b3b_0_155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lt1"/>
                </a:solidFill>
                <a:latin typeface="Lexend"/>
                <a:ea typeface="Lexend"/>
                <a:cs typeface="Lexend"/>
                <a:sym typeface="Lexend"/>
              </a:rPr>
              <a:t>Task D</a:t>
            </a:r>
            <a:endParaRPr b="1" i="0" sz="2000" u="none" cap="none" strike="noStrike">
              <a:solidFill>
                <a:schemeClr val="lt1"/>
              </a:solidFill>
              <a:latin typeface="Lexend"/>
              <a:ea typeface="Lexend"/>
              <a:cs typeface="Lexend"/>
              <a:sym typeface="Lexend"/>
            </a:endParaRPr>
          </a:p>
        </p:txBody>
      </p:sp>
      <p:sp>
        <p:nvSpPr>
          <p:cNvPr id="2662" name="Google Shape;2662;g3ed01901b3b_0_1559"/>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2663" name="Shape 2663"/>
        <p:cNvGrpSpPr/>
        <p:nvPr/>
      </p:nvGrpSpPr>
      <p:grpSpPr>
        <a:xfrm>
          <a:off x="0" y="0"/>
          <a:ext cx="0" cy="0"/>
          <a:chOff x="0" y="0"/>
          <a:chExt cx="0" cy="0"/>
        </a:xfrm>
      </p:grpSpPr>
      <p:sp>
        <p:nvSpPr>
          <p:cNvPr id="2664" name="Google Shape;2664;g3ed01901b3b_0_1567"/>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665" name="Google Shape;2665;g3ed01901b3b_0_1567"/>
          <p:cNvPicPr preferRelativeResize="0"/>
          <p:nvPr/>
        </p:nvPicPr>
        <p:blipFill rotWithShape="1">
          <a:blip r:embed="rId2">
            <a:alphaModFix/>
          </a:blip>
          <a:srcRect b="1710" l="0" r="0" t="1700"/>
          <a:stretch/>
        </p:blipFill>
        <p:spPr>
          <a:xfrm>
            <a:off x="0" y="535825"/>
            <a:ext cx="9151202" cy="116709"/>
          </a:xfrm>
          <a:prstGeom prst="rect">
            <a:avLst/>
          </a:prstGeom>
          <a:noFill/>
          <a:ln>
            <a:noFill/>
          </a:ln>
        </p:spPr>
      </p:pic>
      <p:sp>
        <p:nvSpPr>
          <p:cNvPr id="2666" name="Google Shape;2666;g3ed01901b3b_0_1567"/>
          <p:cNvSpPr txBox="1"/>
          <p:nvPr>
            <p:ph idx="1" type="body"/>
          </p:nvPr>
        </p:nvSpPr>
        <p:spPr>
          <a:xfrm>
            <a:off x="324000" y="1080000"/>
            <a:ext cx="8113800" cy="37404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2667" name="Google Shape;2667;g3ed01901b3b_0_156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Lexend"/>
                <a:ea typeface="Lexend"/>
                <a:cs typeface="Lexend"/>
                <a:sym typeface="Lexend"/>
              </a:rPr>
              <a:t>Summary</a:t>
            </a:r>
            <a:endParaRPr b="1" i="0" sz="2000" u="none" cap="none" strike="noStrike">
              <a:solidFill>
                <a:schemeClr val="dk1"/>
              </a:solidFill>
              <a:latin typeface="Lexend"/>
              <a:ea typeface="Lexend"/>
              <a:cs typeface="Lexend"/>
              <a:sym typeface="Lexend"/>
            </a:endParaRPr>
          </a:p>
        </p:txBody>
      </p:sp>
      <p:sp>
        <p:nvSpPr>
          <p:cNvPr id="2668" name="Google Shape;2668;g3ed01901b3b_0_1567"/>
          <p:cNvSpPr txBox="1"/>
          <p:nvPr>
            <p:ph type="title"/>
          </p:nvPr>
        </p:nvSpPr>
        <p:spPr>
          <a:xfrm>
            <a:off x="1684800" y="43825"/>
            <a:ext cx="57414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000"/>
              <a:buFont typeface="Lexend"/>
              <a:buNone/>
              <a:defRPr b="0" sz="2000">
                <a:latin typeface="Lexend"/>
                <a:ea typeface="Lexend"/>
                <a:cs typeface="Lexend"/>
                <a:sym typeface="Lexend"/>
              </a:defRPr>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2669" name="Shape 2669"/>
        <p:cNvGrpSpPr/>
        <p:nvPr/>
      </p:nvGrpSpPr>
      <p:grpSpPr>
        <a:xfrm>
          <a:off x="0" y="0"/>
          <a:ext cx="0" cy="0"/>
          <a:chOff x="0" y="0"/>
          <a:chExt cx="0" cy="0"/>
        </a:xfrm>
      </p:grpSpPr>
      <p:sp>
        <p:nvSpPr>
          <p:cNvPr id="2670" name="Google Shape;2670;g3ed01901b3b_0_1573"/>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671" name="Google Shape;2671;g3ed01901b3b_0_1573"/>
          <p:cNvPicPr preferRelativeResize="0"/>
          <p:nvPr/>
        </p:nvPicPr>
        <p:blipFill rotWithShape="1">
          <a:blip r:embed="rId2">
            <a:alphaModFix/>
          </a:blip>
          <a:srcRect b="1710" l="0" r="0" t="1700"/>
          <a:stretch/>
        </p:blipFill>
        <p:spPr>
          <a:xfrm>
            <a:off x="0" y="769550"/>
            <a:ext cx="9151202" cy="116709"/>
          </a:xfrm>
          <a:prstGeom prst="rect">
            <a:avLst/>
          </a:prstGeom>
          <a:noFill/>
          <a:ln>
            <a:noFill/>
          </a:ln>
        </p:spPr>
      </p:pic>
      <p:sp>
        <p:nvSpPr>
          <p:cNvPr id="2672" name="Google Shape;2672;g3ed01901b3b_0_1573"/>
          <p:cNvSpPr txBox="1"/>
          <p:nvPr>
            <p:ph idx="1" type="body"/>
          </p:nvPr>
        </p:nvSpPr>
        <p:spPr>
          <a:xfrm>
            <a:off x="324000" y="1080000"/>
            <a:ext cx="8113800" cy="37404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2673" name="Google Shape;2673;g3ed01901b3b_0_157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Lexend"/>
                <a:ea typeface="Lexend"/>
                <a:cs typeface="Lexend"/>
                <a:sym typeface="Lexend"/>
              </a:rPr>
              <a:t>Summary</a:t>
            </a:r>
            <a:endParaRPr b="1" i="0" sz="2000" u="none" cap="none" strike="noStrike">
              <a:solidFill>
                <a:schemeClr val="dk1"/>
              </a:solidFill>
              <a:latin typeface="Lexend"/>
              <a:ea typeface="Lexend"/>
              <a:cs typeface="Lexend"/>
              <a:sym typeface="Lexend"/>
            </a:endParaRPr>
          </a:p>
        </p:txBody>
      </p:sp>
      <p:sp>
        <p:nvSpPr>
          <p:cNvPr id="2674" name="Google Shape;2674;g3ed01901b3b_0_1573"/>
          <p:cNvSpPr txBox="1"/>
          <p:nvPr>
            <p:ph type="title"/>
          </p:nvPr>
        </p:nvSpPr>
        <p:spPr>
          <a:xfrm>
            <a:off x="1684800" y="43825"/>
            <a:ext cx="57414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000"/>
              <a:buFont typeface="Lexend"/>
              <a:buNone/>
              <a:defRPr b="0" sz="2000">
                <a:latin typeface="Lexend"/>
                <a:ea typeface="Lexend"/>
                <a:cs typeface="Lexend"/>
                <a:sym typeface="Lexend"/>
              </a:defRPr>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2675" name="Shape 2675"/>
        <p:cNvGrpSpPr/>
        <p:nvPr/>
      </p:nvGrpSpPr>
      <p:grpSpPr>
        <a:xfrm>
          <a:off x="0" y="0"/>
          <a:ext cx="0" cy="0"/>
          <a:chOff x="0" y="0"/>
          <a:chExt cx="0" cy="0"/>
        </a:xfrm>
      </p:grpSpPr>
      <p:pic>
        <p:nvPicPr>
          <p:cNvPr id="2676" name="Google Shape;2676;g3ed01901b3b_0_1579"/>
          <p:cNvPicPr preferRelativeResize="0"/>
          <p:nvPr/>
        </p:nvPicPr>
        <p:blipFill rotWithShape="1">
          <a:blip r:embed="rId2">
            <a:alphaModFix/>
          </a:blip>
          <a:srcRect b="0" l="0" r="0" t="0"/>
          <a:stretch/>
        </p:blipFill>
        <p:spPr>
          <a:xfrm>
            <a:off x="8524129" y="4430050"/>
            <a:ext cx="234000" cy="318241"/>
          </a:xfrm>
          <a:prstGeom prst="rect">
            <a:avLst/>
          </a:prstGeom>
          <a:noFill/>
          <a:ln>
            <a:noFill/>
          </a:ln>
        </p:spPr>
      </p:pic>
      <p:sp>
        <p:nvSpPr>
          <p:cNvPr id="2677" name="Google Shape;2677;g3ed01901b3b_0_1579"/>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Click to open the interactive quiz</a:t>
            </a:r>
            <a:endParaRPr b="0"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2678" name="Shape 2678"/>
        <p:cNvGrpSpPr/>
        <p:nvPr/>
      </p:nvGrpSpPr>
      <p:grpSpPr>
        <a:xfrm>
          <a:off x="0" y="0"/>
          <a:ext cx="0" cy="0"/>
          <a:chOff x="0" y="0"/>
          <a:chExt cx="0" cy="0"/>
        </a:xfrm>
      </p:grpSpPr>
      <p:sp>
        <p:nvSpPr>
          <p:cNvPr id="2679" name="Google Shape;2679;g3ed01901b3b_0_1582"/>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Tick</a:t>
            </a:r>
            <a:endParaRPr b="0" i="0" sz="1600" u="none" cap="none" strike="noStrike">
              <a:solidFill>
                <a:schemeClr val="dk1"/>
              </a:solidFill>
              <a:latin typeface="Lexend"/>
              <a:ea typeface="Lexend"/>
              <a:cs typeface="Lexend"/>
              <a:sym typeface="Lexend"/>
            </a:endParaRPr>
          </a:p>
        </p:txBody>
      </p:sp>
      <p:sp>
        <p:nvSpPr>
          <p:cNvPr id="2680" name="Google Shape;2680;g3ed01901b3b_0_1582"/>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2681" name="Google Shape;2681;g3ed01901b3b_0_1582"/>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Video frame</a:t>
            </a:r>
            <a:endParaRPr b="0" i="0" sz="1600" u="none" cap="none" strike="noStrike">
              <a:solidFill>
                <a:schemeClr val="dk1"/>
              </a:solidFill>
              <a:latin typeface="Lexend"/>
              <a:ea typeface="Lexend"/>
              <a:cs typeface="Lexend"/>
              <a:sym typeface="Lexend"/>
            </a:endParaRPr>
          </a:p>
        </p:txBody>
      </p:sp>
      <p:sp>
        <p:nvSpPr>
          <p:cNvPr id="2682" name="Google Shape;2682;g3ed01901b3b_0_1582"/>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Agenda dot</a:t>
            </a:r>
            <a:endParaRPr b="0" i="0" sz="1600" u="none" cap="none" strike="noStrike">
              <a:solidFill>
                <a:schemeClr val="dk1"/>
              </a:solidFill>
              <a:latin typeface="Lexend"/>
              <a:ea typeface="Lexend"/>
              <a:cs typeface="Lexend"/>
              <a:sym typeface="Lexend"/>
            </a:endParaRPr>
          </a:p>
        </p:txBody>
      </p:sp>
      <p:sp>
        <p:nvSpPr>
          <p:cNvPr id="2683" name="Google Shape;2683;g3ed01901b3b_0_1582"/>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CfU option letters</a:t>
            </a:r>
            <a:endParaRPr b="0" i="0" sz="1600" u="none" cap="none" strike="noStrike">
              <a:solidFill>
                <a:schemeClr val="dk1"/>
              </a:solidFill>
              <a:latin typeface="Lexend"/>
              <a:ea typeface="Lexend"/>
              <a:cs typeface="Lexend"/>
              <a:sym typeface="Lexend"/>
            </a:endParaRPr>
          </a:p>
        </p:txBody>
      </p:sp>
      <p:sp>
        <p:nvSpPr>
          <p:cNvPr id="2684" name="Google Shape;2684;g3ed01901b3b_0_1582"/>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Play audio</a:t>
            </a:r>
            <a:endParaRPr b="0" i="0" sz="1600" u="none" cap="none" strike="noStrike">
              <a:solidFill>
                <a:schemeClr val="dk1"/>
              </a:solidFill>
              <a:latin typeface="Lexend"/>
              <a:ea typeface="Lexend"/>
              <a:cs typeface="Lexend"/>
              <a:sym typeface="Lexend"/>
            </a:endParaRPr>
          </a:p>
        </p:txBody>
      </p:sp>
      <p:sp>
        <p:nvSpPr>
          <p:cNvPr id="2685" name="Google Shape;2685;g3ed01901b3b_0_1582"/>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Play video</a:t>
            </a:r>
            <a:endParaRPr b="0" i="0" sz="1600" u="none" cap="none" strike="noStrike">
              <a:solidFill>
                <a:schemeClr val="dk1"/>
              </a:solidFill>
              <a:latin typeface="Lexend"/>
              <a:ea typeface="Lexend"/>
              <a:cs typeface="Lexend"/>
              <a:sym typeface="Lexend"/>
            </a:endParaRPr>
          </a:p>
        </p:txBody>
      </p:sp>
      <p:sp>
        <p:nvSpPr>
          <p:cNvPr id="2686" name="Google Shape;2686;g3ed01901b3b_0_1582"/>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Cross</a:t>
            </a:r>
            <a:endParaRPr b="0" i="0" sz="1600" u="none" cap="none" strike="noStrike">
              <a:solidFill>
                <a:schemeClr val="dk1"/>
              </a:solidFill>
              <a:latin typeface="Lexend"/>
              <a:ea typeface="Lexend"/>
              <a:cs typeface="Lexend"/>
              <a:sym typeface="Lexend"/>
            </a:endParaRPr>
          </a:p>
        </p:txBody>
      </p:sp>
      <p:sp>
        <p:nvSpPr>
          <p:cNvPr id="2687" name="Google Shape;2687;g3ed01901b3b_0_1582"/>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Reading icon</a:t>
            </a:r>
            <a:endParaRPr b="0" i="0" sz="1600" u="none" cap="none" strike="noStrike">
              <a:solidFill>
                <a:schemeClr val="dk1"/>
              </a:solidFill>
              <a:latin typeface="Lexend"/>
              <a:ea typeface="Lexend"/>
              <a:cs typeface="Lexend"/>
              <a:sym typeface="Lexen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9.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73" Type="http://schemas.openxmlformats.org/officeDocument/2006/relationships/slideLayout" Target="../slideLayouts/slideLayout72.xml"/><Relationship Id="rId72" Type="http://schemas.openxmlformats.org/officeDocument/2006/relationships/slideLayout" Target="../slideLayouts/slideLayout71.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74" Type="http://schemas.openxmlformats.org/officeDocument/2006/relationships/theme" Target="../theme/theme1.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71" Type="http://schemas.openxmlformats.org/officeDocument/2006/relationships/slideLayout" Target="../slideLayouts/slideLayout70.xml"/><Relationship Id="rId70" Type="http://schemas.openxmlformats.org/officeDocument/2006/relationships/slideLayout" Target="../slideLayouts/slideLayout69.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slideLayout" Target="../slideLayouts/slideLayout63.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66" Type="http://schemas.openxmlformats.org/officeDocument/2006/relationships/slideLayout" Target="../slideLayouts/slideLayout65.xml"/><Relationship Id="rId21" Type="http://schemas.openxmlformats.org/officeDocument/2006/relationships/slideLayout" Target="../slideLayouts/slideLayout20.xml"/><Relationship Id="rId65" Type="http://schemas.openxmlformats.org/officeDocument/2006/relationships/slideLayout" Target="../slideLayouts/slideLayout64.xml"/><Relationship Id="rId24" Type="http://schemas.openxmlformats.org/officeDocument/2006/relationships/slideLayout" Target="../slideLayouts/slideLayout23.xml"/><Relationship Id="rId68" Type="http://schemas.openxmlformats.org/officeDocument/2006/relationships/slideLayout" Target="../slideLayouts/slideLayout67.xml"/><Relationship Id="rId23" Type="http://schemas.openxmlformats.org/officeDocument/2006/relationships/slideLayout" Target="../slideLayouts/slideLayout22.xml"/><Relationship Id="rId67" Type="http://schemas.openxmlformats.org/officeDocument/2006/relationships/slideLayout" Target="../slideLayouts/slideLayout66.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69" Type="http://schemas.openxmlformats.org/officeDocument/2006/relationships/slideLayout" Target="../slideLayouts/slideLayout68.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slideLayout" Target="../slideLayouts/slideLayout74.xml"/><Relationship Id="rId3" Type="http://schemas.openxmlformats.org/officeDocument/2006/relationships/slideLayout" Target="../slideLayouts/slideLayout75.xml"/><Relationship Id="rId4" Type="http://schemas.openxmlformats.org/officeDocument/2006/relationships/slideLayout" Target="../slideLayouts/slideLayout76.xml"/><Relationship Id="rId9" Type="http://schemas.openxmlformats.org/officeDocument/2006/relationships/slideLayout" Target="../slideLayouts/slideLayout81.xml"/><Relationship Id="rId5" Type="http://schemas.openxmlformats.org/officeDocument/2006/relationships/slideLayout" Target="../slideLayouts/slideLayout77.xml"/><Relationship Id="rId6" Type="http://schemas.openxmlformats.org/officeDocument/2006/relationships/slideLayout" Target="../slideLayouts/slideLayout78.xml"/><Relationship Id="rId7" Type="http://schemas.openxmlformats.org/officeDocument/2006/relationships/slideLayout" Target="../slideLayouts/slideLayout79.xml"/><Relationship Id="rId8" Type="http://schemas.openxmlformats.org/officeDocument/2006/relationships/slideLayout" Target="../slideLayouts/slideLayout80.xml"/><Relationship Id="rId11" Type="http://schemas.openxmlformats.org/officeDocument/2006/relationships/slideLayout" Target="../slideLayouts/slideLayout83.xml"/><Relationship Id="rId10" Type="http://schemas.openxmlformats.org/officeDocument/2006/relationships/slideLayout" Target="../slideLayouts/slideLayout82.xml"/><Relationship Id="rId12" Type="http://schemas.openxmlformats.org/officeDocument/2006/relationships/theme" Target="../theme/theme5.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122.xml"/><Relationship Id="rId42" Type="http://schemas.openxmlformats.org/officeDocument/2006/relationships/slideLayout" Target="../slideLayouts/slideLayout124.xml"/><Relationship Id="rId41" Type="http://schemas.openxmlformats.org/officeDocument/2006/relationships/slideLayout" Target="../slideLayouts/slideLayout123.xml"/><Relationship Id="rId44" Type="http://schemas.openxmlformats.org/officeDocument/2006/relationships/slideLayout" Target="../slideLayouts/slideLayout126.xml"/><Relationship Id="rId43" Type="http://schemas.openxmlformats.org/officeDocument/2006/relationships/slideLayout" Target="../slideLayouts/slideLayout125.xml"/><Relationship Id="rId46" Type="http://schemas.openxmlformats.org/officeDocument/2006/relationships/slideLayout" Target="../slideLayouts/slideLayout128.xml"/><Relationship Id="rId45" Type="http://schemas.openxmlformats.org/officeDocument/2006/relationships/slideLayout" Target="../slideLayouts/slideLayout127.xml"/><Relationship Id="rId1" Type="http://schemas.openxmlformats.org/officeDocument/2006/relationships/image" Target="../media/image19.png"/><Relationship Id="rId2" Type="http://schemas.openxmlformats.org/officeDocument/2006/relationships/slideLayout" Target="../slideLayouts/slideLayout84.xml"/><Relationship Id="rId3" Type="http://schemas.openxmlformats.org/officeDocument/2006/relationships/slideLayout" Target="../slideLayouts/slideLayout85.xml"/><Relationship Id="rId4" Type="http://schemas.openxmlformats.org/officeDocument/2006/relationships/slideLayout" Target="../slideLayouts/slideLayout86.xml"/><Relationship Id="rId9" Type="http://schemas.openxmlformats.org/officeDocument/2006/relationships/slideLayout" Target="../slideLayouts/slideLayout91.xml"/><Relationship Id="rId48" Type="http://schemas.openxmlformats.org/officeDocument/2006/relationships/slideLayout" Target="../slideLayouts/slideLayout130.xml"/><Relationship Id="rId47" Type="http://schemas.openxmlformats.org/officeDocument/2006/relationships/slideLayout" Target="../slideLayouts/slideLayout129.xml"/><Relationship Id="rId49" Type="http://schemas.openxmlformats.org/officeDocument/2006/relationships/slideLayout" Target="../slideLayouts/slideLayout131.xml"/><Relationship Id="rId5" Type="http://schemas.openxmlformats.org/officeDocument/2006/relationships/slideLayout" Target="../slideLayouts/slideLayout87.xml"/><Relationship Id="rId6" Type="http://schemas.openxmlformats.org/officeDocument/2006/relationships/slideLayout" Target="../slideLayouts/slideLayout88.xml"/><Relationship Id="rId7" Type="http://schemas.openxmlformats.org/officeDocument/2006/relationships/slideLayout" Target="../slideLayouts/slideLayout89.xml"/><Relationship Id="rId8" Type="http://schemas.openxmlformats.org/officeDocument/2006/relationships/slideLayout" Target="../slideLayouts/slideLayout90.xml"/><Relationship Id="rId73" Type="http://schemas.openxmlformats.org/officeDocument/2006/relationships/theme" Target="../theme/theme2.xml"/><Relationship Id="rId72" Type="http://schemas.openxmlformats.org/officeDocument/2006/relationships/slideLayout" Target="../slideLayouts/slideLayout154.xml"/><Relationship Id="rId31" Type="http://schemas.openxmlformats.org/officeDocument/2006/relationships/slideLayout" Target="../slideLayouts/slideLayout113.xml"/><Relationship Id="rId30" Type="http://schemas.openxmlformats.org/officeDocument/2006/relationships/slideLayout" Target="../slideLayouts/slideLayout112.xml"/><Relationship Id="rId33" Type="http://schemas.openxmlformats.org/officeDocument/2006/relationships/slideLayout" Target="../slideLayouts/slideLayout115.xml"/><Relationship Id="rId32" Type="http://schemas.openxmlformats.org/officeDocument/2006/relationships/slideLayout" Target="../slideLayouts/slideLayout114.xml"/><Relationship Id="rId35" Type="http://schemas.openxmlformats.org/officeDocument/2006/relationships/slideLayout" Target="../slideLayouts/slideLayout117.xml"/><Relationship Id="rId34" Type="http://schemas.openxmlformats.org/officeDocument/2006/relationships/slideLayout" Target="../slideLayouts/slideLayout116.xml"/><Relationship Id="rId71" Type="http://schemas.openxmlformats.org/officeDocument/2006/relationships/slideLayout" Target="../slideLayouts/slideLayout153.xml"/><Relationship Id="rId70" Type="http://schemas.openxmlformats.org/officeDocument/2006/relationships/slideLayout" Target="../slideLayouts/slideLayout152.xml"/><Relationship Id="rId37" Type="http://schemas.openxmlformats.org/officeDocument/2006/relationships/slideLayout" Target="../slideLayouts/slideLayout119.xml"/><Relationship Id="rId36" Type="http://schemas.openxmlformats.org/officeDocument/2006/relationships/slideLayout" Target="../slideLayouts/slideLayout118.xml"/><Relationship Id="rId39" Type="http://schemas.openxmlformats.org/officeDocument/2006/relationships/slideLayout" Target="../slideLayouts/slideLayout121.xml"/><Relationship Id="rId38" Type="http://schemas.openxmlformats.org/officeDocument/2006/relationships/slideLayout" Target="../slideLayouts/slideLayout120.xml"/><Relationship Id="rId62" Type="http://schemas.openxmlformats.org/officeDocument/2006/relationships/slideLayout" Target="../slideLayouts/slideLayout144.xml"/><Relationship Id="rId61" Type="http://schemas.openxmlformats.org/officeDocument/2006/relationships/slideLayout" Target="../slideLayouts/slideLayout143.xml"/><Relationship Id="rId20" Type="http://schemas.openxmlformats.org/officeDocument/2006/relationships/slideLayout" Target="../slideLayouts/slideLayout102.xml"/><Relationship Id="rId64" Type="http://schemas.openxmlformats.org/officeDocument/2006/relationships/slideLayout" Target="../slideLayouts/slideLayout146.xml"/><Relationship Id="rId63" Type="http://schemas.openxmlformats.org/officeDocument/2006/relationships/slideLayout" Target="../slideLayouts/slideLayout145.xml"/><Relationship Id="rId22" Type="http://schemas.openxmlformats.org/officeDocument/2006/relationships/slideLayout" Target="../slideLayouts/slideLayout104.xml"/><Relationship Id="rId66" Type="http://schemas.openxmlformats.org/officeDocument/2006/relationships/slideLayout" Target="../slideLayouts/slideLayout148.xml"/><Relationship Id="rId21" Type="http://schemas.openxmlformats.org/officeDocument/2006/relationships/slideLayout" Target="../slideLayouts/slideLayout103.xml"/><Relationship Id="rId65" Type="http://schemas.openxmlformats.org/officeDocument/2006/relationships/slideLayout" Target="../slideLayouts/slideLayout147.xml"/><Relationship Id="rId24" Type="http://schemas.openxmlformats.org/officeDocument/2006/relationships/slideLayout" Target="../slideLayouts/slideLayout106.xml"/><Relationship Id="rId68" Type="http://schemas.openxmlformats.org/officeDocument/2006/relationships/slideLayout" Target="../slideLayouts/slideLayout150.xml"/><Relationship Id="rId23" Type="http://schemas.openxmlformats.org/officeDocument/2006/relationships/slideLayout" Target="../slideLayouts/slideLayout105.xml"/><Relationship Id="rId67" Type="http://schemas.openxmlformats.org/officeDocument/2006/relationships/slideLayout" Target="../slideLayouts/slideLayout149.xml"/><Relationship Id="rId60" Type="http://schemas.openxmlformats.org/officeDocument/2006/relationships/slideLayout" Target="../slideLayouts/slideLayout142.xml"/><Relationship Id="rId26" Type="http://schemas.openxmlformats.org/officeDocument/2006/relationships/slideLayout" Target="../slideLayouts/slideLayout108.xml"/><Relationship Id="rId25" Type="http://schemas.openxmlformats.org/officeDocument/2006/relationships/slideLayout" Target="../slideLayouts/slideLayout107.xml"/><Relationship Id="rId69" Type="http://schemas.openxmlformats.org/officeDocument/2006/relationships/slideLayout" Target="../slideLayouts/slideLayout151.xml"/><Relationship Id="rId28" Type="http://schemas.openxmlformats.org/officeDocument/2006/relationships/slideLayout" Target="../slideLayouts/slideLayout110.xml"/><Relationship Id="rId27" Type="http://schemas.openxmlformats.org/officeDocument/2006/relationships/slideLayout" Target="../slideLayouts/slideLayout109.xml"/><Relationship Id="rId29" Type="http://schemas.openxmlformats.org/officeDocument/2006/relationships/slideLayout" Target="../slideLayouts/slideLayout111.xml"/><Relationship Id="rId51" Type="http://schemas.openxmlformats.org/officeDocument/2006/relationships/slideLayout" Target="../slideLayouts/slideLayout133.xml"/><Relationship Id="rId50" Type="http://schemas.openxmlformats.org/officeDocument/2006/relationships/slideLayout" Target="../slideLayouts/slideLayout132.xml"/><Relationship Id="rId53" Type="http://schemas.openxmlformats.org/officeDocument/2006/relationships/slideLayout" Target="../slideLayouts/slideLayout135.xml"/><Relationship Id="rId52" Type="http://schemas.openxmlformats.org/officeDocument/2006/relationships/slideLayout" Target="../slideLayouts/slideLayout134.xml"/><Relationship Id="rId11" Type="http://schemas.openxmlformats.org/officeDocument/2006/relationships/slideLayout" Target="../slideLayouts/slideLayout93.xml"/><Relationship Id="rId55" Type="http://schemas.openxmlformats.org/officeDocument/2006/relationships/slideLayout" Target="../slideLayouts/slideLayout137.xml"/><Relationship Id="rId10" Type="http://schemas.openxmlformats.org/officeDocument/2006/relationships/slideLayout" Target="../slideLayouts/slideLayout92.xml"/><Relationship Id="rId54" Type="http://schemas.openxmlformats.org/officeDocument/2006/relationships/slideLayout" Target="../slideLayouts/slideLayout136.xml"/><Relationship Id="rId13" Type="http://schemas.openxmlformats.org/officeDocument/2006/relationships/slideLayout" Target="../slideLayouts/slideLayout95.xml"/><Relationship Id="rId57" Type="http://schemas.openxmlformats.org/officeDocument/2006/relationships/slideLayout" Target="../slideLayouts/slideLayout139.xml"/><Relationship Id="rId12" Type="http://schemas.openxmlformats.org/officeDocument/2006/relationships/slideLayout" Target="../slideLayouts/slideLayout94.xml"/><Relationship Id="rId56" Type="http://schemas.openxmlformats.org/officeDocument/2006/relationships/slideLayout" Target="../slideLayouts/slideLayout138.xml"/><Relationship Id="rId15" Type="http://schemas.openxmlformats.org/officeDocument/2006/relationships/slideLayout" Target="../slideLayouts/slideLayout97.xml"/><Relationship Id="rId59" Type="http://schemas.openxmlformats.org/officeDocument/2006/relationships/slideLayout" Target="../slideLayouts/slideLayout141.xml"/><Relationship Id="rId14" Type="http://schemas.openxmlformats.org/officeDocument/2006/relationships/slideLayout" Target="../slideLayouts/slideLayout96.xml"/><Relationship Id="rId58" Type="http://schemas.openxmlformats.org/officeDocument/2006/relationships/slideLayout" Target="../slideLayouts/slideLayout140.xml"/><Relationship Id="rId17" Type="http://schemas.openxmlformats.org/officeDocument/2006/relationships/slideLayout" Target="../slideLayouts/slideLayout99.xml"/><Relationship Id="rId16" Type="http://schemas.openxmlformats.org/officeDocument/2006/relationships/slideLayout" Target="../slideLayouts/slideLayout98.xml"/><Relationship Id="rId19" Type="http://schemas.openxmlformats.org/officeDocument/2006/relationships/slideLayout" Target="../slideLayouts/slideLayout101.xml"/><Relationship Id="rId18" Type="http://schemas.openxmlformats.org/officeDocument/2006/relationships/slideLayout" Target="../slideLayouts/slideLayout100.xml"/></Relationships>
</file>

<file path=ppt/slideMasters/_rels/slideMaster4.xml.rels><?xml version="1.0" encoding="UTF-8" standalone="yes"?><Relationships xmlns="http://schemas.openxmlformats.org/package/2006/relationships"><Relationship Id="rId40" Type="http://schemas.openxmlformats.org/officeDocument/2006/relationships/slideLayout" Target="../slideLayouts/slideLayout193.xml"/><Relationship Id="rId42" Type="http://schemas.openxmlformats.org/officeDocument/2006/relationships/slideLayout" Target="../slideLayouts/slideLayout195.xml"/><Relationship Id="rId41" Type="http://schemas.openxmlformats.org/officeDocument/2006/relationships/slideLayout" Target="../slideLayouts/slideLayout194.xml"/><Relationship Id="rId44" Type="http://schemas.openxmlformats.org/officeDocument/2006/relationships/slideLayout" Target="../slideLayouts/slideLayout197.xml"/><Relationship Id="rId43" Type="http://schemas.openxmlformats.org/officeDocument/2006/relationships/slideLayout" Target="../slideLayouts/slideLayout196.xml"/><Relationship Id="rId46" Type="http://schemas.openxmlformats.org/officeDocument/2006/relationships/slideLayout" Target="../slideLayouts/slideLayout199.xml"/><Relationship Id="rId45" Type="http://schemas.openxmlformats.org/officeDocument/2006/relationships/slideLayout" Target="../slideLayouts/slideLayout198.xml"/><Relationship Id="rId1" Type="http://schemas.openxmlformats.org/officeDocument/2006/relationships/image" Target="../media/image19.png"/><Relationship Id="rId2" Type="http://schemas.openxmlformats.org/officeDocument/2006/relationships/slideLayout" Target="../slideLayouts/slideLayout155.xml"/><Relationship Id="rId3" Type="http://schemas.openxmlformats.org/officeDocument/2006/relationships/slideLayout" Target="../slideLayouts/slideLayout156.xml"/><Relationship Id="rId4" Type="http://schemas.openxmlformats.org/officeDocument/2006/relationships/slideLayout" Target="../slideLayouts/slideLayout157.xml"/><Relationship Id="rId9" Type="http://schemas.openxmlformats.org/officeDocument/2006/relationships/slideLayout" Target="../slideLayouts/slideLayout162.xml"/><Relationship Id="rId48" Type="http://schemas.openxmlformats.org/officeDocument/2006/relationships/slideLayout" Target="../slideLayouts/slideLayout201.xml"/><Relationship Id="rId47" Type="http://schemas.openxmlformats.org/officeDocument/2006/relationships/slideLayout" Target="../slideLayouts/slideLayout200.xml"/><Relationship Id="rId49" Type="http://schemas.openxmlformats.org/officeDocument/2006/relationships/slideLayout" Target="../slideLayouts/slideLayout202.xml"/><Relationship Id="rId5" Type="http://schemas.openxmlformats.org/officeDocument/2006/relationships/slideLayout" Target="../slideLayouts/slideLayout158.xml"/><Relationship Id="rId6" Type="http://schemas.openxmlformats.org/officeDocument/2006/relationships/slideLayout" Target="../slideLayouts/slideLayout159.xml"/><Relationship Id="rId7" Type="http://schemas.openxmlformats.org/officeDocument/2006/relationships/slideLayout" Target="../slideLayouts/slideLayout160.xml"/><Relationship Id="rId8" Type="http://schemas.openxmlformats.org/officeDocument/2006/relationships/slideLayout" Target="../slideLayouts/slideLayout161.xml"/><Relationship Id="rId31" Type="http://schemas.openxmlformats.org/officeDocument/2006/relationships/slideLayout" Target="../slideLayouts/slideLayout184.xml"/><Relationship Id="rId30" Type="http://schemas.openxmlformats.org/officeDocument/2006/relationships/slideLayout" Target="../slideLayouts/slideLayout183.xml"/><Relationship Id="rId33" Type="http://schemas.openxmlformats.org/officeDocument/2006/relationships/slideLayout" Target="../slideLayouts/slideLayout186.xml"/><Relationship Id="rId32" Type="http://schemas.openxmlformats.org/officeDocument/2006/relationships/slideLayout" Target="../slideLayouts/slideLayout185.xml"/><Relationship Id="rId35" Type="http://schemas.openxmlformats.org/officeDocument/2006/relationships/slideLayout" Target="../slideLayouts/slideLayout188.xml"/><Relationship Id="rId34" Type="http://schemas.openxmlformats.org/officeDocument/2006/relationships/slideLayout" Target="../slideLayouts/slideLayout187.xml"/><Relationship Id="rId37" Type="http://schemas.openxmlformats.org/officeDocument/2006/relationships/slideLayout" Target="../slideLayouts/slideLayout190.xml"/><Relationship Id="rId36" Type="http://schemas.openxmlformats.org/officeDocument/2006/relationships/slideLayout" Target="../slideLayouts/slideLayout189.xml"/><Relationship Id="rId39" Type="http://schemas.openxmlformats.org/officeDocument/2006/relationships/slideLayout" Target="../slideLayouts/slideLayout192.xml"/><Relationship Id="rId38" Type="http://schemas.openxmlformats.org/officeDocument/2006/relationships/slideLayout" Target="../slideLayouts/slideLayout191.xml"/><Relationship Id="rId62" Type="http://schemas.openxmlformats.org/officeDocument/2006/relationships/slideLayout" Target="../slideLayouts/slideLayout215.xml"/><Relationship Id="rId61" Type="http://schemas.openxmlformats.org/officeDocument/2006/relationships/slideLayout" Target="../slideLayouts/slideLayout214.xml"/><Relationship Id="rId20" Type="http://schemas.openxmlformats.org/officeDocument/2006/relationships/slideLayout" Target="../slideLayouts/slideLayout173.xml"/><Relationship Id="rId64" Type="http://schemas.openxmlformats.org/officeDocument/2006/relationships/slideLayout" Target="../slideLayouts/slideLayout217.xml"/><Relationship Id="rId63" Type="http://schemas.openxmlformats.org/officeDocument/2006/relationships/slideLayout" Target="../slideLayouts/slideLayout216.xml"/><Relationship Id="rId22" Type="http://schemas.openxmlformats.org/officeDocument/2006/relationships/slideLayout" Target="../slideLayouts/slideLayout175.xml"/><Relationship Id="rId66" Type="http://schemas.openxmlformats.org/officeDocument/2006/relationships/slideLayout" Target="../slideLayouts/slideLayout219.xml"/><Relationship Id="rId21" Type="http://schemas.openxmlformats.org/officeDocument/2006/relationships/slideLayout" Target="../slideLayouts/slideLayout174.xml"/><Relationship Id="rId65" Type="http://schemas.openxmlformats.org/officeDocument/2006/relationships/slideLayout" Target="../slideLayouts/slideLayout218.xml"/><Relationship Id="rId24" Type="http://schemas.openxmlformats.org/officeDocument/2006/relationships/slideLayout" Target="../slideLayouts/slideLayout177.xml"/><Relationship Id="rId68" Type="http://schemas.openxmlformats.org/officeDocument/2006/relationships/slideLayout" Target="../slideLayouts/slideLayout221.xml"/><Relationship Id="rId23" Type="http://schemas.openxmlformats.org/officeDocument/2006/relationships/slideLayout" Target="../slideLayouts/slideLayout176.xml"/><Relationship Id="rId67" Type="http://schemas.openxmlformats.org/officeDocument/2006/relationships/slideLayout" Target="../slideLayouts/slideLayout220.xml"/><Relationship Id="rId60" Type="http://schemas.openxmlformats.org/officeDocument/2006/relationships/slideLayout" Target="../slideLayouts/slideLayout213.xml"/><Relationship Id="rId26" Type="http://schemas.openxmlformats.org/officeDocument/2006/relationships/slideLayout" Target="../slideLayouts/slideLayout179.xml"/><Relationship Id="rId25" Type="http://schemas.openxmlformats.org/officeDocument/2006/relationships/slideLayout" Target="../slideLayouts/slideLayout178.xml"/><Relationship Id="rId69" Type="http://schemas.openxmlformats.org/officeDocument/2006/relationships/theme" Target="../theme/theme4.xml"/><Relationship Id="rId28" Type="http://schemas.openxmlformats.org/officeDocument/2006/relationships/slideLayout" Target="../slideLayouts/slideLayout181.xml"/><Relationship Id="rId27" Type="http://schemas.openxmlformats.org/officeDocument/2006/relationships/slideLayout" Target="../slideLayouts/slideLayout180.xml"/><Relationship Id="rId29" Type="http://schemas.openxmlformats.org/officeDocument/2006/relationships/slideLayout" Target="../slideLayouts/slideLayout182.xml"/><Relationship Id="rId51" Type="http://schemas.openxmlformats.org/officeDocument/2006/relationships/slideLayout" Target="../slideLayouts/slideLayout204.xml"/><Relationship Id="rId50" Type="http://schemas.openxmlformats.org/officeDocument/2006/relationships/slideLayout" Target="../slideLayouts/slideLayout203.xml"/><Relationship Id="rId53" Type="http://schemas.openxmlformats.org/officeDocument/2006/relationships/slideLayout" Target="../slideLayouts/slideLayout206.xml"/><Relationship Id="rId52" Type="http://schemas.openxmlformats.org/officeDocument/2006/relationships/slideLayout" Target="../slideLayouts/slideLayout205.xml"/><Relationship Id="rId11" Type="http://schemas.openxmlformats.org/officeDocument/2006/relationships/slideLayout" Target="../slideLayouts/slideLayout164.xml"/><Relationship Id="rId55" Type="http://schemas.openxmlformats.org/officeDocument/2006/relationships/slideLayout" Target="../slideLayouts/slideLayout208.xml"/><Relationship Id="rId10" Type="http://schemas.openxmlformats.org/officeDocument/2006/relationships/slideLayout" Target="../slideLayouts/slideLayout163.xml"/><Relationship Id="rId54" Type="http://schemas.openxmlformats.org/officeDocument/2006/relationships/slideLayout" Target="../slideLayouts/slideLayout207.xml"/><Relationship Id="rId13" Type="http://schemas.openxmlformats.org/officeDocument/2006/relationships/slideLayout" Target="../slideLayouts/slideLayout166.xml"/><Relationship Id="rId57" Type="http://schemas.openxmlformats.org/officeDocument/2006/relationships/slideLayout" Target="../slideLayouts/slideLayout210.xml"/><Relationship Id="rId12" Type="http://schemas.openxmlformats.org/officeDocument/2006/relationships/slideLayout" Target="../slideLayouts/slideLayout165.xml"/><Relationship Id="rId56" Type="http://schemas.openxmlformats.org/officeDocument/2006/relationships/slideLayout" Target="../slideLayouts/slideLayout209.xml"/><Relationship Id="rId15" Type="http://schemas.openxmlformats.org/officeDocument/2006/relationships/slideLayout" Target="../slideLayouts/slideLayout168.xml"/><Relationship Id="rId59" Type="http://schemas.openxmlformats.org/officeDocument/2006/relationships/slideLayout" Target="../slideLayouts/slideLayout212.xml"/><Relationship Id="rId14" Type="http://schemas.openxmlformats.org/officeDocument/2006/relationships/slideLayout" Target="../slideLayouts/slideLayout167.xml"/><Relationship Id="rId58" Type="http://schemas.openxmlformats.org/officeDocument/2006/relationships/slideLayout" Target="../slideLayouts/slideLayout211.xml"/><Relationship Id="rId17" Type="http://schemas.openxmlformats.org/officeDocument/2006/relationships/slideLayout" Target="../slideLayouts/slideLayout170.xml"/><Relationship Id="rId16" Type="http://schemas.openxmlformats.org/officeDocument/2006/relationships/slideLayout" Target="../slideLayouts/slideLayout169.xml"/><Relationship Id="rId19" Type="http://schemas.openxmlformats.org/officeDocument/2006/relationships/slideLayout" Target="../slideLayouts/slideLayout172.xml"/><Relationship Id="rId18" Type="http://schemas.openxmlformats.org/officeDocument/2006/relationships/slideLayout" Target="../slideLayouts/slideLayout17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3"/>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2pPr>
            <a:lvl3pPr lvl="2" marR="0" rtl="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3pPr>
            <a:lvl4pPr lvl="3" marR="0" rtl="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4pPr>
            <a:lvl5pPr lvl="4" marR="0" rtl="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5pPr>
            <a:lvl6pPr lvl="5" marR="0" rtl="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6pPr>
            <a:lvl7pPr lvl="6" marR="0" rtl="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7pPr>
            <a:lvl8pPr lvl="7" marR="0" rtl="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8pPr>
            <a:lvl9pPr lvl="8" marR="0" rtl="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9pPr>
          </a:lstStyle>
          <a:p/>
        </p:txBody>
      </p:sp>
      <p:sp>
        <p:nvSpPr>
          <p:cNvPr id="7" name="Google Shape;7;p33"/>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marR="0" rtl="0" algn="l">
              <a:lnSpc>
                <a:spcPct val="130000"/>
              </a:lnSpc>
              <a:spcBef>
                <a:spcPts val="0"/>
              </a:spcBef>
              <a:spcAft>
                <a:spcPts val="0"/>
              </a:spcAft>
              <a:buClr>
                <a:schemeClr val="dk1"/>
              </a:buClr>
              <a:buSzPts val="2200"/>
              <a:buFont typeface="Lexend"/>
              <a:buChar char="●"/>
              <a:defRPr b="0" i="0" sz="2200" u="none" cap="none" strike="noStrike">
                <a:solidFill>
                  <a:schemeClr val="dk1"/>
                </a:solidFill>
                <a:latin typeface="Lexend"/>
                <a:ea typeface="Lexend"/>
                <a:cs typeface="Lexend"/>
                <a:sym typeface="Lexend"/>
              </a:defRPr>
            </a:lvl1pPr>
            <a:lvl2pPr indent="-361950" lvl="1" marL="914400" marR="0" rtl="0" algn="l">
              <a:lnSpc>
                <a:spcPct val="130000"/>
              </a:lnSpc>
              <a:spcBef>
                <a:spcPts val="1000"/>
              </a:spcBef>
              <a:spcAft>
                <a:spcPts val="0"/>
              </a:spcAft>
              <a:buClr>
                <a:schemeClr val="dk1"/>
              </a:buClr>
              <a:buSzPts val="2100"/>
              <a:buFont typeface="Lexend"/>
              <a:buChar char="–"/>
              <a:defRPr b="0" i="0" sz="2100" u="none" cap="none" strike="noStrike">
                <a:solidFill>
                  <a:schemeClr val="dk1"/>
                </a:solidFill>
                <a:latin typeface="Lexend"/>
                <a:ea typeface="Lexend"/>
                <a:cs typeface="Lexend"/>
                <a:sym typeface="Lexend"/>
              </a:defRPr>
            </a:lvl2pPr>
            <a:lvl3pPr indent="-355600" lvl="2" marL="1371600" marR="0" rtl="0" algn="l">
              <a:lnSpc>
                <a:spcPct val="130000"/>
              </a:lnSpc>
              <a:spcBef>
                <a:spcPts val="1000"/>
              </a:spcBef>
              <a:spcAft>
                <a:spcPts val="0"/>
              </a:spcAft>
              <a:buClr>
                <a:schemeClr val="dk1"/>
              </a:buClr>
              <a:buSzPts val="2000"/>
              <a:buFont typeface="Lexend"/>
              <a:buChar char="–"/>
              <a:defRPr b="0" i="0" sz="2000" u="none" cap="none" strike="noStrike">
                <a:solidFill>
                  <a:schemeClr val="dk1"/>
                </a:solidFill>
                <a:latin typeface="Lexend"/>
                <a:ea typeface="Lexend"/>
                <a:cs typeface="Lexend"/>
                <a:sym typeface="Lexend"/>
              </a:defRPr>
            </a:lvl3pPr>
            <a:lvl4pPr indent="-349250" lvl="3" marL="1828800" marR="0" rtl="0" algn="l">
              <a:lnSpc>
                <a:spcPct val="130000"/>
              </a:lnSpc>
              <a:spcBef>
                <a:spcPts val="800"/>
              </a:spcBef>
              <a:spcAft>
                <a:spcPts val="0"/>
              </a:spcAft>
              <a:buClr>
                <a:schemeClr val="dk1"/>
              </a:buClr>
              <a:buSzPts val="1900"/>
              <a:buFont typeface="Lexend"/>
              <a:buChar char="–"/>
              <a:defRPr b="0" i="0" sz="1900" u="none" cap="none" strike="noStrike">
                <a:solidFill>
                  <a:schemeClr val="dk1"/>
                </a:solidFill>
                <a:latin typeface="Lexend"/>
                <a:ea typeface="Lexend"/>
                <a:cs typeface="Lexend"/>
                <a:sym typeface="Lexend"/>
              </a:defRPr>
            </a:lvl4pPr>
            <a:lvl5pPr indent="-342900" lvl="4" marL="2286000" marR="0" rtl="0" algn="l">
              <a:lnSpc>
                <a:spcPct val="130000"/>
              </a:lnSpc>
              <a:spcBef>
                <a:spcPts val="800"/>
              </a:spcBef>
              <a:spcAft>
                <a:spcPts val="0"/>
              </a:spcAft>
              <a:buClr>
                <a:schemeClr val="dk1"/>
              </a:buClr>
              <a:buSzPts val="1800"/>
              <a:buFont typeface="Lexend"/>
              <a:buChar char="–"/>
              <a:defRPr b="0" i="0" sz="1800" u="none" cap="none" strike="noStrike">
                <a:solidFill>
                  <a:schemeClr val="dk1"/>
                </a:solidFill>
                <a:latin typeface="Lexend"/>
                <a:ea typeface="Lexend"/>
                <a:cs typeface="Lexend"/>
                <a:sym typeface="Lexend"/>
              </a:defRPr>
            </a:lvl5pPr>
            <a:lvl6pPr indent="-342900" lvl="5" marL="2743200" marR="0" rtl="0" algn="l">
              <a:lnSpc>
                <a:spcPct val="130000"/>
              </a:lnSpc>
              <a:spcBef>
                <a:spcPts val="600"/>
              </a:spcBef>
              <a:spcAft>
                <a:spcPts val="0"/>
              </a:spcAft>
              <a:buClr>
                <a:schemeClr val="dk1"/>
              </a:buClr>
              <a:buSzPts val="1800"/>
              <a:buFont typeface="Lexend"/>
              <a:buChar char="–"/>
              <a:defRPr b="0" i="0" sz="1800" u="none" cap="none" strike="noStrike">
                <a:solidFill>
                  <a:schemeClr val="dk1"/>
                </a:solidFill>
                <a:latin typeface="Lexend"/>
                <a:ea typeface="Lexend"/>
                <a:cs typeface="Lexend"/>
                <a:sym typeface="Lexend"/>
              </a:defRPr>
            </a:lvl6pPr>
            <a:lvl7pPr indent="-342900" lvl="6" marL="3200400" marR="0" rtl="0" algn="l">
              <a:lnSpc>
                <a:spcPct val="130000"/>
              </a:lnSpc>
              <a:spcBef>
                <a:spcPts val="600"/>
              </a:spcBef>
              <a:spcAft>
                <a:spcPts val="0"/>
              </a:spcAft>
              <a:buClr>
                <a:schemeClr val="dk1"/>
              </a:buClr>
              <a:buSzPts val="1800"/>
              <a:buFont typeface="Lexend"/>
              <a:buChar char="–"/>
              <a:defRPr b="0" i="0" sz="1800" u="none" cap="none" strike="noStrike">
                <a:solidFill>
                  <a:schemeClr val="dk1"/>
                </a:solidFill>
                <a:latin typeface="Lexend"/>
                <a:ea typeface="Lexend"/>
                <a:cs typeface="Lexend"/>
                <a:sym typeface="Lexend"/>
              </a:defRPr>
            </a:lvl7pPr>
            <a:lvl8pPr indent="-342900" lvl="7" marL="3657600" marR="0" rtl="0" algn="l">
              <a:lnSpc>
                <a:spcPct val="130000"/>
              </a:lnSpc>
              <a:spcBef>
                <a:spcPts val="400"/>
              </a:spcBef>
              <a:spcAft>
                <a:spcPts val="0"/>
              </a:spcAft>
              <a:buClr>
                <a:schemeClr val="dk1"/>
              </a:buClr>
              <a:buSzPts val="1800"/>
              <a:buFont typeface="Lexend"/>
              <a:buChar char="–"/>
              <a:defRPr b="0" i="0" sz="1800" u="none" cap="none" strike="noStrike">
                <a:solidFill>
                  <a:schemeClr val="dk1"/>
                </a:solidFill>
                <a:latin typeface="Lexend"/>
                <a:ea typeface="Lexend"/>
                <a:cs typeface="Lexend"/>
                <a:sym typeface="Lexend"/>
              </a:defRPr>
            </a:lvl8pPr>
            <a:lvl9pPr indent="-342900" lvl="8" marL="4114800" marR="0" rtl="0" algn="l">
              <a:lnSpc>
                <a:spcPct val="130000"/>
              </a:lnSpc>
              <a:spcBef>
                <a:spcPts val="400"/>
              </a:spcBef>
              <a:spcAft>
                <a:spcPts val="200"/>
              </a:spcAft>
              <a:buClr>
                <a:schemeClr val="dk1"/>
              </a:buClr>
              <a:buSzPts val="1800"/>
              <a:buFont typeface="Kalam"/>
              <a:buChar char="–"/>
              <a:defRPr b="0" i="0" sz="1800" u="none" cap="none" strike="noStrike">
                <a:solidFill>
                  <a:schemeClr val="dk1"/>
                </a:solidFill>
                <a:latin typeface="Kalam"/>
                <a:ea typeface="Kalam"/>
                <a:cs typeface="Kalam"/>
                <a:sym typeface="Kalam"/>
              </a:defRPr>
            </a:lvl9pPr>
          </a:lstStyle>
          <a:p/>
        </p:txBody>
      </p:sp>
      <p:pic>
        <p:nvPicPr>
          <p:cNvPr id="8" name="Google Shape;8;p33"/>
          <p:cNvPicPr preferRelativeResize="0"/>
          <p:nvPr/>
        </p:nvPicPr>
        <p:blipFill rotWithShape="1">
          <a:blip r:embed="rId1">
            <a:alphaModFix/>
          </a:blip>
          <a:srcRect b="0" l="0" r="0" t="0"/>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865" name="Shape 865"/>
        <p:cNvGrpSpPr/>
        <p:nvPr/>
      </p:nvGrpSpPr>
      <p:grpSpPr>
        <a:xfrm>
          <a:off x="0" y="0"/>
          <a:ext cx="0" cy="0"/>
          <a:chOff x="0" y="0"/>
          <a:chExt cx="0" cy="0"/>
        </a:xfrm>
      </p:grpSpPr>
      <p:sp>
        <p:nvSpPr>
          <p:cNvPr id="866" name="Google Shape;866;p38"/>
          <p:cNvSpPr txBox="1"/>
          <p:nvPr>
            <p:ph type="title"/>
          </p:nvPr>
        </p:nvSpPr>
        <p:spPr>
          <a:xfrm>
            <a:off x="2935875" y="909050"/>
            <a:ext cx="5275500" cy="6411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617A86"/>
              </a:buClr>
              <a:buSzPts val="1800"/>
              <a:buFont typeface="Nixie One"/>
              <a:buNone/>
              <a:defRPr b="0" i="0" sz="1800" u="none" cap="none" strike="noStrike">
                <a:solidFill>
                  <a:srgbClr val="617A86"/>
                </a:solidFill>
                <a:latin typeface="Nixie One"/>
                <a:ea typeface="Nixie One"/>
                <a:cs typeface="Nixie One"/>
                <a:sym typeface="Nixie One"/>
              </a:defRPr>
            </a:lvl1pPr>
            <a:lvl2pPr lvl="1" marR="0" rtl="0" algn="l">
              <a:lnSpc>
                <a:spcPct val="100000"/>
              </a:lnSpc>
              <a:spcBef>
                <a:spcPts val="0"/>
              </a:spcBef>
              <a:spcAft>
                <a:spcPts val="0"/>
              </a:spcAft>
              <a:buClr>
                <a:srgbClr val="617A86"/>
              </a:buClr>
              <a:buSzPts val="1800"/>
              <a:buFont typeface="Nixie One"/>
              <a:buNone/>
              <a:defRPr b="0" i="0" sz="1800" u="none" cap="none" strike="noStrike">
                <a:solidFill>
                  <a:srgbClr val="617A86"/>
                </a:solidFill>
                <a:latin typeface="Nixie One"/>
                <a:ea typeface="Nixie One"/>
                <a:cs typeface="Nixie One"/>
                <a:sym typeface="Nixie One"/>
              </a:defRPr>
            </a:lvl2pPr>
            <a:lvl3pPr lvl="2" marR="0" rtl="0" algn="l">
              <a:lnSpc>
                <a:spcPct val="100000"/>
              </a:lnSpc>
              <a:spcBef>
                <a:spcPts val="0"/>
              </a:spcBef>
              <a:spcAft>
                <a:spcPts val="0"/>
              </a:spcAft>
              <a:buClr>
                <a:srgbClr val="617A86"/>
              </a:buClr>
              <a:buSzPts val="1800"/>
              <a:buFont typeface="Nixie One"/>
              <a:buNone/>
              <a:defRPr b="0" i="0" sz="1800" u="none" cap="none" strike="noStrike">
                <a:solidFill>
                  <a:srgbClr val="617A86"/>
                </a:solidFill>
                <a:latin typeface="Nixie One"/>
                <a:ea typeface="Nixie One"/>
                <a:cs typeface="Nixie One"/>
                <a:sym typeface="Nixie One"/>
              </a:defRPr>
            </a:lvl3pPr>
            <a:lvl4pPr lvl="3" marR="0" rtl="0" algn="l">
              <a:lnSpc>
                <a:spcPct val="100000"/>
              </a:lnSpc>
              <a:spcBef>
                <a:spcPts val="0"/>
              </a:spcBef>
              <a:spcAft>
                <a:spcPts val="0"/>
              </a:spcAft>
              <a:buClr>
                <a:srgbClr val="617A86"/>
              </a:buClr>
              <a:buSzPts val="1800"/>
              <a:buFont typeface="Nixie One"/>
              <a:buNone/>
              <a:defRPr b="0" i="0" sz="1800" u="none" cap="none" strike="noStrike">
                <a:solidFill>
                  <a:srgbClr val="617A86"/>
                </a:solidFill>
                <a:latin typeface="Nixie One"/>
                <a:ea typeface="Nixie One"/>
                <a:cs typeface="Nixie One"/>
                <a:sym typeface="Nixie One"/>
              </a:defRPr>
            </a:lvl4pPr>
            <a:lvl5pPr lvl="4" marR="0" rtl="0" algn="l">
              <a:lnSpc>
                <a:spcPct val="100000"/>
              </a:lnSpc>
              <a:spcBef>
                <a:spcPts val="0"/>
              </a:spcBef>
              <a:spcAft>
                <a:spcPts val="0"/>
              </a:spcAft>
              <a:buClr>
                <a:srgbClr val="617A86"/>
              </a:buClr>
              <a:buSzPts val="1800"/>
              <a:buFont typeface="Nixie One"/>
              <a:buNone/>
              <a:defRPr b="0" i="0" sz="1800" u="none" cap="none" strike="noStrike">
                <a:solidFill>
                  <a:srgbClr val="617A86"/>
                </a:solidFill>
                <a:latin typeface="Nixie One"/>
                <a:ea typeface="Nixie One"/>
                <a:cs typeface="Nixie One"/>
                <a:sym typeface="Nixie One"/>
              </a:defRPr>
            </a:lvl5pPr>
            <a:lvl6pPr lvl="5" marR="0" rtl="0" algn="l">
              <a:lnSpc>
                <a:spcPct val="100000"/>
              </a:lnSpc>
              <a:spcBef>
                <a:spcPts val="0"/>
              </a:spcBef>
              <a:spcAft>
                <a:spcPts val="0"/>
              </a:spcAft>
              <a:buClr>
                <a:srgbClr val="617A86"/>
              </a:buClr>
              <a:buSzPts val="1800"/>
              <a:buFont typeface="Nixie One"/>
              <a:buNone/>
              <a:defRPr b="0" i="0" sz="1800" u="none" cap="none" strike="noStrike">
                <a:solidFill>
                  <a:srgbClr val="617A86"/>
                </a:solidFill>
                <a:latin typeface="Nixie One"/>
                <a:ea typeface="Nixie One"/>
                <a:cs typeface="Nixie One"/>
                <a:sym typeface="Nixie One"/>
              </a:defRPr>
            </a:lvl6pPr>
            <a:lvl7pPr lvl="6" marR="0" rtl="0" algn="l">
              <a:lnSpc>
                <a:spcPct val="100000"/>
              </a:lnSpc>
              <a:spcBef>
                <a:spcPts val="0"/>
              </a:spcBef>
              <a:spcAft>
                <a:spcPts val="0"/>
              </a:spcAft>
              <a:buClr>
                <a:srgbClr val="617A86"/>
              </a:buClr>
              <a:buSzPts val="1800"/>
              <a:buFont typeface="Nixie One"/>
              <a:buNone/>
              <a:defRPr b="0" i="0" sz="1800" u="none" cap="none" strike="noStrike">
                <a:solidFill>
                  <a:srgbClr val="617A86"/>
                </a:solidFill>
                <a:latin typeface="Nixie One"/>
                <a:ea typeface="Nixie One"/>
                <a:cs typeface="Nixie One"/>
                <a:sym typeface="Nixie One"/>
              </a:defRPr>
            </a:lvl7pPr>
            <a:lvl8pPr lvl="7" marR="0" rtl="0" algn="l">
              <a:lnSpc>
                <a:spcPct val="100000"/>
              </a:lnSpc>
              <a:spcBef>
                <a:spcPts val="0"/>
              </a:spcBef>
              <a:spcAft>
                <a:spcPts val="0"/>
              </a:spcAft>
              <a:buClr>
                <a:srgbClr val="617A86"/>
              </a:buClr>
              <a:buSzPts val="1800"/>
              <a:buFont typeface="Nixie One"/>
              <a:buNone/>
              <a:defRPr b="0" i="0" sz="1800" u="none" cap="none" strike="noStrike">
                <a:solidFill>
                  <a:srgbClr val="617A86"/>
                </a:solidFill>
                <a:latin typeface="Nixie One"/>
                <a:ea typeface="Nixie One"/>
                <a:cs typeface="Nixie One"/>
                <a:sym typeface="Nixie One"/>
              </a:defRPr>
            </a:lvl8pPr>
            <a:lvl9pPr lvl="8" marR="0" rtl="0" algn="l">
              <a:lnSpc>
                <a:spcPct val="100000"/>
              </a:lnSpc>
              <a:spcBef>
                <a:spcPts val="0"/>
              </a:spcBef>
              <a:spcAft>
                <a:spcPts val="0"/>
              </a:spcAft>
              <a:buClr>
                <a:srgbClr val="617A86"/>
              </a:buClr>
              <a:buSzPts val="1800"/>
              <a:buFont typeface="Nixie One"/>
              <a:buNone/>
              <a:defRPr b="0" i="0" sz="1800" u="none" cap="none" strike="noStrike">
                <a:solidFill>
                  <a:srgbClr val="617A86"/>
                </a:solidFill>
                <a:latin typeface="Nixie One"/>
                <a:ea typeface="Nixie One"/>
                <a:cs typeface="Nixie One"/>
                <a:sym typeface="Nixie One"/>
              </a:defRPr>
            </a:lvl9pPr>
          </a:lstStyle>
          <a:p/>
        </p:txBody>
      </p:sp>
      <p:sp>
        <p:nvSpPr>
          <p:cNvPr id="867" name="Google Shape;867;p38"/>
          <p:cNvSpPr txBox="1"/>
          <p:nvPr>
            <p:ph idx="1" type="body"/>
          </p:nvPr>
        </p:nvSpPr>
        <p:spPr>
          <a:xfrm>
            <a:off x="2935875" y="1525758"/>
            <a:ext cx="5275500" cy="2786100"/>
          </a:xfrm>
          <a:prstGeom prst="rect">
            <a:avLst/>
          </a:prstGeom>
          <a:noFill/>
          <a:ln>
            <a:noFill/>
          </a:ln>
        </p:spPr>
        <p:txBody>
          <a:bodyPr anchorCtr="0" anchor="t" bIns="91425" lIns="91425" spcFirstLastPara="1" rIns="91425" wrap="square" tIns="91425">
            <a:noAutofit/>
          </a:bodyPr>
          <a:lstStyle>
            <a:lvl1pPr indent="-381000" lvl="0" marL="457200" marR="0" rtl="0" algn="l">
              <a:lnSpc>
                <a:spcPct val="100000"/>
              </a:lnSpc>
              <a:spcBef>
                <a:spcPts val="600"/>
              </a:spcBef>
              <a:spcAft>
                <a:spcPts val="0"/>
              </a:spcAft>
              <a:buClr>
                <a:srgbClr val="A1BECC"/>
              </a:buClr>
              <a:buSzPts val="2400"/>
              <a:buFont typeface="Varela Round"/>
              <a:buChar char="◎"/>
              <a:defRPr b="0" i="0" sz="2400" u="none" cap="none" strike="noStrike">
                <a:solidFill>
                  <a:srgbClr val="617A86"/>
                </a:solidFill>
                <a:latin typeface="Varela Round"/>
                <a:ea typeface="Varela Round"/>
                <a:cs typeface="Varela Round"/>
                <a:sym typeface="Varela Round"/>
              </a:defRPr>
            </a:lvl1pPr>
            <a:lvl2pPr indent="-381000" lvl="1" marL="914400" marR="0" rtl="0" algn="l">
              <a:lnSpc>
                <a:spcPct val="100000"/>
              </a:lnSpc>
              <a:spcBef>
                <a:spcPts val="0"/>
              </a:spcBef>
              <a:spcAft>
                <a:spcPts val="0"/>
              </a:spcAft>
              <a:buClr>
                <a:srgbClr val="A1BECC"/>
              </a:buClr>
              <a:buSzPts val="2400"/>
              <a:buFont typeface="Varela Round"/>
              <a:buChar char="◉"/>
              <a:defRPr b="0" i="0" sz="2400" u="none" cap="none" strike="noStrike">
                <a:solidFill>
                  <a:srgbClr val="617A86"/>
                </a:solidFill>
                <a:latin typeface="Varela Round"/>
                <a:ea typeface="Varela Round"/>
                <a:cs typeface="Varela Round"/>
                <a:sym typeface="Varela Round"/>
              </a:defRPr>
            </a:lvl2pPr>
            <a:lvl3pPr indent="-381000" lvl="2" marL="1371600" marR="0" rtl="0" algn="l">
              <a:lnSpc>
                <a:spcPct val="100000"/>
              </a:lnSpc>
              <a:spcBef>
                <a:spcPts val="0"/>
              </a:spcBef>
              <a:spcAft>
                <a:spcPts val="0"/>
              </a:spcAft>
              <a:buClr>
                <a:srgbClr val="A1BECC"/>
              </a:buClr>
              <a:buSzPts val="2400"/>
              <a:buFont typeface="Varela Round"/>
              <a:buChar char="￮"/>
              <a:defRPr b="0" i="0" sz="2400" u="none" cap="none" strike="noStrike">
                <a:solidFill>
                  <a:srgbClr val="617A86"/>
                </a:solidFill>
                <a:latin typeface="Varela Round"/>
                <a:ea typeface="Varela Round"/>
                <a:cs typeface="Varela Round"/>
                <a:sym typeface="Varela Round"/>
              </a:defRPr>
            </a:lvl3pPr>
            <a:lvl4pPr indent="-381000" lvl="3" marL="1828800" marR="0" rtl="0" algn="l">
              <a:lnSpc>
                <a:spcPct val="100000"/>
              </a:lnSpc>
              <a:spcBef>
                <a:spcPts val="0"/>
              </a:spcBef>
              <a:spcAft>
                <a:spcPts val="0"/>
              </a:spcAft>
              <a:buClr>
                <a:srgbClr val="A1BECC"/>
              </a:buClr>
              <a:buSzPts val="2400"/>
              <a:buFont typeface="Varela Round"/>
              <a:buChar char="●"/>
              <a:defRPr b="0" i="0" sz="2400" u="none" cap="none" strike="noStrike">
                <a:solidFill>
                  <a:srgbClr val="617A86"/>
                </a:solidFill>
                <a:latin typeface="Varela Round"/>
                <a:ea typeface="Varela Round"/>
                <a:cs typeface="Varela Round"/>
                <a:sym typeface="Varela Round"/>
              </a:defRPr>
            </a:lvl4pPr>
            <a:lvl5pPr indent="-381000" lvl="4" marL="2286000" marR="0" rtl="0" algn="l">
              <a:lnSpc>
                <a:spcPct val="100000"/>
              </a:lnSpc>
              <a:spcBef>
                <a:spcPts val="0"/>
              </a:spcBef>
              <a:spcAft>
                <a:spcPts val="0"/>
              </a:spcAft>
              <a:buClr>
                <a:srgbClr val="A1BECC"/>
              </a:buClr>
              <a:buSzPts val="2400"/>
              <a:buFont typeface="Varela Round"/>
              <a:buChar char="○"/>
              <a:defRPr b="0" i="0" sz="2400" u="none" cap="none" strike="noStrike">
                <a:solidFill>
                  <a:srgbClr val="617A86"/>
                </a:solidFill>
                <a:latin typeface="Varela Round"/>
                <a:ea typeface="Varela Round"/>
                <a:cs typeface="Varela Round"/>
                <a:sym typeface="Varela Round"/>
              </a:defRPr>
            </a:lvl5pPr>
            <a:lvl6pPr indent="-381000" lvl="5" marL="2743200" marR="0" rtl="0" algn="l">
              <a:lnSpc>
                <a:spcPct val="100000"/>
              </a:lnSpc>
              <a:spcBef>
                <a:spcPts val="0"/>
              </a:spcBef>
              <a:spcAft>
                <a:spcPts val="0"/>
              </a:spcAft>
              <a:buClr>
                <a:srgbClr val="A1BECC"/>
              </a:buClr>
              <a:buSzPts val="2400"/>
              <a:buFont typeface="Varela Round"/>
              <a:buChar char="■"/>
              <a:defRPr b="0" i="0" sz="2400" u="none" cap="none" strike="noStrike">
                <a:solidFill>
                  <a:srgbClr val="617A86"/>
                </a:solidFill>
                <a:latin typeface="Varela Round"/>
                <a:ea typeface="Varela Round"/>
                <a:cs typeface="Varela Round"/>
                <a:sym typeface="Varela Round"/>
              </a:defRPr>
            </a:lvl6pPr>
            <a:lvl7pPr indent="-381000" lvl="6" marL="3200400" marR="0" rtl="0" algn="l">
              <a:lnSpc>
                <a:spcPct val="100000"/>
              </a:lnSpc>
              <a:spcBef>
                <a:spcPts val="0"/>
              </a:spcBef>
              <a:spcAft>
                <a:spcPts val="0"/>
              </a:spcAft>
              <a:buClr>
                <a:srgbClr val="A1BECC"/>
              </a:buClr>
              <a:buSzPts val="2400"/>
              <a:buFont typeface="Varela Round"/>
              <a:buChar char="●"/>
              <a:defRPr b="0" i="0" sz="2400" u="none" cap="none" strike="noStrike">
                <a:solidFill>
                  <a:srgbClr val="617A86"/>
                </a:solidFill>
                <a:latin typeface="Varela Round"/>
                <a:ea typeface="Varela Round"/>
                <a:cs typeface="Varela Round"/>
                <a:sym typeface="Varela Round"/>
              </a:defRPr>
            </a:lvl7pPr>
            <a:lvl8pPr indent="-381000" lvl="7" marL="3657600" marR="0" rtl="0" algn="l">
              <a:lnSpc>
                <a:spcPct val="100000"/>
              </a:lnSpc>
              <a:spcBef>
                <a:spcPts val="0"/>
              </a:spcBef>
              <a:spcAft>
                <a:spcPts val="0"/>
              </a:spcAft>
              <a:buClr>
                <a:srgbClr val="A1BECC"/>
              </a:buClr>
              <a:buSzPts val="2400"/>
              <a:buFont typeface="Varela Round"/>
              <a:buChar char="○"/>
              <a:defRPr b="0" i="0" sz="2400" u="none" cap="none" strike="noStrike">
                <a:solidFill>
                  <a:srgbClr val="617A86"/>
                </a:solidFill>
                <a:latin typeface="Varela Round"/>
                <a:ea typeface="Varela Round"/>
                <a:cs typeface="Varela Round"/>
                <a:sym typeface="Varela Round"/>
              </a:defRPr>
            </a:lvl8pPr>
            <a:lvl9pPr indent="-381000" lvl="8" marL="4114800" marR="0" rtl="0" algn="l">
              <a:lnSpc>
                <a:spcPct val="100000"/>
              </a:lnSpc>
              <a:spcBef>
                <a:spcPts val="0"/>
              </a:spcBef>
              <a:spcAft>
                <a:spcPts val="0"/>
              </a:spcAft>
              <a:buClr>
                <a:srgbClr val="A1BECC"/>
              </a:buClr>
              <a:buSzPts val="2400"/>
              <a:buFont typeface="Varela Round"/>
              <a:buChar char="■"/>
              <a:defRPr b="0" i="0" sz="2400" u="none" cap="none" strike="noStrike">
                <a:solidFill>
                  <a:srgbClr val="617A86"/>
                </a:solidFill>
                <a:latin typeface="Varela Round"/>
                <a:ea typeface="Varela Round"/>
                <a:cs typeface="Varela Round"/>
                <a:sym typeface="Varela Round"/>
              </a:defRPr>
            </a:lvl9pPr>
          </a:lstStyle>
          <a:p/>
        </p:txBody>
      </p:sp>
    </p:spTree>
  </p:cSld>
  <p:clrMap accent1="accent1" accent2="accent2" accent3="accent3" accent4="accent4" accent5="accent5" accent6="accent6" bg1="lt1" bg2="dk2" tx1="dk1" tx2="lt2" folHlink="folHlink" hlink="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040" name="Shape 1040"/>
        <p:cNvGrpSpPr/>
        <p:nvPr/>
      </p:nvGrpSpPr>
      <p:grpSpPr>
        <a:xfrm>
          <a:off x="0" y="0"/>
          <a:ext cx="0" cy="0"/>
          <a:chOff x="0" y="0"/>
          <a:chExt cx="0" cy="0"/>
        </a:xfrm>
      </p:grpSpPr>
      <p:sp>
        <p:nvSpPr>
          <p:cNvPr id="1041" name="Google Shape;1041;p40"/>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2pPr>
            <a:lvl3pPr lvl="2" marR="0" rtl="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3pPr>
            <a:lvl4pPr lvl="3" marR="0" rtl="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4pPr>
            <a:lvl5pPr lvl="4" marR="0" rtl="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5pPr>
            <a:lvl6pPr lvl="5" marR="0" rtl="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6pPr>
            <a:lvl7pPr lvl="6" marR="0" rtl="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7pPr>
            <a:lvl8pPr lvl="7" marR="0" rtl="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8pPr>
            <a:lvl9pPr lvl="8" marR="0" rtl="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9pPr>
          </a:lstStyle>
          <a:p/>
        </p:txBody>
      </p:sp>
      <p:sp>
        <p:nvSpPr>
          <p:cNvPr id="1042" name="Google Shape;1042;p40"/>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marR="0" rtl="0" algn="l">
              <a:lnSpc>
                <a:spcPct val="130000"/>
              </a:lnSpc>
              <a:spcBef>
                <a:spcPts val="0"/>
              </a:spcBef>
              <a:spcAft>
                <a:spcPts val="0"/>
              </a:spcAft>
              <a:buClr>
                <a:schemeClr val="dk1"/>
              </a:buClr>
              <a:buSzPts val="2200"/>
              <a:buFont typeface="Lexend"/>
              <a:buChar char="●"/>
              <a:defRPr b="0" i="0" sz="2200" u="none" cap="none" strike="noStrike">
                <a:solidFill>
                  <a:schemeClr val="dk1"/>
                </a:solidFill>
                <a:latin typeface="Lexend"/>
                <a:ea typeface="Lexend"/>
                <a:cs typeface="Lexend"/>
                <a:sym typeface="Lexend"/>
              </a:defRPr>
            </a:lvl1pPr>
            <a:lvl2pPr indent="-361950" lvl="1" marL="914400" marR="0" rtl="0" algn="l">
              <a:lnSpc>
                <a:spcPct val="130000"/>
              </a:lnSpc>
              <a:spcBef>
                <a:spcPts val="1000"/>
              </a:spcBef>
              <a:spcAft>
                <a:spcPts val="0"/>
              </a:spcAft>
              <a:buClr>
                <a:schemeClr val="dk1"/>
              </a:buClr>
              <a:buSzPts val="2100"/>
              <a:buFont typeface="Lexend"/>
              <a:buChar char="–"/>
              <a:defRPr b="0" i="0" sz="2100" u="none" cap="none" strike="noStrike">
                <a:solidFill>
                  <a:schemeClr val="dk1"/>
                </a:solidFill>
                <a:latin typeface="Lexend"/>
                <a:ea typeface="Lexend"/>
                <a:cs typeface="Lexend"/>
                <a:sym typeface="Lexend"/>
              </a:defRPr>
            </a:lvl2pPr>
            <a:lvl3pPr indent="-355600" lvl="2" marL="1371600" marR="0" rtl="0" algn="l">
              <a:lnSpc>
                <a:spcPct val="130000"/>
              </a:lnSpc>
              <a:spcBef>
                <a:spcPts val="1000"/>
              </a:spcBef>
              <a:spcAft>
                <a:spcPts val="0"/>
              </a:spcAft>
              <a:buClr>
                <a:schemeClr val="dk1"/>
              </a:buClr>
              <a:buSzPts val="2000"/>
              <a:buFont typeface="Lexend"/>
              <a:buChar char="–"/>
              <a:defRPr b="0" i="0" sz="2000" u="none" cap="none" strike="noStrike">
                <a:solidFill>
                  <a:schemeClr val="dk1"/>
                </a:solidFill>
                <a:latin typeface="Lexend"/>
                <a:ea typeface="Lexend"/>
                <a:cs typeface="Lexend"/>
                <a:sym typeface="Lexend"/>
              </a:defRPr>
            </a:lvl3pPr>
            <a:lvl4pPr indent="-349250" lvl="3" marL="1828800" marR="0" rtl="0" algn="l">
              <a:lnSpc>
                <a:spcPct val="130000"/>
              </a:lnSpc>
              <a:spcBef>
                <a:spcPts val="800"/>
              </a:spcBef>
              <a:spcAft>
                <a:spcPts val="0"/>
              </a:spcAft>
              <a:buClr>
                <a:schemeClr val="dk1"/>
              </a:buClr>
              <a:buSzPts val="1900"/>
              <a:buFont typeface="Lexend"/>
              <a:buChar char="–"/>
              <a:defRPr b="0" i="0" sz="1900" u="none" cap="none" strike="noStrike">
                <a:solidFill>
                  <a:schemeClr val="dk1"/>
                </a:solidFill>
                <a:latin typeface="Lexend"/>
                <a:ea typeface="Lexend"/>
                <a:cs typeface="Lexend"/>
                <a:sym typeface="Lexend"/>
              </a:defRPr>
            </a:lvl4pPr>
            <a:lvl5pPr indent="-342900" lvl="4" marL="2286000" marR="0" rtl="0" algn="l">
              <a:lnSpc>
                <a:spcPct val="130000"/>
              </a:lnSpc>
              <a:spcBef>
                <a:spcPts val="800"/>
              </a:spcBef>
              <a:spcAft>
                <a:spcPts val="0"/>
              </a:spcAft>
              <a:buClr>
                <a:schemeClr val="dk1"/>
              </a:buClr>
              <a:buSzPts val="1800"/>
              <a:buFont typeface="Lexend"/>
              <a:buChar char="–"/>
              <a:defRPr b="0" i="0" sz="1800" u="none" cap="none" strike="noStrike">
                <a:solidFill>
                  <a:schemeClr val="dk1"/>
                </a:solidFill>
                <a:latin typeface="Lexend"/>
                <a:ea typeface="Lexend"/>
                <a:cs typeface="Lexend"/>
                <a:sym typeface="Lexend"/>
              </a:defRPr>
            </a:lvl5pPr>
            <a:lvl6pPr indent="-342900" lvl="5" marL="2743200" marR="0" rtl="0" algn="l">
              <a:lnSpc>
                <a:spcPct val="130000"/>
              </a:lnSpc>
              <a:spcBef>
                <a:spcPts val="600"/>
              </a:spcBef>
              <a:spcAft>
                <a:spcPts val="0"/>
              </a:spcAft>
              <a:buClr>
                <a:schemeClr val="dk1"/>
              </a:buClr>
              <a:buSzPts val="1800"/>
              <a:buFont typeface="Lexend"/>
              <a:buChar char="–"/>
              <a:defRPr b="0" i="0" sz="1800" u="none" cap="none" strike="noStrike">
                <a:solidFill>
                  <a:schemeClr val="dk1"/>
                </a:solidFill>
                <a:latin typeface="Lexend"/>
                <a:ea typeface="Lexend"/>
                <a:cs typeface="Lexend"/>
                <a:sym typeface="Lexend"/>
              </a:defRPr>
            </a:lvl6pPr>
            <a:lvl7pPr indent="-342900" lvl="6" marL="3200400" marR="0" rtl="0" algn="l">
              <a:lnSpc>
                <a:spcPct val="130000"/>
              </a:lnSpc>
              <a:spcBef>
                <a:spcPts val="600"/>
              </a:spcBef>
              <a:spcAft>
                <a:spcPts val="0"/>
              </a:spcAft>
              <a:buClr>
                <a:schemeClr val="dk1"/>
              </a:buClr>
              <a:buSzPts val="1800"/>
              <a:buFont typeface="Lexend"/>
              <a:buChar char="–"/>
              <a:defRPr b="0" i="0" sz="1800" u="none" cap="none" strike="noStrike">
                <a:solidFill>
                  <a:schemeClr val="dk1"/>
                </a:solidFill>
                <a:latin typeface="Lexend"/>
                <a:ea typeface="Lexend"/>
                <a:cs typeface="Lexend"/>
                <a:sym typeface="Lexend"/>
              </a:defRPr>
            </a:lvl7pPr>
            <a:lvl8pPr indent="-342900" lvl="7" marL="3657600" marR="0" rtl="0" algn="l">
              <a:lnSpc>
                <a:spcPct val="130000"/>
              </a:lnSpc>
              <a:spcBef>
                <a:spcPts val="400"/>
              </a:spcBef>
              <a:spcAft>
                <a:spcPts val="0"/>
              </a:spcAft>
              <a:buClr>
                <a:schemeClr val="dk1"/>
              </a:buClr>
              <a:buSzPts val="1800"/>
              <a:buFont typeface="Lexend"/>
              <a:buChar char="–"/>
              <a:defRPr b="0" i="0" sz="1800" u="none" cap="none" strike="noStrike">
                <a:solidFill>
                  <a:schemeClr val="dk1"/>
                </a:solidFill>
                <a:latin typeface="Lexend"/>
                <a:ea typeface="Lexend"/>
                <a:cs typeface="Lexend"/>
                <a:sym typeface="Lexend"/>
              </a:defRPr>
            </a:lvl8pPr>
            <a:lvl9pPr indent="-342900" lvl="8" marL="4114800" marR="0" rtl="0" algn="l">
              <a:lnSpc>
                <a:spcPct val="130000"/>
              </a:lnSpc>
              <a:spcBef>
                <a:spcPts val="400"/>
              </a:spcBef>
              <a:spcAft>
                <a:spcPts val="200"/>
              </a:spcAft>
              <a:buClr>
                <a:schemeClr val="dk1"/>
              </a:buClr>
              <a:buSzPts val="1800"/>
              <a:buFont typeface="Kalam"/>
              <a:buChar char="–"/>
              <a:defRPr b="0" i="0" sz="1800" u="none" cap="none" strike="noStrike">
                <a:solidFill>
                  <a:schemeClr val="dk1"/>
                </a:solidFill>
                <a:latin typeface="Kalam"/>
                <a:ea typeface="Kalam"/>
                <a:cs typeface="Kalam"/>
                <a:sym typeface="Kalam"/>
              </a:defRPr>
            </a:lvl9pPr>
          </a:lstStyle>
          <a:p/>
        </p:txBody>
      </p:sp>
      <p:pic>
        <p:nvPicPr>
          <p:cNvPr id="1043" name="Google Shape;1043;p40"/>
          <p:cNvPicPr preferRelativeResize="0"/>
          <p:nvPr/>
        </p:nvPicPr>
        <p:blipFill rotWithShape="1">
          <a:blip r:embed="rId1">
            <a:alphaModFix/>
          </a:blip>
          <a:srcRect b="0" l="0" r="0" t="0"/>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 id="2147483750" r:id="rId18"/>
    <p:sldLayoutId id="2147483751" r:id="rId19"/>
    <p:sldLayoutId id="2147483752" r:id="rId20"/>
    <p:sldLayoutId id="2147483753" r:id="rId21"/>
    <p:sldLayoutId id="2147483754" r:id="rId22"/>
    <p:sldLayoutId id="2147483755" r:id="rId23"/>
    <p:sldLayoutId id="2147483756" r:id="rId24"/>
    <p:sldLayoutId id="2147483757" r:id="rId25"/>
    <p:sldLayoutId id="2147483758" r:id="rId26"/>
    <p:sldLayoutId id="2147483759" r:id="rId27"/>
    <p:sldLayoutId id="2147483760" r:id="rId28"/>
    <p:sldLayoutId id="2147483761" r:id="rId29"/>
    <p:sldLayoutId id="2147483762" r:id="rId30"/>
    <p:sldLayoutId id="2147483763" r:id="rId31"/>
    <p:sldLayoutId id="2147483764" r:id="rId32"/>
    <p:sldLayoutId id="2147483765" r:id="rId33"/>
    <p:sldLayoutId id="2147483766" r:id="rId34"/>
    <p:sldLayoutId id="2147483767" r:id="rId35"/>
    <p:sldLayoutId id="2147483768" r:id="rId36"/>
    <p:sldLayoutId id="2147483769" r:id="rId37"/>
    <p:sldLayoutId id="2147483770" r:id="rId38"/>
    <p:sldLayoutId id="2147483771" r:id="rId39"/>
    <p:sldLayoutId id="2147483772" r:id="rId40"/>
    <p:sldLayoutId id="2147483773" r:id="rId41"/>
    <p:sldLayoutId id="2147483774" r:id="rId42"/>
    <p:sldLayoutId id="2147483775" r:id="rId43"/>
    <p:sldLayoutId id="2147483776" r:id="rId44"/>
    <p:sldLayoutId id="2147483777" r:id="rId45"/>
    <p:sldLayoutId id="2147483778" r:id="rId46"/>
    <p:sldLayoutId id="2147483779" r:id="rId47"/>
    <p:sldLayoutId id="2147483780" r:id="rId48"/>
    <p:sldLayoutId id="2147483781" r:id="rId49"/>
    <p:sldLayoutId id="2147483782" r:id="rId50"/>
    <p:sldLayoutId id="2147483783" r:id="rId51"/>
    <p:sldLayoutId id="2147483784" r:id="rId52"/>
    <p:sldLayoutId id="2147483785" r:id="rId53"/>
    <p:sldLayoutId id="2147483786" r:id="rId54"/>
    <p:sldLayoutId id="2147483787" r:id="rId55"/>
    <p:sldLayoutId id="2147483788" r:id="rId56"/>
    <p:sldLayoutId id="2147483789" r:id="rId57"/>
    <p:sldLayoutId id="2147483790" r:id="rId58"/>
    <p:sldLayoutId id="2147483791" r:id="rId59"/>
    <p:sldLayoutId id="2147483792" r:id="rId60"/>
    <p:sldLayoutId id="2147483793" r:id="rId61"/>
    <p:sldLayoutId id="2147483794" r:id="rId62"/>
    <p:sldLayoutId id="2147483795" r:id="rId63"/>
    <p:sldLayoutId id="2147483796" r:id="rId64"/>
    <p:sldLayoutId id="2147483797" r:id="rId65"/>
    <p:sldLayoutId id="2147483798" r:id="rId66"/>
    <p:sldLayoutId id="2147483799" r:id="rId67"/>
    <p:sldLayoutId id="2147483800" r:id="rId68"/>
    <p:sldLayoutId id="2147483801" r:id="rId69"/>
    <p:sldLayoutId id="2147483802" r:id="rId70"/>
    <p:sldLayoutId id="2147483803" r:id="rId71"/>
    <p:sldLayoutId id="2147483804" r:id="rId7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898" name="Shape 1898"/>
        <p:cNvGrpSpPr/>
        <p:nvPr/>
      </p:nvGrpSpPr>
      <p:grpSpPr>
        <a:xfrm>
          <a:off x="0" y="0"/>
          <a:ext cx="0" cy="0"/>
          <a:chOff x="0" y="0"/>
          <a:chExt cx="0" cy="0"/>
        </a:xfrm>
      </p:grpSpPr>
      <p:sp>
        <p:nvSpPr>
          <p:cNvPr id="1899" name="Google Shape;1899;g3ed01901b3b_0_802"/>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marR="0" algn="l">
              <a:lnSpc>
                <a:spcPct val="115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2pPr>
            <a:lvl3pPr lvl="2" marR="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3pPr>
            <a:lvl4pPr lvl="3" marR="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4pPr>
            <a:lvl5pPr lvl="4" marR="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5pPr>
            <a:lvl6pPr lvl="5" marR="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6pPr>
            <a:lvl7pPr lvl="6" marR="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7pPr>
            <a:lvl8pPr lvl="7" marR="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8pPr>
            <a:lvl9pPr lvl="8" marR="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9pPr>
          </a:lstStyle>
          <a:p/>
        </p:txBody>
      </p:sp>
      <p:sp>
        <p:nvSpPr>
          <p:cNvPr id="1900" name="Google Shape;1900;g3ed01901b3b_0_802"/>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marR="0" algn="l">
              <a:lnSpc>
                <a:spcPct val="130000"/>
              </a:lnSpc>
              <a:spcBef>
                <a:spcPts val="0"/>
              </a:spcBef>
              <a:spcAft>
                <a:spcPts val="0"/>
              </a:spcAft>
              <a:buClr>
                <a:schemeClr val="dk1"/>
              </a:buClr>
              <a:buSzPts val="2200"/>
              <a:buFont typeface="Lexend"/>
              <a:buChar char="●"/>
              <a:defRPr b="0" i="0" sz="2200" u="none" cap="none" strike="noStrike">
                <a:solidFill>
                  <a:schemeClr val="dk1"/>
                </a:solidFill>
                <a:latin typeface="Lexend"/>
                <a:ea typeface="Lexend"/>
                <a:cs typeface="Lexend"/>
                <a:sym typeface="Lexend"/>
              </a:defRPr>
            </a:lvl1pPr>
            <a:lvl2pPr indent="-361950" lvl="1" marL="914400" marR="0" algn="l">
              <a:lnSpc>
                <a:spcPct val="130000"/>
              </a:lnSpc>
              <a:spcBef>
                <a:spcPts val="1000"/>
              </a:spcBef>
              <a:spcAft>
                <a:spcPts val="0"/>
              </a:spcAft>
              <a:buClr>
                <a:schemeClr val="dk1"/>
              </a:buClr>
              <a:buSzPts val="2100"/>
              <a:buFont typeface="Lexend"/>
              <a:buChar char="–"/>
              <a:defRPr b="0" i="0" sz="2100" u="none" cap="none" strike="noStrike">
                <a:solidFill>
                  <a:schemeClr val="dk1"/>
                </a:solidFill>
                <a:latin typeface="Lexend"/>
                <a:ea typeface="Lexend"/>
                <a:cs typeface="Lexend"/>
                <a:sym typeface="Lexend"/>
              </a:defRPr>
            </a:lvl2pPr>
            <a:lvl3pPr indent="-355600" lvl="2" marL="1371600" marR="0" algn="l">
              <a:lnSpc>
                <a:spcPct val="130000"/>
              </a:lnSpc>
              <a:spcBef>
                <a:spcPts val="1000"/>
              </a:spcBef>
              <a:spcAft>
                <a:spcPts val="0"/>
              </a:spcAft>
              <a:buClr>
                <a:schemeClr val="dk1"/>
              </a:buClr>
              <a:buSzPts val="2000"/>
              <a:buFont typeface="Lexend"/>
              <a:buChar char="–"/>
              <a:defRPr b="0" i="0" sz="2000" u="none" cap="none" strike="noStrike">
                <a:solidFill>
                  <a:schemeClr val="dk1"/>
                </a:solidFill>
                <a:latin typeface="Lexend"/>
                <a:ea typeface="Lexend"/>
                <a:cs typeface="Lexend"/>
                <a:sym typeface="Lexend"/>
              </a:defRPr>
            </a:lvl3pPr>
            <a:lvl4pPr indent="-349250" lvl="3" marL="1828800" marR="0" algn="l">
              <a:lnSpc>
                <a:spcPct val="130000"/>
              </a:lnSpc>
              <a:spcBef>
                <a:spcPts val="800"/>
              </a:spcBef>
              <a:spcAft>
                <a:spcPts val="0"/>
              </a:spcAft>
              <a:buClr>
                <a:schemeClr val="dk1"/>
              </a:buClr>
              <a:buSzPts val="1900"/>
              <a:buFont typeface="Lexend"/>
              <a:buChar char="–"/>
              <a:defRPr b="0" i="0" sz="1900" u="none" cap="none" strike="noStrike">
                <a:solidFill>
                  <a:schemeClr val="dk1"/>
                </a:solidFill>
                <a:latin typeface="Lexend"/>
                <a:ea typeface="Lexend"/>
                <a:cs typeface="Lexend"/>
                <a:sym typeface="Lexend"/>
              </a:defRPr>
            </a:lvl4pPr>
            <a:lvl5pPr indent="-342900" lvl="4" marL="2286000" marR="0" algn="l">
              <a:lnSpc>
                <a:spcPct val="130000"/>
              </a:lnSpc>
              <a:spcBef>
                <a:spcPts val="800"/>
              </a:spcBef>
              <a:spcAft>
                <a:spcPts val="0"/>
              </a:spcAft>
              <a:buClr>
                <a:schemeClr val="dk1"/>
              </a:buClr>
              <a:buSzPts val="1800"/>
              <a:buFont typeface="Lexend"/>
              <a:buChar char="–"/>
              <a:defRPr b="0" i="0" sz="1800" u="none" cap="none" strike="noStrike">
                <a:solidFill>
                  <a:schemeClr val="dk1"/>
                </a:solidFill>
                <a:latin typeface="Lexend"/>
                <a:ea typeface="Lexend"/>
                <a:cs typeface="Lexend"/>
                <a:sym typeface="Lexend"/>
              </a:defRPr>
            </a:lvl5pPr>
            <a:lvl6pPr indent="-342900" lvl="5" marL="2743200" marR="0" algn="l">
              <a:lnSpc>
                <a:spcPct val="130000"/>
              </a:lnSpc>
              <a:spcBef>
                <a:spcPts val="600"/>
              </a:spcBef>
              <a:spcAft>
                <a:spcPts val="0"/>
              </a:spcAft>
              <a:buClr>
                <a:schemeClr val="dk1"/>
              </a:buClr>
              <a:buSzPts val="1800"/>
              <a:buFont typeface="Lexend"/>
              <a:buChar char="–"/>
              <a:defRPr b="0" i="0" sz="1800" u="none" cap="none" strike="noStrike">
                <a:solidFill>
                  <a:schemeClr val="dk1"/>
                </a:solidFill>
                <a:latin typeface="Lexend"/>
                <a:ea typeface="Lexend"/>
                <a:cs typeface="Lexend"/>
                <a:sym typeface="Lexend"/>
              </a:defRPr>
            </a:lvl6pPr>
            <a:lvl7pPr indent="-342900" lvl="6" marL="3200400" marR="0" algn="l">
              <a:lnSpc>
                <a:spcPct val="130000"/>
              </a:lnSpc>
              <a:spcBef>
                <a:spcPts val="600"/>
              </a:spcBef>
              <a:spcAft>
                <a:spcPts val="0"/>
              </a:spcAft>
              <a:buClr>
                <a:schemeClr val="dk1"/>
              </a:buClr>
              <a:buSzPts val="1800"/>
              <a:buFont typeface="Lexend"/>
              <a:buChar char="–"/>
              <a:defRPr b="0" i="0" sz="1800" u="none" cap="none" strike="noStrike">
                <a:solidFill>
                  <a:schemeClr val="dk1"/>
                </a:solidFill>
                <a:latin typeface="Lexend"/>
                <a:ea typeface="Lexend"/>
                <a:cs typeface="Lexend"/>
                <a:sym typeface="Lexend"/>
              </a:defRPr>
            </a:lvl7pPr>
            <a:lvl8pPr indent="-342900" lvl="7" marL="3657600" marR="0" algn="l">
              <a:lnSpc>
                <a:spcPct val="130000"/>
              </a:lnSpc>
              <a:spcBef>
                <a:spcPts val="400"/>
              </a:spcBef>
              <a:spcAft>
                <a:spcPts val="0"/>
              </a:spcAft>
              <a:buClr>
                <a:schemeClr val="dk1"/>
              </a:buClr>
              <a:buSzPts val="1800"/>
              <a:buFont typeface="Lexend"/>
              <a:buChar char="–"/>
              <a:defRPr b="0" i="0" sz="1800" u="none" cap="none" strike="noStrike">
                <a:solidFill>
                  <a:schemeClr val="dk1"/>
                </a:solidFill>
                <a:latin typeface="Lexend"/>
                <a:ea typeface="Lexend"/>
                <a:cs typeface="Lexend"/>
                <a:sym typeface="Lexend"/>
              </a:defRPr>
            </a:lvl8pPr>
            <a:lvl9pPr indent="-342900" lvl="8" marL="4114800" marR="0" algn="l">
              <a:lnSpc>
                <a:spcPct val="130000"/>
              </a:lnSpc>
              <a:spcBef>
                <a:spcPts val="400"/>
              </a:spcBef>
              <a:spcAft>
                <a:spcPts val="200"/>
              </a:spcAft>
              <a:buClr>
                <a:schemeClr val="dk1"/>
              </a:buClr>
              <a:buSzPts val="1800"/>
              <a:buFont typeface="Kalam"/>
              <a:buChar char="–"/>
              <a:defRPr b="0" i="0" sz="1800" u="none" cap="none" strike="noStrike">
                <a:solidFill>
                  <a:schemeClr val="dk1"/>
                </a:solidFill>
                <a:latin typeface="Kalam"/>
                <a:ea typeface="Kalam"/>
                <a:cs typeface="Kalam"/>
                <a:sym typeface="Kalam"/>
              </a:defRPr>
            </a:lvl9pPr>
          </a:lstStyle>
          <a:p/>
        </p:txBody>
      </p:sp>
      <p:pic>
        <p:nvPicPr>
          <p:cNvPr id="1901" name="Google Shape;1901;g3ed01901b3b_0_802"/>
          <p:cNvPicPr preferRelativeResize="0"/>
          <p:nvPr/>
        </p:nvPicPr>
        <p:blipFill rotWithShape="1">
          <a:blip r:embed="rId1">
            <a:alphaModFix/>
          </a:blip>
          <a:srcRect b="0" l="0" r="0" t="0"/>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 id="2147483822" r:id="rId18"/>
    <p:sldLayoutId id="2147483823" r:id="rId19"/>
    <p:sldLayoutId id="2147483824" r:id="rId20"/>
    <p:sldLayoutId id="2147483825" r:id="rId21"/>
    <p:sldLayoutId id="2147483826" r:id="rId22"/>
    <p:sldLayoutId id="2147483827" r:id="rId23"/>
    <p:sldLayoutId id="2147483828" r:id="rId24"/>
    <p:sldLayoutId id="2147483829" r:id="rId25"/>
    <p:sldLayoutId id="2147483830" r:id="rId26"/>
    <p:sldLayoutId id="2147483831" r:id="rId27"/>
    <p:sldLayoutId id="2147483832" r:id="rId28"/>
    <p:sldLayoutId id="2147483833" r:id="rId29"/>
    <p:sldLayoutId id="2147483834" r:id="rId30"/>
    <p:sldLayoutId id="2147483835" r:id="rId31"/>
    <p:sldLayoutId id="2147483836" r:id="rId32"/>
    <p:sldLayoutId id="2147483837" r:id="rId33"/>
    <p:sldLayoutId id="2147483838" r:id="rId34"/>
    <p:sldLayoutId id="2147483839" r:id="rId35"/>
    <p:sldLayoutId id="2147483840" r:id="rId36"/>
    <p:sldLayoutId id="2147483841" r:id="rId37"/>
    <p:sldLayoutId id="2147483842" r:id="rId38"/>
    <p:sldLayoutId id="2147483843" r:id="rId39"/>
    <p:sldLayoutId id="2147483844" r:id="rId40"/>
    <p:sldLayoutId id="2147483845" r:id="rId41"/>
    <p:sldLayoutId id="2147483846" r:id="rId42"/>
    <p:sldLayoutId id="2147483847" r:id="rId43"/>
    <p:sldLayoutId id="2147483848" r:id="rId44"/>
    <p:sldLayoutId id="2147483849" r:id="rId45"/>
    <p:sldLayoutId id="2147483850" r:id="rId46"/>
    <p:sldLayoutId id="2147483851" r:id="rId47"/>
    <p:sldLayoutId id="2147483852" r:id="rId48"/>
    <p:sldLayoutId id="2147483853" r:id="rId49"/>
    <p:sldLayoutId id="2147483854" r:id="rId50"/>
    <p:sldLayoutId id="2147483855" r:id="rId51"/>
    <p:sldLayoutId id="2147483856" r:id="rId52"/>
    <p:sldLayoutId id="2147483857" r:id="rId53"/>
    <p:sldLayoutId id="2147483858" r:id="rId54"/>
    <p:sldLayoutId id="2147483859" r:id="rId55"/>
    <p:sldLayoutId id="2147483860" r:id="rId56"/>
    <p:sldLayoutId id="2147483861" r:id="rId57"/>
    <p:sldLayoutId id="2147483862" r:id="rId58"/>
    <p:sldLayoutId id="2147483863" r:id="rId59"/>
    <p:sldLayoutId id="2147483864" r:id="rId60"/>
    <p:sldLayoutId id="2147483865" r:id="rId61"/>
    <p:sldLayoutId id="2147483866" r:id="rId62"/>
    <p:sldLayoutId id="2147483867" r:id="rId63"/>
    <p:sldLayoutId id="2147483868" r:id="rId64"/>
    <p:sldLayoutId id="2147483869" r:id="rId65"/>
    <p:sldLayoutId id="2147483870" r:id="rId66"/>
    <p:sldLayoutId id="2147483871" r:id="rId67"/>
    <p:sldLayoutId id="2147483872" r:id="rId6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8.png"/><Relationship Id="rId4" Type="http://schemas.openxmlformats.org/officeDocument/2006/relationships/image" Target="../media/image110.png"/><Relationship Id="rId5" Type="http://schemas.openxmlformats.org/officeDocument/2006/relationships/image" Target="../media/image1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6.xml"/><Relationship Id="rId2" Type="http://schemas.openxmlformats.org/officeDocument/2006/relationships/notesSlide" Target="../notesSlides/notesSlide3.xml"/><Relationship Id="rId3" Type="http://schemas.openxmlformats.org/officeDocument/2006/relationships/image" Target="../media/image1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notesSlide" Target="../notesSlides/notesSlide10.xml"/><Relationship Id="rId3" Type="http://schemas.openxmlformats.org/officeDocument/2006/relationships/hyperlink" Target="http://www.youtube.com/watch?v=vcT7qxFGD6s" TargetMode="External"/><Relationship Id="rId4" Type="http://schemas.openxmlformats.org/officeDocument/2006/relationships/image" Target="../media/image10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notesSlide" Target="../notesSlides/notesSlide11.xml"/><Relationship Id="rId3" Type="http://schemas.openxmlformats.org/officeDocument/2006/relationships/hyperlink" Target="http://www.youtube.com/watch?v=m55kgyApYrY" TargetMode="External"/><Relationship Id="rId4" Type="http://schemas.openxmlformats.org/officeDocument/2006/relationships/image" Target="../media/image10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notesSlide" Target="../notesSlides/notesSlide12.xml"/><Relationship Id="rId3" Type="http://schemas.openxmlformats.org/officeDocument/2006/relationships/hyperlink" Target="http://www.youtube.com/watch?v=1c6McnSdOg8" TargetMode="External"/><Relationship Id="rId4" Type="http://schemas.openxmlformats.org/officeDocument/2006/relationships/image" Target="../media/image11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notesSlide" Target="../notesSlides/notesSlide15.xml"/><Relationship Id="rId3" Type="http://schemas.openxmlformats.org/officeDocument/2006/relationships/image" Target="../media/image109.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99.png"/><Relationship Id="rId7" Type="http://schemas.openxmlformats.org/officeDocument/2006/relationships/image" Target="../media/image10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notesSlide" Target="../notesSlides/notesSlide16.xml"/><Relationship Id="rId3" Type="http://schemas.openxmlformats.org/officeDocument/2006/relationships/image" Target="../media/image109.png"/><Relationship Id="rId4" Type="http://schemas.openxmlformats.org/officeDocument/2006/relationships/image" Target="../media/image103.png"/><Relationship Id="rId5" Type="http://schemas.openxmlformats.org/officeDocument/2006/relationships/image" Target="../media/image10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notesSlide" Target="../notesSlides/notesSlide18.xml"/><Relationship Id="rId3" Type="http://schemas.openxmlformats.org/officeDocument/2006/relationships/image" Target="../media/image10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notesSlide" Target="../notesSlides/notesSlide20.xml"/><Relationship Id="rId3" Type="http://schemas.openxmlformats.org/officeDocument/2006/relationships/image" Target="../media/image1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28.xml"/><Relationship Id="rId3" Type="http://schemas.openxmlformats.org/officeDocument/2006/relationships/image" Target="../media/image10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29.xml"/><Relationship Id="rId3" Type="http://schemas.openxmlformats.org/officeDocument/2006/relationships/image" Target="../media/image1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notesSlide" Target="../notesSlides/notesSlide30.xml"/><Relationship Id="rId3" Type="http://schemas.openxmlformats.org/officeDocument/2006/relationships/image" Target="../media/image1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31.xml"/><Relationship Id="rId3" Type="http://schemas.openxmlformats.org/officeDocument/2006/relationships/image" Target="../media/image1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notesSlide" Target="../notesSlides/notesSlide32.xml"/><Relationship Id="rId3" Type="http://schemas.openxmlformats.org/officeDocument/2006/relationships/image" Target="../media/image1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33.xml"/><Relationship Id="rId3" Type="http://schemas.openxmlformats.org/officeDocument/2006/relationships/image" Target="../media/image1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notesSlide" Target="../notesSlides/notesSlide34.xml"/><Relationship Id="rId3" Type="http://schemas.openxmlformats.org/officeDocument/2006/relationships/image" Target="../media/image1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6.xml"/><Relationship Id="rId2" Type="http://schemas.openxmlformats.org/officeDocument/2006/relationships/notesSlide" Target="../notesSlides/notesSlide35.xml"/><Relationship Id="rId3" Type="http://schemas.openxmlformats.org/officeDocument/2006/relationships/image" Target="../media/image1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1" name="Shape 2691"/>
        <p:cNvGrpSpPr/>
        <p:nvPr/>
      </p:nvGrpSpPr>
      <p:grpSpPr>
        <a:xfrm>
          <a:off x="0" y="0"/>
          <a:ext cx="0" cy="0"/>
          <a:chOff x="0" y="0"/>
          <a:chExt cx="0" cy="0"/>
        </a:xfrm>
      </p:grpSpPr>
      <p:sp>
        <p:nvSpPr>
          <p:cNvPr id="2692" name="Google Shape;2692;p1"/>
          <p:cNvSpPr txBox="1"/>
          <p:nvPr>
            <p:ph idx="1" type="body"/>
          </p:nvPr>
        </p:nvSpPr>
        <p:spPr>
          <a:xfrm>
            <a:off x="324000" y="759300"/>
            <a:ext cx="8589900" cy="1545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b="1" lang="en" u="sng"/>
              <a:t>Lesson Objectives</a:t>
            </a:r>
            <a:endParaRPr b="1" u="sng"/>
          </a:p>
          <a:p>
            <a:pPr indent="-368300" lvl="0" marL="457200" rtl="0" algn="l">
              <a:lnSpc>
                <a:spcPct val="115000"/>
              </a:lnSpc>
              <a:spcBef>
                <a:spcPts val="0"/>
              </a:spcBef>
              <a:spcAft>
                <a:spcPts val="0"/>
              </a:spcAft>
              <a:buSzPts val="2200"/>
              <a:buChar char="●"/>
            </a:pPr>
            <a:r>
              <a:rPr lang="en"/>
              <a:t>To interpret data to describe patterns in properties of the Group 1 elements.</a:t>
            </a:r>
            <a:endParaRPr/>
          </a:p>
          <a:p>
            <a:pPr indent="-368300" lvl="0" marL="457200" rtl="0" algn="l">
              <a:lnSpc>
                <a:spcPct val="115000"/>
              </a:lnSpc>
              <a:spcBef>
                <a:spcPts val="0"/>
              </a:spcBef>
              <a:spcAft>
                <a:spcPts val="0"/>
              </a:spcAft>
              <a:buSzPts val="2200"/>
              <a:buChar char="●"/>
            </a:pPr>
            <a:r>
              <a:rPr lang="en"/>
              <a:t>To use patterns to predict properties of Group 1 elements.</a:t>
            </a:r>
            <a:endParaRPr/>
          </a:p>
          <a:p>
            <a:pPr indent="0" lvl="0" marL="0" rtl="0" algn="l">
              <a:lnSpc>
                <a:spcPct val="115000"/>
              </a:lnSpc>
              <a:spcBef>
                <a:spcPts val="0"/>
              </a:spcBef>
              <a:spcAft>
                <a:spcPts val="0"/>
              </a:spcAft>
              <a:buSzPts val="2200"/>
              <a:buNone/>
            </a:pPr>
            <a:r>
              <a:t/>
            </a:r>
            <a:endParaRPr/>
          </a:p>
        </p:txBody>
      </p:sp>
      <p:sp>
        <p:nvSpPr>
          <p:cNvPr id="2693" name="Google Shape;2693;p1"/>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000"/>
              <a:buNone/>
            </a:pPr>
            <a:r>
              <a:rPr lang="en" sz="3000"/>
              <a:t>Group 1 elements</a:t>
            </a:r>
            <a:endParaRPr sz="3000"/>
          </a:p>
        </p:txBody>
      </p:sp>
      <p:sp>
        <p:nvSpPr>
          <p:cNvPr id="2694" name="Google Shape;2694;p1"/>
          <p:cNvSpPr/>
          <p:nvPr/>
        </p:nvSpPr>
        <p:spPr>
          <a:xfrm>
            <a:off x="8277225" y="38100"/>
            <a:ext cx="781200" cy="575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2695" name="Google Shape;2695;p1"/>
          <p:cNvSpPr/>
          <p:nvPr/>
        </p:nvSpPr>
        <p:spPr>
          <a:xfrm>
            <a:off x="8439150" y="4343400"/>
            <a:ext cx="381000" cy="476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2696" name="Google Shape;2696;p1"/>
          <p:cNvSpPr/>
          <p:nvPr/>
        </p:nvSpPr>
        <p:spPr>
          <a:xfrm>
            <a:off x="95250" y="4543425"/>
            <a:ext cx="8963100" cy="476400"/>
          </a:xfrm>
          <a:prstGeom prst="rect">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Lexend"/>
                <a:ea typeface="Lexend"/>
                <a:cs typeface="Lexend"/>
                <a:sym typeface="Lexend"/>
              </a:rPr>
              <a:t>Keywords: </a:t>
            </a:r>
            <a:r>
              <a:rPr b="0" i="0" lang="en" sz="1400" u="none" cap="none" strike="noStrike">
                <a:solidFill>
                  <a:srgbClr val="000000"/>
                </a:solidFill>
                <a:latin typeface="Lexend"/>
                <a:ea typeface="Lexend"/>
                <a:cs typeface="Lexend"/>
                <a:sym typeface="Lexend"/>
              </a:rPr>
              <a:t>Periodic Table, group 1, alkali metals, trends, reactive</a:t>
            </a:r>
            <a:endParaRPr b="0" i="0" sz="1400" u="none" cap="none" strike="noStrike">
              <a:solidFill>
                <a:srgbClr val="000000"/>
              </a:solidFill>
              <a:latin typeface="Lexend"/>
              <a:ea typeface="Lexend"/>
              <a:cs typeface="Lexend"/>
              <a:sym typeface="Lexend"/>
            </a:endParaRPr>
          </a:p>
        </p:txBody>
      </p:sp>
      <p:pic>
        <p:nvPicPr>
          <p:cNvPr id="2697" name="Google Shape;2697;p1"/>
          <p:cNvPicPr preferRelativeResize="0"/>
          <p:nvPr/>
        </p:nvPicPr>
        <p:blipFill rotWithShape="1">
          <a:blip r:embed="rId3">
            <a:alphaModFix/>
          </a:blip>
          <a:srcRect b="0" l="11064" r="12048" t="0"/>
          <a:stretch/>
        </p:blipFill>
        <p:spPr>
          <a:xfrm>
            <a:off x="247650" y="3010050"/>
            <a:ext cx="1257299" cy="1133326"/>
          </a:xfrm>
          <a:prstGeom prst="rect">
            <a:avLst/>
          </a:prstGeom>
          <a:noFill/>
          <a:ln>
            <a:noFill/>
          </a:ln>
        </p:spPr>
      </p:pic>
      <p:sp>
        <p:nvSpPr>
          <p:cNvPr id="2698" name="Google Shape;2698;p1"/>
          <p:cNvSpPr txBox="1"/>
          <p:nvPr/>
        </p:nvSpPr>
        <p:spPr>
          <a:xfrm>
            <a:off x="247650" y="4143375"/>
            <a:ext cx="1323900" cy="266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Lexend"/>
                <a:ea typeface="Lexend"/>
                <a:cs typeface="Lexend"/>
                <a:sym typeface="Lexend"/>
              </a:rPr>
              <a:t>Brain teaser</a:t>
            </a:r>
            <a:endParaRPr b="1" i="0" sz="1400" u="none" cap="none" strike="noStrike">
              <a:solidFill>
                <a:schemeClr val="dk1"/>
              </a:solidFill>
              <a:latin typeface="Lexend"/>
              <a:ea typeface="Lexend"/>
              <a:cs typeface="Lexend"/>
              <a:sym typeface="Lexend"/>
            </a:endParaRPr>
          </a:p>
        </p:txBody>
      </p:sp>
      <p:pic>
        <p:nvPicPr>
          <p:cNvPr id="2699" name="Google Shape;2699;p1" title="Screenshot 2025-10-08 at 8.43.29 PM.png"/>
          <p:cNvPicPr preferRelativeResize="0"/>
          <p:nvPr/>
        </p:nvPicPr>
        <p:blipFill rotWithShape="1">
          <a:blip r:embed="rId4">
            <a:alphaModFix/>
          </a:blip>
          <a:srcRect b="0" l="0" r="0" t="0"/>
          <a:stretch/>
        </p:blipFill>
        <p:spPr>
          <a:xfrm>
            <a:off x="1684350" y="2390400"/>
            <a:ext cx="7497997" cy="2053025"/>
          </a:xfrm>
          <a:prstGeom prst="rect">
            <a:avLst/>
          </a:prstGeom>
          <a:noFill/>
          <a:ln>
            <a:noFill/>
          </a:ln>
        </p:spPr>
      </p:pic>
      <p:pic>
        <p:nvPicPr>
          <p:cNvPr id="2700" name="Google Shape;2700;p1"/>
          <p:cNvPicPr preferRelativeResize="0"/>
          <p:nvPr/>
        </p:nvPicPr>
        <p:blipFill>
          <a:blip r:embed="rId5">
            <a:alphaModFix/>
          </a:blip>
          <a:stretch>
            <a:fillRect/>
          </a:stretch>
        </p:blipFill>
        <p:spPr>
          <a:xfrm>
            <a:off x="1751125" y="3179875"/>
            <a:ext cx="381000" cy="381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4" name="Shape 2704"/>
        <p:cNvGrpSpPr/>
        <p:nvPr/>
      </p:nvGrpSpPr>
      <p:grpSpPr>
        <a:xfrm>
          <a:off x="0" y="0"/>
          <a:ext cx="0" cy="0"/>
          <a:chOff x="0" y="0"/>
          <a:chExt cx="0" cy="0"/>
        </a:xfrm>
      </p:grpSpPr>
      <p:sp>
        <p:nvSpPr>
          <p:cNvPr id="2705" name="Google Shape;2705;p2"/>
          <p:cNvSpPr/>
          <p:nvPr/>
        </p:nvSpPr>
        <p:spPr>
          <a:xfrm>
            <a:off x="8439150" y="4343400"/>
            <a:ext cx="381000" cy="476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graphicFrame>
        <p:nvGraphicFramePr>
          <p:cNvPr id="2706" name="Google Shape;2706;p2"/>
          <p:cNvGraphicFramePr/>
          <p:nvPr/>
        </p:nvGraphicFramePr>
        <p:xfrm>
          <a:off x="390525" y="628650"/>
          <a:ext cx="3000000" cy="3000000"/>
        </p:xfrm>
        <a:graphic>
          <a:graphicData uri="http://schemas.openxmlformats.org/drawingml/2006/table">
            <a:tbl>
              <a:tblPr>
                <a:noFill/>
                <a:tableStyleId>{E2AF9F37-2D7F-4094-A8A7-C154F08EF86E}</a:tableStyleId>
              </a:tblPr>
              <a:tblGrid>
                <a:gridCol w="2709950"/>
                <a:gridCol w="2841075"/>
                <a:gridCol w="2811925"/>
              </a:tblGrid>
              <a:tr h="527250">
                <a:tc gridSpan="3">
                  <a:txBody>
                    <a:bodyPr/>
                    <a:lstStyle/>
                    <a:p>
                      <a:pPr indent="0" lvl="0" marL="0" marR="0" rtl="0" algn="ctr">
                        <a:lnSpc>
                          <a:spcPct val="100000"/>
                        </a:lnSpc>
                        <a:spcBef>
                          <a:spcPts val="0"/>
                        </a:spcBef>
                        <a:spcAft>
                          <a:spcPts val="0"/>
                        </a:spcAft>
                        <a:buClr>
                          <a:srgbClr val="000000"/>
                        </a:buClr>
                        <a:buSzPts val="2000"/>
                        <a:buFont typeface="Arial"/>
                        <a:buNone/>
                      </a:pPr>
                      <a:r>
                        <a:rPr lang="en" sz="2000" u="none" cap="none" strike="noStrike">
                          <a:solidFill>
                            <a:srgbClr val="FFFFFF"/>
                          </a:solidFill>
                          <a:latin typeface="Lexend"/>
                          <a:ea typeface="Lexend"/>
                          <a:cs typeface="Lexend"/>
                          <a:sym typeface="Lexend"/>
                        </a:rPr>
                        <a:t>Group 1 elements</a:t>
                      </a:r>
                      <a:endParaRPr sz="2000" u="none" cap="none" strike="noStrike">
                        <a:solidFill>
                          <a:srgbClr val="FFFFFF"/>
                        </a:solidFill>
                        <a:latin typeface="Lexend"/>
                        <a:ea typeface="Lexend"/>
                        <a:cs typeface="Lexend"/>
                        <a:sym typeface="Lexend"/>
                      </a:endParaRPr>
                    </a:p>
                  </a:txBody>
                  <a:tcPr marT="63500" marB="63500" marR="63500" marL="63500">
                    <a:lnB cap="flat" cmpd="sng" w="12700">
                      <a:solidFill>
                        <a:srgbClr val="000000"/>
                      </a:solidFill>
                      <a:prstDash val="solid"/>
                      <a:round/>
                      <a:headEnd len="sm" w="sm" type="none"/>
                      <a:tailEnd len="sm" w="sm" type="none"/>
                    </a:lnB>
                    <a:solidFill>
                      <a:srgbClr val="2B684F"/>
                    </a:solidFill>
                  </a:tcPr>
                </a:tc>
                <a:tc hMerge="1"/>
                <a:tc hMerge="1"/>
              </a:tr>
              <a:tr h="527250">
                <a:tc>
                  <a:txBody>
                    <a:bodyPr/>
                    <a:lstStyle/>
                    <a:p>
                      <a:pPr indent="0" lvl="0" marL="0" marR="0" rtl="0" algn="ctr">
                        <a:lnSpc>
                          <a:spcPct val="100000"/>
                        </a:lnSpc>
                        <a:spcBef>
                          <a:spcPts val="0"/>
                        </a:spcBef>
                        <a:spcAft>
                          <a:spcPts val="0"/>
                        </a:spcAft>
                        <a:buClr>
                          <a:srgbClr val="000000"/>
                        </a:buClr>
                        <a:buSzPts val="2000"/>
                        <a:buFont typeface="Arial"/>
                        <a:buNone/>
                      </a:pPr>
                      <a:r>
                        <a:rPr lang="en" sz="2000">
                          <a:solidFill>
                            <a:srgbClr val="FFFFFF"/>
                          </a:solidFill>
                          <a:latin typeface="Lexend"/>
                          <a:ea typeface="Lexend"/>
                          <a:cs typeface="Lexend"/>
                          <a:sym typeface="Lexend"/>
                        </a:rPr>
                        <a:t>Meeting</a:t>
                      </a:r>
                      <a:endParaRPr sz="2000" u="none" cap="none" strike="noStrike">
                        <a:solidFill>
                          <a:srgbClr val="FFFFFF"/>
                        </a:solidFill>
                        <a:latin typeface="Lexend"/>
                        <a:ea typeface="Lexend"/>
                        <a:cs typeface="Lexend"/>
                        <a:sym typeface="Lexend"/>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2B684F"/>
                    </a:solidFill>
                  </a:tcPr>
                </a:tc>
                <a:tc>
                  <a:txBody>
                    <a:bodyPr/>
                    <a:lstStyle/>
                    <a:p>
                      <a:pPr indent="0" lvl="0" marL="0" marR="0" rtl="0" algn="ctr">
                        <a:lnSpc>
                          <a:spcPct val="100000"/>
                        </a:lnSpc>
                        <a:spcBef>
                          <a:spcPts val="0"/>
                        </a:spcBef>
                        <a:spcAft>
                          <a:spcPts val="0"/>
                        </a:spcAft>
                        <a:buClr>
                          <a:srgbClr val="000000"/>
                        </a:buClr>
                        <a:buSzPts val="2000"/>
                        <a:buFont typeface="Arial"/>
                        <a:buNone/>
                      </a:pPr>
                      <a:r>
                        <a:rPr lang="en" sz="2000">
                          <a:solidFill>
                            <a:srgbClr val="FFFFFF"/>
                          </a:solidFill>
                          <a:latin typeface="Lexend"/>
                          <a:ea typeface="Lexend"/>
                          <a:cs typeface="Lexend"/>
                          <a:sym typeface="Lexend"/>
                        </a:rPr>
                        <a:t>Exceeding</a:t>
                      </a:r>
                      <a:endParaRPr sz="2000" u="none" cap="none" strike="noStrike">
                        <a:solidFill>
                          <a:srgbClr val="FFFFFF"/>
                        </a:solidFill>
                        <a:latin typeface="Lexend"/>
                        <a:ea typeface="Lexend"/>
                        <a:cs typeface="Lexend"/>
                        <a:sym typeface="Lexend"/>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2B684F"/>
                    </a:solidFill>
                  </a:tcPr>
                </a:tc>
                <a:tc>
                  <a:txBody>
                    <a:bodyPr/>
                    <a:lstStyle/>
                    <a:p>
                      <a:pPr indent="0" lvl="0" marL="0" marR="0" rtl="0" algn="ctr">
                        <a:lnSpc>
                          <a:spcPct val="100000"/>
                        </a:lnSpc>
                        <a:spcBef>
                          <a:spcPts val="0"/>
                        </a:spcBef>
                        <a:spcAft>
                          <a:spcPts val="0"/>
                        </a:spcAft>
                        <a:buClr>
                          <a:srgbClr val="000000"/>
                        </a:buClr>
                        <a:buSzPts val="2000"/>
                        <a:buFont typeface="Arial"/>
                        <a:buNone/>
                      </a:pPr>
                      <a:r>
                        <a:rPr lang="en" sz="2000">
                          <a:solidFill>
                            <a:srgbClr val="FFFFFF"/>
                          </a:solidFill>
                          <a:latin typeface="Lexend"/>
                          <a:ea typeface="Lexend"/>
                          <a:cs typeface="Lexend"/>
                          <a:sym typeface="Lexend"/>
                        </a:rPr>
                        <a:t>Mastering</a:t>
                      </a:r>
                      <a:endParaRPr sz="2000" u="none" cap="none" strike="noStrike">
                        <a:solidFill>
                          <a:srgbClr val="FFFFFF"/>
                        </a:solidFill>
                        <a:latin typeface="Lexend"/>
                        <a:ea typeface="Lexend"/>
                        <a:cs typeface="Lexend"/>
                        <a:sym typeface="Lexend"/>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2B684F"/>
                    </a:solidFill>
                  </a:tcPr>
                </a:tc>
              </a:tr>
              <a:tr h="1107875">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latin typeface="Lexend"/>
                          <a:ea typeface="Lexend"/>
                          <a:cs typeface="Lexend"/>
                          <a:sym typeface="Lexend"/>
                        </a:rPr>
                        <a:t>I can list the group 1 elements and describe their properties as part of the alkali metals.</a:t>
                      </a:r>
                      <a:endParaRPr sz="1800" u="none" cap="none" strike="noStrike">
                        <a:latin typeface="Lexend"/>
                        <a:ea typeface="Lexend"/>
                        <a:cs typeface="Lexend"/>
                        <a:sym typeface="Lexend"/>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latin typeface="Lexend"/>
                          <a:ea typeface="Lexend"/>
                          <a:cs typeface="Lexend"/>
                          <a:sym typeface="Lexend"/>
                        </a:rPr>
                        <a:t>I can explain the group 1 elements reactivity in relation to their valence shell electrons</a:t>
                      </a:r>
                      <a:endParaRPr sz="1800" u="none" cap="none" strike="noStrike">
                        <a:latin typeface="Lexend"/>
                        <a:ea typeface="Lexend"/>
                        <a:cs typeface="Lexend"/>
                        <a:sym typeface="Lexend"/>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latin typeface="Lexend"/>
                          <a:ea typeface="Lexend"/>
                          <a:cs typeface="Lexend"/>
                          <a:sym typeface="Lexend"/>
                        </a:rPr>
                        <a:t>I can explain the trends in the alkali metals as I read up/down the group</a:t>
                      </a:r>
                      <a:endParaRPr sz="1800" u="none" cap="none" strike="noStrike">
                        <a:latin typeface="Lexend"/>
                        <a:ea typeface="Lexend"/>
                        <a:cs typeface="Lexend"/>
                        <a:sym typeface="Lexend"/>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0" name="Shape 2710"/>
        <p:cNvGrpSpPr/>
        <p:nvPr/>
      </p:nvGrpSpPr>
      <p:grpSpPr>
        <a:xfrm>
          <a:off x="0" y="0"/>
          <a:ext cx="0" cy="0"/>
          <a:chOff x="0" y="0"/>
          <a:chExt cx="0" cy="0"/>
        </a:xfrm>
      </p:grpSpPr>
      <p:sp>
        <p:nvSpPr>
          <p:cNvPr id="2711" name="Google Shape;2711;g3ed01901b3b_0_796"/>
          <p:cNvSpPr txBox="1"/>
          <p:nvPr>
            <p:ph type="title"/>
          </p:nvPr>
        </p:nvSpPr>
        <p:spPr>
          <a:xfrm>
            <a:off x="459000" y="73800"/>
            <a:ext cx="6600600" cy="814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2712" name="Google Shape;2712;g3ed01901b3b_0_796" title="Screenshot 2026-06-08 at 2.27.18 PM.png"/>
          <p:cNvPicPr preferRelativeResize="0"/>
          <p:nvPr/>
        </p:nvPicPr>
        <p:blipFill>
          <a:blip r:embed="rId3">
            <a:alphaModFix/>
          </a:blip>
          <a:stretch>
            <a:fillRect/>
          </a:stretch>
        </p:blipFill>
        <p:spPr>
          <a:xfrm>
            <a:off x="150425" y="0"/>
            <a:ext cx="7966524" cy="4887024"/>
          </a:xfrm>
          <a:prstGeom prst="rect">
            <a:avLst/>
          </a:prstGeom>
          <a:noFill/>
          <a:ln>
            <a:noFill/>
          </a:ln>
        </p:spPr>
      </p:pic>
      <p:sp>
        <p:nvSpPr>
          <p:cNvPr id="2713" name="Google Shape;2713;g3ed01901b3b_0_796"/>
          <p:cNvSpPr/>
          <p:nvPr/>
        </p:nvSpPr>
        <p:spPr>
          <a:xfrm>
            <a:off x="224238" y="1159575"/>
            <a:ext cx="7818900" cy="712200"/>
          </a:xfrm>
          <a:prstGeom prst="rect">
            <a:avLst/>
          </a:prstGeom>
          <a:noFill/>
          <a:ln cap="flat" cmpd="sng" w="38100">
            <a:solidFill>
              <a:srgbClr val="FFAC3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7" name="Shape 2717"/>
        <p:cNvGrpSpPr/>
        <p:nvPr/>
      </p:nvGrpSpPr>
      <p:grpSpPr>
        <a:xfrm>
          <a:off x="0" y="0"/>
          <a:ext cx="0" cy="0"/>
          <a:chOff x="0" y="0"/>
          <a:chExt cx="0" cy="0"/>
        </a:xfrm>
      </p:grpSpPr>
      <p:sp>
        <p:nvSpPr>
          <p:cNvPr id="2718" name="Google Shape;2718;p3"/>
          <p:cNvSpPr txBox="1"/>
          <p:nvPr>
            <p:ph idx="1" type="body"/>
          </p:nvPr>
        </p:nvSpPr>
        <p:spPr>
          <a:xfrm>
            <a:off x="324000" y="759300"/>
            <a:ext cx="8709900" cy="1332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 sz="2000"/>
              <a:t>Elements in the same </a:t>
            </a:r>
            <a:r>
              <a:rPr b="1" lang="en" sz="2000"/>
              <a:t>group </a:t>
            </a:r>
            <a:r>
              <a:rPr lang="en" sz="2000"/>
              <a:t>have the </a:t>
            </a:r>
            <a:r>
              <a:rPr lang="en" sz="2000">
                <a:highlight>
                  <a:srgbClr val="BBCD00"/>
                </a:highlight>
              </a:rPr>
              <a:t>same number of electrons on their outer shell</a:t>
            </a:r>
            <a:r>
              <a:rPr lang="en" sz="2000"/>
              <a:t>. This causes the elements in the same group to have </a:t>
            </a:r>
            <a:r>
              <a:rPr lang="en" sz="2000">
                <a:highlight>
                  <a:srgbClr val="F8BB00"/>
                </a:highlight>
              </a:rPr>
              <a:t>similar chemical properties</a:t>
            </a:r>
            <a:r>
              <a:rPr lang="en" sz="2000"/>
              <a:t>, showing a trend throughout the group.</a:t>
            </a:r>
            <a:endParaRPr sz="2000"/>
          </a:p>
        </p:txBody>
      </p:sp>
      <p:sp>
        <p:nvSpPr>
          <p:cNvPr id="2719" name="Google Shape;2719;p3"/>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
              <a:t>Exploring groups and properties</a:t>
            </a:r>
            <a:endParaRPr/>
          </a:p>
        </p:txBody>
      </p:sp>
      <p:pic>
        <p:nvPicPr>
          <p:cNvPr id="2720" name="Google Shape;2720;p3"/>
          <p:cNvPicPr preferRelativeResize="0"/>
          <p:nvPr/>
        </p:nvPicPr>
        <p:blipFill rotWithShape="1">
          <a:blip r:embed="rId3">
            <a:alphaModFix/>
          </a:blip>
          <a:srcRect b="11937" l="0" r="0" t="18826"/>
          <a:stretch/>
        </p:blipFill>
        <p:spPr>
          <a:xfrm>
            <a:off x="1232194" y="1922225"/>
            <a:ext cx="6572262" cy="2804000"/>
          </a:xfrm>
          <a:prstGeom prst="rect">
            <a:avLst/>
          </a:prstGeom>
          <a:noFill/>
          <a:ln>
            <a:noFill/>
          </a:ln>
        </p:spPr>
      </p:pic>
      <p:sp>
        <p:nvSpPr>
          <p:cNvPr id="2721" name="Google Shape;2721;p3"/>
          <p:cNvSpPr/>
          <p:nvPr/>
        </p:nvSpPr>
        <p:spPr>
          <a:xfrm>
            <a:off x="7064401" y="2283200"/>
            <a:ext cx="362400" cy="2218200"/>
          </a:xfrm>
          <a:prstGeom prst="flowChartAlternateProcess">
            <a:avLst/>
          </a:prstGeom>
          <a:no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2722" name="Google Shape;2722;p3"/>
          <p:cNvSpPr/>
          <p:nvPr/>
        </p:nvSpPr>
        <p:spPr>
          <a:xfrm>
            <a:off x="1322401" y="2283200"/>
            <a:ext cx="362400" cy="2218200"/>
          </a:xfrm>
          <a:prstGeom prst="flowChartAlternateProcess">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2723" name="Google Shape;2723;p3"/>
          <p:cNvSpPr/>
          <p:nvPr/>
        </p:nvSpPr>
        <p:spPr>
          <a:xfrm>
            <a:off x="7459675" y="1922225"/>
            <a:ext cx="329400" cy="2579100"/>
          </a:xfrm>
          <a:prstGeom prst="flowChartAlternateProcess">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7" name="Shape 2727"/>
        <p:cNvGrpSpPr/>
        <p:nvPr/>
      </p:nvGrpSpPr>
      <p:grpSpPr>
        <a:xfrm>
          <a:off x="0" y="0"/>
          <a:ext cx="0" cy="0"/>
          <a:chOff x="0" y="0"/>
          <a:chExt cx="0" cy="0"/>
        </a:xfrm>
      </p:grpSpPr>
      <p:sp>
        <p:nvSpPr>
          <p:cNvPr id="2728" name="Google Shape;2728;p4"/>
          <p:cNvSpPr txBox="1"/>
          <p:nvPr>
            <p:ph idx="1" type="body"/>
          </p:nvPr>
        </p:nvSpPr>
        <p:spPr>
          <a:xfrm>
            <a:off x="324000" y="759300"/>
            <a:ext cx="7135200" cy="813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a:t>Group 1 is known also as the Alkali metals. This </a:t>
            </a:r>
            <a:r>
              <a:rPr b="1" lang="en"/>
              <a:t>group </a:t>
            </a:r>
            <a:r>
              <a:rPr lang="en"/>
              <a:t>includes lithium, sodium, and potassium.</a:t>
            </a:r>
            <a:endParaRPr/>
          </a:p>
          <a:p>
            <a:pPr indent="0" lvl="0" marL="0" rtl="0" algn="l">
              <a:lnSpc>
                <a:spcPct val="115000"/>
              </a:lnSpc>
              <a:spcBef>
                <a:spcPts val="1000"/>
              </a:spcBef>
              <a:spcAft>
                <a:spcPts val="1000"/>
              </a:spcAft>
              <a:buSzPts val="2200"/>
              <a:buNone/>
            </a:pPr>
            <a:r>
              <a:t/>
            </a:r>
            <a:endParaRPr/>
          </a:p>
        </p:txBody>
      </p:sp>
      <p:sp>
        <p:nvSpPr>
          <p:cNvPr id="2729" name="Google Shape;2729;p4"/>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
              <a:t>Exploring groups and properties</a:t>
            </a:r>
            <a:endParaRPr/>
          </a:p>
        </p:txBody>
      </p:sp>
      <p:sp>
        <p:nvSpPr>
          <p:cNvPr id="2730" name="Google Shape;2730;p4"/>
          <p:cNvSpPr txBox="1"/>
          <p:nvPr>
            <p:ph idx="1" type="body"/>
          </p:nvPr>
        </p:nvSpPr>
        <p:spPr>
          <a:xfrm>
            <a:off x="324000" y="1970475"/>
            <a:ext cx="5088300" cy="263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
              <a:t>They have similar chemical and physical properties:</a:t>
            </a:r>
            <a:endParaRPr/>
          </a:p>
          <a:p>
            <a:pPr indent="-368300" lvl="0" marL="457200" rtl="0" algn="l">
              <a:lnSpc>
                <a:spcPct val="115000"/>
              </a:lnSpc>
              <a:spcBef>
                <a:spcPts val="1000"/>
              </a:spcBef>
              <a:spcAft>
                <a:spcPts val="0"/>
              </a:spcAft>
              <a:buSzPts val="2200"/>
              <a:buChar char="●"/>
            </a:pPr>
            <a:r>
              <a:rPr lang="en"/>
              <a:t>high reactivity</a:t>
            </a:r>
            <a:endParaRPr/>
          </a:p>
          <a:p>
            <a:pPr indent="-368300" lvl="0" marL="457200" rtl="0" algn="l">
              <a:lnSpc>
                <a:spcPct val="115000"/>
              </a:lnSpc>
              <a:spcBef>
                <a:spcPts val="0"/>
              </a:spcBef>
              <a:spcAft>
                <a:spcPts val="0"/>
              </a:spcAft>
              <a:buSzPts val="2200"/>
              <a:buChar char="●"/>
            </a:pPr>
            <a:r>
              <a:rPr lang="en"/>
              <a:t>react vigorously with cold water</a:t>
            </a:r>
            <a:endParaRPr/>
          </a:p>
          <a:p>
            <a:pPr indent="-368300" lvl="0" marL="457200" rtl="0" algn="l">
              <a:lnSpc>
                <a:spcPct val="115000"/>
              </a:lnSpc>
              <a:spcBef>
                <a:spcPts val="0"/>
              </a:spcBef>
              <a:spcAft>
                <a:spcPts val="0"/>
              </a:spcAft>
              <a:buSzPts val="2200"/>
              <a:buChar char="●"/>
            </a:pPr>
            <a:r>
              <a:rPr lang="en"/>
              <a:t>low melting points</a:t>
            </a:r>
            <a:endParaRPr/>
          </a:p>
        </p:txBody>
      </p:sp>
      <p:grpSp>
        <p:nvGrpSpPr>
          <p:cNvPr id="2731" name="Google Shape;2731;p4"/>
          <p:cNvGrpSpPr/>
          <p:nvPr/>
        </p:nvGrpSpPr>
        <p:grpSpPr>
          <a:xfrm>
            <a:off x="5712075" y="1718702"/>
            <a:ext cx="1089462" cy="1212093"/>
            <a:chOff x="3499525" y="649175"/>
            <a:chExt cx="1568700" cy="1745275"/>
          </a:xfrm>
        </p:grpSpPr>
        <p:sp>
          <p:nvSpPr>
            <p:cNvPr id="2732" name="Google Shape;2732;p4"/>
            <p:cNvSpPr/>
            <p:nvPr/>
          </p:nvSpPr>
          <p:spPr>
            <a:xfrm>
              <a:off x="3499525" y="825750"/>
              <a:ext cx="1568700" cy="15687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3" name="Google Shape;2733;p4"/>
            <p:cNvSpPr/>
            <p:nvPr/>
          </p:nvSpPr>
          <p:spPr>
            <a:xfrm>
              <a:off x="3778825" y="1105048"/>
              <a:ext cx="1010100" cy="1010100"/>
            </a:xfrm>
            <a:prstGeom prst="ellipse">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4" name="Google Shape;2734;p4"/>
            <p:cNvSpPr/>
            <p:nvPr/>
          </p:nvSpPr>
          <p:spPr>
            <a:xfrm>
              <a:off x="3949950" y="1277625"/>
              <a:ext cx="665100" cy="665100"/>
            </a:xfrm>
            <a:prstGeom prst="ellipse">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000000"/>
                  </a:solidFill>
                  <a:latin typeface="Lexend"/>
                  <a:ea typeface="Lexend"/>
                  <a:cs typeface="Lexend"/>
                  <a:sym typeface="Lexend"/>
                </a:rPr>
                <a:t>Li</a:t>
              </a:r>
              <a:endParaRPr b="0" i="0" sz="2500" u="none" cap="none" strike="noStrike">
                <a:solidFill>
                  <a:srgbClr val="000000"/>
                </a:solidFill>
                <a:latin typeface="Lexend"/>
                <a:ea typeface="Lexend"/>
                <a:cs typeface="Lexend"/>
                <a:sym typeface="Lexend"/>
              </a:endParaRPr>
            </a:p>
          </p:txBody>
        </p:sp>
        <p:sp>
          <p:nvSpPr>
            <p:cNvPr id="2735" name="Google Shape;2735;p4"/>
            <p:cNvSpPr/>
            <p:nvPr/>
          </p:nvSpPr>
          <p:spPr>
            <a:xfrm rot="2700000">
              <a:off x="4163169" y="986822"/>
              <a:ext cx="241406" cy="241406"/>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6" name="Google Shape;2736;p4"/>
            <p:cNvSpPr/>
            <p:nvPr/>
          </p:nvSpPr>
          <p:spPr>
            <a:xfrm rot="2700000">
              <a:off x="4164708" y="1995144"/>
              <a:ext cx="235467" cy="235467"/>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7" name="Google Shape;2737;p4"/>
            <p:cNvSpPr/>
            <p:nvPr/>
          </p:nvSpPr>
          <p:spPr>
            <a:xfrm rot="2700000">
              <a:off x="4161932" y="699084"/>
              <a:ext cx="240982" cy="240982"/>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38" name="Google Shape;2738;p4"/>
          <p:cNvGrpSpPr/>
          <p:nvPr/>
        </p:nvGrpSpPr>
        <p:grpSpPr>
          <a:xfrm>
            <a:off x="7101302" y="1275303"/>
            <a:ext cx="1460325" cy="1579291"/>
            <a:chOff x="210075" y="239725"/>
            <a:chExt cx="2102700" cy="2273998"/>
          </a:xfrm>
        </p:grpSpPr>
        <p:grpSp>
          <p:nvGrpSpPr>
            <p:cNvPr id="2739" name="Google Shape;2739;p4"/>
            <p:cNvGrpSpPr/>
            <p:nvPr/>
          </p:nvGrpSpPr>
          <p:grpSpPr>
            <a:xfrm>
              <a:off x="210075" y="411023"/>
              <a:ext cx="2102700" cy="2102700"/>
              <a:chOff x="742850" y="913542"/>
              <a:chExt cx="2102700" cy="2102700"/>
            </a:xfrm>
          </p:grpSpPr>
          <p:sp>
            <p:nvSpPr>
              <p:cNvPr id="2740" name="Google Shape;2740;p4"/>
              <p:cNvSpPr/>
              <p:nvPr/>
            </p:nvSpPr>
            <p:spPr>
              <a:xfrm>
                <a:off x="742850" y="913542"/>
                <a:ext cx="2102700" cy="21027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1" name="Google Shape;2741;p4"/>
              <p:cNvSpPr/>
              <p:nvPr/>
            </p:nvSpPr>
            <p:spPr>
              <a:xfrm>
                <a:off x="1006875" y="1184088"/>
                <a:ext cx="1568700" cy="1568700"/>
              </a:xfrm>
              <a:prstGeom prst="ellipse">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2" name="Google Shape;2742;p4"/>
              <p:cNvSpPr/>
              <p:nvPr/>
            </p:nvSpPr>
            <p:spPr>
              <a:xfrm rot="2700000">
                <a:off x="1583807" y="1072559"/>
                <a:ext cx="241406" cy="241406"/>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3" name="Google Shape;2743;p4"/>
              <p:cNvSpPr/>
              <p:nvPr/>
            </p:nvSpPr>
            <p:spPr>
              <a:xfrm rot="2700000">
                <a:off x="894889" y="1753104"/>
                <a:ext cx="235467" cy="235467"/>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4" name="Google Shape;2744;p4"/>
              <p:cNvSpPr/>
              <p:nvPr/>
            </p:nvSpPr>
            <p:spPr>
              <a:xfrm rot="2700000">
                <a:off x="894889" y="1941029"/>
                <a:ext cx="235467" cy="235467"/>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5" name="Google Shape;2745;p4"/>
              <p:cNvSpPr/>
              <p:nvPr/>
            </p:nvSpPr>
            <p:spPr>
              <a:xfrm rot="2700000">
                <a:off x="1763182" y="1072559"/>
                <a:ext cx="241406" cy="241406"/>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6" name="Google Shape;2746;p4"/>
              <p:cNvSpPr/>
              <p:nvPr/>
            </p:nvSpPr>
            <p:spPr>
              <a:xfrm rot="2700000">
                <a:off x="1583807" y="2622909"/>
                <a:ext cx="241406" cy="241406"/>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7" name="Google Shape;2747;p4"/>
              <p:cNvSpPr/>
              <p:nvPr/>
            </p:nvSpPr>
            <p:spPr>
              <a:xfrm rot="2700000">
                <a:off x="1763182" y="2622909"/>
                <a:ext cx="241406" cy="241406"/>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8" name="Google Shape;2748;p4"/>
              <p:cNvSpPr/>
              <p:nvPr/>
            </p:nvSpPr>
            <p:spPr>
              <a:xfrm rot="2700000">
                <a:off x="2457889" y="1753104"/>
                <a:ext cx="235467" cy="235467"/>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9" name="Google Shape;2749;p4"/>
              <p:cNvSpPr/>
              <p:nvPr/>
            </p:nvSpPr>
            <p:spPr>
              <a:xfrm rot="2700000">
                <a:off x="2457889" y="1941029"/>
                <a:ext cx="235467" cy="235467"/>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50" name="Google Shape;2750;p4"/>
            <p:cNvSpPr/>
            <p:nvPr/>
          </p:nvSpPr>
          <p:spPr>
            <a:xfrm>
              <a:off x="756363" y="957323"/>
              <a:ext cx="1010100" cy="1010100"/>
            </a:xfrm>
            <a:prstGeom prst="ellipse">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1" name="Google Shape;2751;p4"/>
            <p:cNvSpPr/>
            <p:nvPr/>
          </p:nvSpPr>
          <p:spPr>
            <a:xfrm>
              <a:off x="754978" y="957342"/>
              <a:ext cx="1010100" cy="1010100"/>
            </a:xfrm>
            <a:prstGeom prst="ellipse">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000000"/>
                  </a:solidFill>
                  <a:latin typeface="Lexend"/>
                  <a:ea typeface="Lexend"/>
                  <a:cs typeface="Lexend"/>
                  <a:sym typeface="Lexend"/>
                </a:rPr>
                <a:t>Na</a:t>
              </a:r>
              <a:endParaRPr b="0" i="0" sz="2500" u="none" cap="none" strike="noStrike">
                <a:solidFill>
                  <a:srgbClr val="000000"/>
                </a:solidFill>
                <a:latin typeface="Lexend"/>
                <a:ea typeface="Lexend"/>
                <a:cs typeface="Lexend"/>
                <a:sym typeface="Lexend"/>
              </a:endParaRPr>
            </a:p>
          </p:txBody>
        </p:sp>
        <p:sp>
          <p:nvSpPr>
            <p:cNvPr id="2752" name="Google Shape;2752;p4"/>
            <p:cNvSpPr/>
            <p:nvPr/>
          </p:nvSpPr>
          <p:spPr>
            <a:xfrm rot="2700000">
              <a:off x="1140707" y="839097"/>
              <a:ext cx="241406" cy="241406"/>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3" name="Google Shape;2753;p4"/>
            <p:cNvSpPr/>
            <p:nvPr/>
          </p:nvSpPr>
          <p:spPr>
            <a:xfrm rot="2700000">
              <a:off x="1142246" y="1847419"/>
              <a:ext cx="235467" cy="235467"/>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4" name="Google Shape;2754;p4"/>
            <p:cNvSpPr/>
            <p:nvPr/>
          </p:nvSpPr>
          <p:spPr>
            <a:xfrm rot="2700000">
              <a:off x="1140707" y="289722"/>
              <a:ext cx="241406" cy="241406"/>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55" name="Google Shape;2755;p4"/>
          <p:cNvGrpSpPr/>
          <p:nvPr/>
        </p:nvGrpSpPr>
        <p:grpSpPr>
          <a:xfrm>
            <a:off x="6422384" y="2854602"/>
            <a:ext cx="1786810" cy="1909467"/>
            <a:chOff x="507825" y="505450"/>
            <a:chExt cx="2572800" cy="2749412"/>
          </a:xfrm>
        </p:grpSpPr>
        <p:sp>
          <p:nvSpPr>
            <p:cNvPr id="2756" name="Google Shape;2756;p4"/>
            <p:cNvSpPr/>
            <p:nvPr/>
          </p:nvSpPr>
          <p:spPr>
            <a:xfrm>
              <a:off x="507825" y="682062"/>
              <a:ext cx="2572800" cy="25728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7" name="Google Shape;2757;p4"/>
            <p:cNvSpPr/>
            <p:nvPr/>
          </p:nvSpPr>
          <p:spPr>
            <a:xfrm>
              <a:off x="742850" y="913542"/>
              <a:ext cx="2102700" cy="2102700"/>
            </a:xfrm>
            <a:prstGeom prst="ellipse">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8" name="Google Shape;2758;p4"/>
            <p:cNvSpPr/>
            <p:nvPr/>
          </p:nvSpPr>
          <p:spPr>
            <a:xfrm>
              <a:off x="1006875" y="1184088"/>
              <a:ext cx="1568700" cy="1568700"/>
            </a:xfrm>
            <a:prstGeom prst="ellipse">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9" name="Google Shape;2759;p4"/>
            <p:cNvSpPr/>
            <p:nvPr/>
          </p:nvSpPr>
          <p:spPr>
            <a:xfrm>
              <a:off x="1286175" y="1463386"/>
              <a:ext cx="1010100" cy="1010100"/>
            </a:xfrm>
            <a:prstGeom prst="ellipse">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0" name="Google Shape;2760;p4"/>
            <p:cNvSpPr/>
            <p:nvPr/>
          </p:nvSpPr>
          <p:spPr>
            <a:xfrm>
              <a:off x="1457425" y="1636088"/>
              <a:ext cx="664800" cy="664800"/>
            </a:xfrm>
            <a:prstGeom prst="ellipse">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000000"/>
                  </a:solidFill>
                  <a:latin typeface="Lexend"/>
                  <a:ea typeface="Lexend"/>
                  <a:cs typeface="Lexend"/>
                  <a:sym typeface="Lexend"/>
                </a:rPr>
                <a:t>K</a:t>
              </a:r>
              <a:endParaRPr b="0" i="0" sz="2500" u="none" cap="none" strike="noStrike">
                <a:solidFill>
                  <a:srgbClr val="000000"/>
                </a:solidFill>
                <a:latin typeface="Lexend"/>
                <a:ea typeface="Lexend"/>
                <a:cs typeface="Lexend"/>
                <a:sym typeface="Lexend"/>
              </a:endParaRPr>
            </a:p>
          </p:txBody>
        </p:sp>
        <p:sp>
          <p:nvSpPr>
            <p:cNvPr id="2761" name="Google Shape;2761;p4"/>
            <p:cNvSpPr/>
            <p:nvPr/>
          </p:nvSpPr>
          <p:spPr>
            <a:xfrm rot="2700000">
              <a:off x="1583807" y="1072559"/>
              <a:ext cx="241406" cy="241406"/>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2" name="Google Shape;2762;p4"/>
            <p:cNvSpPr/>
            <p:nvPr/>
          </p:nvSpPr>
          <p:spPr>
            <a:xfrm rot="2700000">
              <a:off x="894889" y="1753104"/>
              <a:ext cx="235467" cy="235467"/>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3" name="Google Shape;2763;p4"/>
            <p:cNvSpPr/>
            <p:nvPr/>
          </p:nvSpPr>
          <p:spPr>
            <a:xfrm rot="2700000">
              <a:off x="894889" y="1941029"/>
              <a:ext cx="235467" cy="235467"/>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4" name="Google Shape;2764;p4"/>
            <p:cNvSpPr/>
            <p:nvPr/>
          </p:nvSpPr>
          <p:spPr>
            <a:xfrm rot="2700000">
              <a:off x="1763182" y="1072559"/>
              <a:ext cx="241406" cy="241406"/>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5" name="Google Shape;2765;p4"/>
            <p:cNvSpPr/>
            <p:nvPr/>
          </p:nvSpPr>
          <p:spPr>
            <a:xfrm rot="2700000">
              <a:off x="1583807" y="2622909"/>
              <a:ext cx="241406" cy="241406"/>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6" name="Google Shape;2766;p4"/>
            <p:cNvSpPr/>
            <p:nvPr/>
          </p:nvSpPr>
          <p:spPr>
            <a:xfrm rot="2700000">
              <a:off x="1763182" y="2622909"/>
              <a:ext cx="241406" cy="241406"/>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7" name="Google Shape;2767;p4"/>
            <p:cNvSpPr/>
            <p:nvPr/>
          </p:nvSpPr>
          <p:spPr>
            <a:xfrm rot="2700000">
              <a:off x="2457889" y="1753104"/>
              <a:ext cx="235467" cy="235467"/>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8" name="Google Shape;2768;p4"/>
            <p:cNvSpPr/>
            <p:nvPr/>
          </p:nvSpPr>
          <p:spPr>
            <a:xfrm rot="2700000">
              <a:off x="2457889" y="1941029"/>
              <a:ext cx="235467" cy="235467"/>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9" name="Google Shape;2769;p4"/>
            <p:cNvSpPr/>
            <p:nvPr/>
          </p:nvSpPr>
          <p:spPr>
            <a:xfrm rot="2700000">
              <a:off x="2722139" y="1753104"/>
              <a:ext cx="235467" cy="235467"/>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0" name="Google Shape;2770;p4"/>
            <p:cNvSpPr/>
            <p:nvPr/>
          </p:nvSpPr>
          <p:spPr>
            <a:xfrm rot="2700000">
              <a:off x="2722139" y="1941029"/>
              <a:ext cx="235467" cy="235467"/>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1" name="Google Shape;2771;p4"/>
            <p:cNvSpPr/>
            <p:nvPr/>
          </p:nvSpPr>
          <p:spPr>
            <a:xfrm rot="2700000">
              <a:off x="1583807" y="797534"/>
              <a:ext cx="241406" cy="241406"/>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2" name="Google Shape;2772;p4"/>
            <p:cNvSpPr/>
            <p:nvPr/>
          </p:nvSpPr>
          <p:spPr>
            <a:xfrm rot="2700000">
              <a:off x="1763182" y="797534"/>
              <a:ext cx="241406" cy="241406"/>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3" name="Google Shape;2773;p4"/>
            <p:cNvSpPr/>
            <p:nvPr/>
          </p:nvSpPr>
          <p:spPr>
            <a:xfrm rot="2700000">
              <a:off x="1583807" y="2897934"/>
              <a:ext cx="241406" cy="241406"/>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4" name="Google Shape;2774;p4"/>
            <p:cNvSpPr/>
            <p:nvPr/>
          </p:nvSpPr>
          <p:spPr>
            <a:xfrm rot="2700000">
              <a:off x="1763182" y="2897934"/>
              <a:ext cx="241406" cy="241406"/>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5" name="Google Shape;2775;p4"/>
            <p:cNvSpPr/>
            <p:nvPr/>
          </p:nvSpPr>
          <p:spPr>
            <a:xfrm rot="2700000">
              <a:off x="624839" y="1753104"/>
              <a:ext cx="235467" cy="235467"/>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6" name="Google Shape;2776;p4"/>
            <p:cNvSpPr/>
            <p:nvPr/>
          </p:nvSpPr>
          <p:spPr>
            <a:xfrm rot="2700000">
              <a:off x="624839" y="1941029"/>
              <a:ext cx="235467" cy="235467"/>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7" name="Google Shape;2777;p4"/>
            <p:cNvSpPr/>
            <p:nvPr/>
          </p:nvSpPr>
          <p:spPr>
            <a:xfrm rot="2700000">
              <a:off x="1669082" y="1346109"/>
              <a:ext cx="241406" cy="241406"/>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8" name="Google Shape;2778;p4"/>
            <p:cNvSpPr/>
            <p:nvPr/>
          </p:nvSpPr>
          <p:spPr>
            <a:xfrm rot="2700000">
              <a:off x="1669082" y="2349359"/>
              <a:ext cx="241406" cy="241406"/>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9" name="Google Shape;2779;p4"/>
            <p:cNvSpPr/>
            <p:nvPr/>
          </p:nvSpPr>
          <p:spPr>
            <a:xfrm rot="2700000">
              <a:off x="1669082" y="555447"/>
              <a:ext cx="241406" cy="241406"/>
            </a:xfrm>
            <a:prstGeom prst="mathPlus">
              <a:avLst>
                <a:gd fmla="val 7329" name="adj1"/>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3" name="Shape 2783"/>
        <p:cNvGrpSpPr/>
        <p:nvPr/>
      </p:nvGrpSpPr>
      <p:grpSpPr>
        <a:xfrm>
          <a:off x="0" y="0"/>
          <a:ext cx="0" cy="0"/>
          <a:chOff x="0" y="0"/>
          <a:chExt cx="0" cy="0"/>
        </a:xfrm>
      </p:grpSpPr>
      <p:graphicFrame>
        <p:nvGraphicFramePr>
          <p:cNvPr id="2784" name="Google Shape;2784;p5"/>
          <p:cNvGraphicFramePr/>
          <p:nvPr/>
        </p:nvGraphicFramePr>
        <p:xfrm>
          <a:off x="396388" y="917286"/>
          <a:ext cx="3000000" cy="3000000"/>
        </p:xfrm>
        <a:graphic>
          <a:graphicData uri="http://schemas.openxmlformats.org/drawingml/2006/table">
            <a:tbl>
              <a:tblPr bandRow="1" firstRow="1">
                <a:noFill/>
                <a:tableStyleId>{694D1BDD-B2E2-4282-BFBA-00CAED2B2ACD}</a:tableStyleId>
              </a:tblPr>
              <a:tblGrid>
                <a:gridCol w="1722750"/>
                <a:gridCol w="1370300"/>
                <a:gridCol w="1284600"/>
                <a:gridCol w="2434075"/>
                <a:gridCol w="1539475"/>
              </a:tblGrid>
              <a:tr h="745875">
                <a:tc>
                  <a:txBody>
                    <a:bodyPr/>
                    <a:lstStyle/>
                    <a:p>
                      <a:pPr indent="0" lvl="0" marL="0" marR="0" rtl="0" algn="ctr">
                        <a:lnSpc>
                          <a:spcPct val="100000"/>
                        </a:lnSpc>
                        <a:spcBef>
                          <a:spcPts val="0"/>
                        </a:spcBef>
                        <a:spcAft>
                          <a:spcPts val="0"/>
                        </a:spcAft>
                        <a:buClr>
                          <a:srgbClr val="000000"/>
                        </a:buClr>
                        <a:buSzPts val="1800"/>
                        <a:buFont typeface="Arial"/>
                        <a:buNone/>
                      </a:pPr>
                      <a:r>
                        <a:rPr lang="en" sz="2400" u="none" cap="none" strike="noStrike">
                          <a:latin typeface="Lato"/>
                          <a:ea typeface="Lato"/>
                          <a:cs typeface="Lato"/>
                          <a:sym typeface="Lato"/>
                        </a:rPr>
                        <a:t>Element</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2400" u="none" cap="none" strike="noStrike">
                          <a:latin typeface="Lato"/>
                          <a:ea typeface="Lato"/>
                          <a:cs typeface="Lato"/>
                          <a:sym typeface="Lato"/>
                        </a:rPr>
                        <a:t>Symbol</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2400" u="none" cap="none" strike="noStrike">
                          <a:latin typeface="Lato"/>
                          <a:ea typeface="Lato"/>
                          <a:cs typeface="Lato"/>
                          <a:sym typeface="Lato"/>
                        </a:rPr>
                        <a:t>Atomic No.</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2400" u="none" cap="none" strike="noStrike">
                          <a:latin typeface="Lato"/>
                          <a:ea typeface="Lato"/>
                          <a:cs typeface="Lato"/>
                          <a:sym typeface="Lato"/>
                        </a:rPr>
                        <a:t>Electron Configuration</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2400" u="none" cap="none" strike="noStrike">
                          <a:latin typeface="Lato"/>
                          <a:ea typeface="Lato"/>
                          <a:cs typeface="Lato"/>
                          <a:sym typeface="Lato"/>
                        </a:rPr>
                        <a:t>Valence Electron</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6200">
                <a:tc>
                  <a:txBody>
                    <a:bodyPr/>
                    <a:lstStyle/>
                    <a:p>
                      <a:pPr indent="0" lvl="0" marL="0" marR="0" rtl="0" algn="ctr">
                        <a:lnSpc>
                          <a:spcPct val="100000"/>
                        </a:lnSpc>
                        <a:spcBef>
                          <a:spcPts val="0"/>
                        </a:spcBef>
                        <a:spcAft>
                          <a:spcPts val="0"/>
                        </a:spcAft>
                        <a:buClr>
                          <a:srgbClr val="000000"/>
                        </a:buClr>
                        <a:buSzPts val="1800"/>
                        <a:buFont typeface="Arial"/>
                        <a:buNone/>
                      </a:pPr>
                      <a:r>
                        <a:rPr lang="en" sz="2400" u="none" cap="none" strike="noStrike">
                          <a:latin typeface="Lato"/>
                          <a:ea typeface="Lato"/>
                          <a:cs typeface="Lato"/>
                          <a:sym typeface="Lato"/>
                        </a:rPr>
                        <a:t>Lithium</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6200">
                <a:tc>
                  <a:txBody>
                    <a:bodyPr/>
                    <a:lstStyle/>
                    <a:p>
                      <a:pPr indent="0" lvl="0" marL="0" marR="0" rtl="0" algn="ctr">
                        <a:lnSpc>
                          <a:spcPct val="100000"/>
                        </a:lnSpc>
                        <a:spcBef>
                          <a:spcPts val="0"/>
                        </a:spcBef>
                        <a:spcAft>
                          <a:spcPts val="0"/>
                        </a:spcAft>
                        <a:buClr>
                          <a:srgbClr val="000000"/>
                        </a:buClr>
                        <a:buSzPts val="1800"/>
                        <a:buFont typeface="Arial"/>
                        <a:buNone/>
                      </a:pPr>
                      <a:r>
                        <a:rPr lang="en" sz="2400" u="none" cap="none" strike="noStrike">
                          <a:latin typeface="Lato"/>
                          <a:ea typeface="Lato"/>
                          <a:cs typeface="Lato"/>
                          <a:sym typeface="Lato"/>
                        </a:rPr>
                        <a:t>Sodium</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6200">
                <a:tc>
                  <a:txBody>
                    <a:bodyPr/>
                    <a:lstStyle/>
                    <a:p>
                      <a:pPr indent="0" lvl="0" marL="0" marR="0" rtl="0" algn="ctr">
                        <a:lnSpc>
                          <a:spcPct val="100000"/>
                        </a:lnSpc>
                        <a:spcBef>
                          <a:spcPts val="0"/>
                        </a:spcBef>
                        <a:spcAft>
                          <a:spcPts val="0"/>
                        </a:spcAft>
                        <a:buClr>
                          <a:srgbClr val="000000"/>
                        </a:buClr>
                        <a:buSzPts val="1800"/>
                        <a:buFont typeface="Arial"/>
                        <a:buNone/>
                      </a:pPr>
                      <a:r>
                        <a:rPr lang="en" sz="2400" u="none" cap="none" strike="noStrike">
                          <a:latin typeface="Lato"/>
                          <a:ea typeface="Lato"/>
                          <a:cs typeface="Lato"/>
                          <a:sym typeface="Lato"/>
                        </a:rPr>
                        <a:t>Potassium</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6200">
                <a:tc>
                  <a:txBody>
                    <a:bodyPr/>
                    <a:lstStyle/>
                    <a:p>
                      <a:pPr indent="0" lvl="0" marL="0" marR="0" rtl="0" algn="ctr">
                        <a:lnSpc>
                          <a:spcPct val="100000"/>
                        </a:lnSpc>
                        <a:spcBef>
                          <a:spcPts val="0"/>
                        </a:spcBef>
                        <a:spcAft>
                          <a:spcPts val="0"/>
                        </a:spcAft>
                        <a:buClr>
                          <a:srgbClr val="000000"/>
                        </a:buClr>
                        <a:buSzPts val="1800"/>
                        <a:buFont typeface="Arial"/>
                        <a:buNone/>
                      </a:pPr>
                      <a:r>
                        <a:rPr lang="en" sz="2400" u="none" cap="none" strike="noStrike">
                          <a:latin typeface="Lato"/>
                          <a:ea typeface="Lato"/>
                          <a:cs typeface="Lato"/>
                          <a:sym typeface="Lato"/>
                        </a:rPr>
                        <a:t>Rubidium</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latin typeface="Lato"/>
                          <a:ea typeface="Lato"/>
                          <a:cs typeface="Lato"/>
                          <a:sym typeface="Lato"/>
                        </a:rPr>
                        <a:t>37</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latin typeface="Lato"/>
                          <a:ea typeface="Lato"/>
                          <a:cs typeface="Lato"/>
                          <a:sym typeface="Lato"/>
                        </a:rPr>
                        <a:t>2,8,8,18,1</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6200">
                <a:tc>
                  <a:txBody>
                    <a:bodyPr/>
                    <a:lstStyle/>
                    <a:p>
                      <a:pPr indent="0" lvl="0" marL="0" marR="0" rtl="0" algn="ctr">
                        <a:lnSpc>
                          <a:spcPct val="100000"/>
                        </a:lnSpc>
                        <a:spcBef>
                          <a:spcPts val="0"/>
                        </a:spcBef>
                        <a:spcAft>
                          <a:spcPts val="0"/>
                        </a:spcAft>
                        <a:buClr>
                          <a:srgbClr val="000000"/>
                        </a:buClr>
                        <a:buSzPts val="1800"/>
                        <a:buFont typeface="Arial"/>
                        <a:buNone/>
                      </a:pPr>
                      <a:r>
                        <a:rPr lang="en" sz="2400" u="none" cap="none" strike="noStrike">
                          <a:latin typeface="Lato"/>
                          <a:ea typeface="Lato"/>
                          <a:cs typeface="Lato"/>
                          <a:sym typeface="Lato"/>
                        </a:rPr>
                        <a:t>Caesium</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latin typeface="Lato"/>
                          <a:ea typeface="Lato"/>
                          <a:cs typeface="Lato"/>
                          <a:sym typeface="Lato"/>
                        </a:rPr>
                        <a:t>55</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0DEEF"/>
                    </a:solidFill>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latin typeface="Lato"/>
                          <a:ea typeface="Lato"/>
                          <a:cs typeface="Lato"/>
                          <a:sym typeface="Lato"/>
                        </a:rPr>
                        <a:t>2,8,8,18,18,1</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6200">
                <a:tc>
                  <a:txBody>
                    <a:bodyPr/>
                    <a:lstStyle/>
                    <a:p>
                      <a:pPr indent="0" lvl="0" marL="0" marR="0" rtl="0" algn="ctr">
                        <a:lnSpc>
                          <a:spcPct val="100000"/>
                        </a:lnSpc>
                        <a:spcBef>
                          <a:spcPts val="0"/>
                        </a:spcBef>
                        <a:spcAft>
                          <a:spcPts val="0"/>
                        </a:spcAft>
                        <a:buClr>
                          <a:srgbClr val="000000"/>
                        </a:buClr>
                        <a:buSzPts val="1800"/>
                        <a:buFont typeface="Arial"/>
                        <a:buNone/>
                      </a:pPr>
                      <a:r>
                        <a:rPr lang="en" sz="2400" u="none" cap="none" strike="noStrike">
                          <a:latin typeface="Lato"/>
                          <a:ea typeface="Lato"/>
                          <a:cs typeface="Lato"/>
                          <a:sym typeface="Lato"/>
                        </a:rPr>
                        <a:t>Francium</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latin typeface="Lato"/>
                          <a:ea typeface="Lato"/>
                          <a:cs typeface="Lato"/>
                          <a:sym typeface="Lato"/>
                        </a:rPr>
                        <a:t>87</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latin typeface="Lato"/>
                          <a:ea typeface="Lato"/>
                          <a:cs typeface="Lato"/>
                          <a:sym typeface="Lato"/>
                        </a:rPr>
                        <a:t>2,8,8,18,18,32,1</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2785" name="Google Shape;2785;p5"/>
          <p:cNvSpPr/>
          <p:nvPr/>
        </p:nvSpPr>
        <p:spPr>
          <a:xfrm>
            <a:off x="250625" y="130775"/>
            <a:ext cx="991800" cy="2916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2786" name="Google Shape;2786;p5"/>
          <p:cNvSpPr txBox="1"/>
          <p:nvPr>
            <p:ph type="title"/>
          </p:nvPr>
        </p:nvSpPr>
        <p:spPr>
          <a:xfrm>
            <a:off x="250625" y="85175"/>
            <a:ext cx="68553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800"/>
              <a:buNone/>
            </a:pPr>
            <a:r>
              <a:rPr lang="en" sz="2400"/>
              <a:t>Recall: Complete the table</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0" name="Shape 2790"/>
        <p:cNvGrpSpPr/>
        <p:nvPr/>
      </p:nvGrpSpPr>
      <p:grpSpPr>
        <a:xfrm>
          <a:off x="0" y="0"/>
          <a:ext cx="0" cy="0"/>
          <a:chOff x="0" y="0"/>
          <a:chExt cx="0" cy="0"/>
        </a:xfrm>
      </p:grpSpPr>
      <p:graphicFrame>
        <p:nvGraphicFramePr>
          <p:cNvPr id="2791" name="Google Shape;2791;p6"/>
          <p:cNvGraphicFramePr/>
          <p:nvPr/>
        </p:nvGraphicFramePr>
        <p:xfrm>
          <a:off x="396388" y="917286"/>
          <a:ext cx="3000000" cy="3000000"/>
        </p:xfrm>
        <a:graphic>
          <a:graphicData uri="http://schemas.openxmlformats.org/drawingml/2006/table">
            <a:tbl>
              <a:tblPr bandRow="1" firstRow="1">
                <a:noFill/>
                <a:tableStyleId>{694D1BDD-B2E2-4282-BFBA-00CAED2B2ACD}</a:tableStyleId>
              </a:tblPr>
              <a:tblGrid>
                <a:gridCol w="1722750"/>
                <a:gridCol w="1370300"/>
                <a:gridCol w="1284600"/>
                <a:gridCol w="2434075"/>
                <a:gridCol w="1539475"/>
              </a:tblGrid>
              <a:tr h="745875">
                <a:tc>
                  <a:txBody>
                    <a:bodyPr/>
                    <a:lstStyle/>
                    <a:p>
                      <a:pPr indent="0" lvl="0" marL="0" marR="0" rtl="0" algn="ctr">
                        <a:lnSpc>
                          <a:spcPct val="100000"/>
                        </a:lnSpc>
                        <a:spcBef>
                          <a:spcPts val="0"/>
                        </a:spcBef>
                        <a:spcAft>
                          <a:spcPts val="0"/>
                        </a:spcAft>
                        <a:buClr>
                          <a:srgbClr val="000000"/>
                        </a:buClr>
                        <a:buSzPts val="1800"/>
                        <a:buFont typeface="Arial"/>
                        <a:buNone/>
                      </a:pPr>
                      <a:r>
                        <a:rPr lang="en" sz="2400" u="none" cap="none" strike="noStrike">
                          <a:latin typeface="Lato"/>
                          <a:ea typeface="Lato"/>
                          <a:cs typeface="Lato"/>
                          <a:sym typeface="Lato"/>
                        </a:rPr>
                        <a:t>Element</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2400" u="none" cap="none" strike="noStrike">
                          <a:latin typeface="Lato"/>
                          <a:ea typeface="Lato"/>
                          <a:cs typeface="Lato"/>
                          <a:sym typeface="Lato"/>
                        </a:rPr>
                        <a:t>Symbol</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2400" u="none" cap="none" strike="noStrike">
                          <a:latin typeface="Lato"/>
                          <a:ea typeface="Lato"/>
                          <a:cs typeface="Lato"/>
                          <a:sym typeface="Lato"/>
                        </a:rPr>
                        <a:t>Atomic No.</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2400" u="none" cap="none" strike="noStrike">
                          <a:latin typeface="Lato"/>
                          <a:ea typeface="Lato"/>
                          <a:cs typeface="Lato"/>
                          <a:sym typeface="Lato"/>
                        </a:rPr>
                        <a:t>Electron Configuration</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2400" u="none" cap="none" strike="noStrike">
                          <a:latin typeface="Lato"/>
                          <a:ea typeface="Lato"/>
                          <a:cs typeface="Lato"/>
                          <a:sym typeface="Lato"/>
                        </a:rPr>
                        <a:t>Valence Electron</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6200">
                <a:tc>
                  <a:txBody>
                    <a:bodyPr/>
                    <a:lstStyle/>
                    <a:p>
                      <a:pPr indent="0" lvl="0" marL="0" marR="0" rtl="0" algn="ctr">
                        <a:lnSpc>
                          <a:spcPct val="100000"/>
                        </a:lnSpc>
                        <a:spcBef>
                          <a:spcPts val="0"/>
                        </a:spcBef>
                        <a:spcAft>
                          <a:spcPts val="0"/>
                        </a:spcAft>
                        <a:buClr>
                          <a:srgbClr val="000000"/>
                        </a:buClr>
                        <a:buSzPts val="1800"/>
                        <a:buFont typeface="Arial"/>
                        <a:buNone/>
                      </a:pPr>
                      <a:r>
                        <a:rPr lang="en" sz="2400" u="none" cap="none" strike="noStrike">
                          <a:latin typeface="Lato"/>
                          <a:ea typeface="Lato"/>
                          <a:cs typeface="Lato"/>
                          <a:sym typeface="Lato"/>
                        </a:rPr>
                        <a:t>Lithium</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solidFill>
                            <a:srgbClr val="00B050"/>
                          </a:solidFill>
                          <a:latin typeface="Lato"/>
                          <a:ea typeface="Lato"/>
                          <a:cs typeface="Lato"/>
                          <a:sym typeface="Lato"/>
                        </a:rPr>
                        <a:t>Li</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solidFill>
                            <a:srgbClr val="00B050"/>
                          </a:solidFill>
                          <a:latin typeface="Lato"/>
                          <a:ea typeface="Lato"/>
                          <a:cs typeface="Lato"/>
                          <a:sym typeface="Lato"/>
                        </a:rPr>
                        <a:t>3</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solidFill>
                            <a:srgbClr val="00B050"/>
                          </a:solidFill>
                          <a:latin typeface="Lato"/>
                          <a:ea typeface="Lato"/>
                          <a:cs typeface="Lato"/>
                          <a:sym typeface="Lato"/>
                        </a:rPr>
                        <a:t>2,1</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solidFill>
                            <a:srgbClr val="00B050"/>
                          </a:solidFill>
                          <a:latin typeface="Lato"/>
                          <a:ea typeface="Lato"/>
                          <a:cs typeface="Lato"/>
                          <a:sym typeface="Lato"/>
                        </a:rPr>
                        <a:t>1</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6200">
                <a:tc>
                  <a:txBody>
                    <a:bodyPr/>
                    <a:lstStyle/>
                    <a:p>
                      <a:pPr indent="0" lvl="0" marL="0" marR="0" rtl="0" algn="ctr">
                        <a:lnSpc>
                          <a:spcPct val="100000"/>
                        </a:lnSpc>
                        <a:spcBef>
                          <a:spcPts val="0"/>
                        </a:spcBef>
                        <a:spcAft>
                          <a:spcPts val="0"/>
                        </a:spcAft>
                        <a:buClr>
                          <a:srgbClr val="000000"/>
                        </a:buClr>
                        <a:buSzPts val="1800"/>
                        <a:buFont typeface="Arial"/>
                        <a:buNone/>
                      </a:pPr>
                      <a:r>
                        <a:rPr lang="en" sz="2400" u="none" cap="none" strike="noStrike">
                          <a:latin typeface="Lato"/>
                          <a:ea typeface="Lato"/>
                          <a:cs typeface="Lato"/>
                          <a:sym typeface="Lato"/>
                        </a:rPr>
                        <a:t>Sodium</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solidFill>
                            <a:srgbClr val="00B050"/>
                          </a:solidFill>
                          <a:latin typeface="Lato"/>
                          <a:ea typeface="Lato"/>
                          <a:cs typeface="Lato"/>
                          <a:sym typeface="Lato"/>
                        </a:rPr>
                        <a:t>Na</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solidFill>
                            <a:srgbClr val="00B050"/>
                          </a:solidFill>
                          <a:latin typeface="Lato"/>
                          <a:ea typeface="Lato"/>
                          <a:cs typeface="Lato"/>
                          <a:sym typeface="Lato"/>
                        </a:rPr>
                        <a:t>11</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solidFill>
                            <a:srgbClr val="00B050"/>
                          </a:solidFill>
                          <a:latin typeface="Lato"/>
                          <a:ea typeface="Lato"/>
                          <a:cs typeface="Lato"/>
                          <a:sym typeface="Lato"/>
                        </a:rPr>
                        <a:t>2,8,1</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solidFill>
                            <a:srgbClr val="00B050"/>
                          </a:solidFill>
                          <a:latin typeface="Lato"/>
                          <a:ea typeface="Lato"/>
                          <a:cs typeface="Lato"/>
                          <a:sym typeface="Lato"/>
                        </a:rPr>
                        <a:t>1</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6200">
                <a:tc>
                  <a:txBody>
                    <a:bodyPr/>
                    <a:lstStyle/>
                    <a:p>
                      <a:pPr indent="0" lvl="0" marL="0" marR="0" rtl="0" algn="ctr">
                        <a:lnSpc>
                          <a:spcPct val="100000"/>
                        </a:lnSpc>
                        <a:spcBef>
                          <a:spcPts val="0"/>
                        </a:spcBef>
                        <a:spcAft>
                          <a:spcPts val="0"/>
                        </a:spcAft>
                        <a:buClr>
                          <a:srgbClr val="000000"/>
                        </a:buClr>
                        <a:buSzPts val="1800"/>
                        <a:buFont typeface="Arial"/>
                        <a:buNone/>
                      </a:pPr>
                      <a:r>
                        <a:rPr lang="en" sz="2400" u="none" cap="none" strike="noStrike">
                          <a:latin typeface="Lato"/>
                          <a:ea typeface="Lato"/>
                          <a:cs typeface="Lato"/>
                          <a:sym typeface="Lato"/>
                        </a:rPr>
                        <a:t>Potassium</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solidFill>
                            <a:srgbClr val="00B050"/>
                          </a:solidFill>
                          <a:latin typeface="Lato"/>
                          <a:ea typeface="Lato"/>
                          <a:cs typeface="Lato"/>
                          <a:sym typeface="Lato"/>
                        </a:rPr>
                        <a:t>K</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solidFill>
                            <a:srgbClr val="00B050"/>
                          </a:solidFill>
                          <a:latin typeface="Lato"/>
                          <a:ea typeface="Lato"/>
                          <a:cs typeface="Lato"/>
                          <a:sym typeface="Lato"/>
                        </a:rPr>
                        <a:t>19</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solidFill>
                            <a:srgbClr val="00B050"/>
                          </a:solidFill>
                          <a:latin typeface="Lato"/>
                          <a:ea typeface="Lato"/>
                          <a:cs typeface="Lato"/>
                          <a:sym typeface="Lato"/>
                        </a:rPr>
                        <a:t>2,8,8,1</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solidFill>
                            <a:srgbClr val="00B050"/>
                          </a:solidFill>
                          <a:latin typeface="Lato"/>
                          <a:ea typeface="Lato"/>
                          <a:cs typeface="Lato"/>
                          <a:sym typeface="Lato"/>
                        </a:rPr>
                        <a:t>1</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6200">
                <a:tc>
                  <a:txBody>
                    <a:bodyPr/>
                    <a:lstStyle/>
                    <a:p>
                      <a:pPr indent="0" lvl="0" marL="0" marR="0" rtl="0" algn="ctr">
                        <a:lnSpc>
                          <a:spcPct val="100000"/>
                        </a:lnSpc>
                        <a:spcBef>
                          <a:spcPts val="0"/>
                        </a:spcBef>
                        <a:spcAft>
                          <a:spcPts val="0"/>
                        </a:spcAft>
                        <a:buClr>
                          <a:srgbClr val="000000"/>
                        </a:buClr>
                        <a:buSzPts val="1800"/>
                        <a:buFont typeface="Arial"/>
                        <a:buNone/>
                      </a:pPr>
                      <a:r>
                        <a:rPr lang="en" sz="2400" u="none" cap="none" strike="noStrike">
                          <a:latin typeface="Lato"/>
                          <a:ea typeface="Lato"/>
                          <a:cs typeface="Lato"/>
                          <a:sym typeface="Lato"/>
                        </a:rPr>
                        <a:t>Rubidium</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solidFill>
                            <a:srgbClr val="00B050"/>
                          </a:solidFill>
                          <a:latin typeface="Lato"/>
                          <a:ea typeface="Lato"/>
                          <a:cs typeface="Lato"/>
                          <a:sym typeface="Lato"/>
                        </a:rPr>
                        <a:t>Rb</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latin typeface="Lato"/>
                          <a:ea typeface="Lato"/>
                          <a:cs typeface="Lato"/>
                          <a:sym typeface="Lato"/>
                        </a:rPr>
                        <a:t>37</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latin typeface="Lato"/>
                          <a:ea typeface="Lato"/>
                          <a:cs typeface="Lato"/>
                          <a:sym typeface="Lato"/>
                        </a:rPr>
                        <a:t>2,8,8,18,1</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solidFill>
                            <a:srgbClr val="00B050"/>
                          </a:solidFill>
                          <a:latin typeface="Lato"/>
                          <a:ea typeface="Lato"/>
                          <a:cs typeface="Lato"/>
                          <a:sym typeface="Lato"/>
                        </a:rPr>
                        <a:t>1</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6200">
                <a:tc>
                  <a:txBody>
                    <a:bodyPr/>
                    <a:lstStyle/>
                    <a:p>
                      <a:pPr indent="0" lvl="0" marL="0" marR="0" rtl="0" algn="ctr">
                        <a:lnSpc>
                          <a:spcPct val="100000"/>
                        </a:lnSpc>
                        <a:spcBef>
                          <a:spcPts val="0"/>
                        </a:spcBef>
                        <a:spcAft>
                          <a:spcPts val="0"/>
                        </a:spcAft>
                        <a:buClr>
                          <a:srgbClr val="000000"/>
                        </a:buClr>
                        <a:buSzPts val="1800"/>
                        <a:buFont typeface="Arial"/>
                        <a:buNone/>
                      </a:pPr>
                      <a:r>
                        <a:rPr lang="en" sz="2400" u="none" cap="none" strike="noStrike">
                          <a:latin typeface="Lato"/>
                          <a:ea typeface="Lato"/>
                          <a:cs typeface="Lato"/>
                          <a:sym typeface="Lato"/>
                        </a:rPr>
                        <a:t>Caesium</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0DEEF"/>
                    </a:solidFill>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solidFill>
                            <a:srgbClr val="00B050"/>
                          </a:solidFill>
                          <a:latin typeface="Lato"/>
                          <a:ea typeface="Lato"/>
                          <a:cs typeface="Lato"/>
                          <a:sym typeface="Lato"/>
                        </a:rPr>
                        <a:t>Cs</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latin typeface="Lato"/>
                          <a:ea typeface="Lato"/>
                          <a:cs typeface="Lato"/>
                          <a:sym typeface="Lato"/>
                        </a:rPr>
                        <a:t>55</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0DEEF"/>
                    </a:solidFill>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latin typeface="Lato"/>
                          <a:ea typeface="Lato"/>
                          <a:cs typeface="Lato"/>
                          <a:sym typeface="Lato"/>
                        </a:rPr>
                        <a:t>2,8,8,18,18,1</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0DEEF"/>
                    </a:solidFill>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solidFill>
                            <a:srgbClr val="00B050"/>
                          </a:solidFill>
                          <a:latin typeface="Lato"/>
                          <a:ea typeface="Lato"/>
                          <a:cs typeface="Lato"/>
                          <a:sym typeface="Lato"/>
                        </a:rPr>
                        <a:t>1</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6200">
                <a:tc>
                  <a:txBody>
                    <a:bodyPr/>
                    <a:lstStyle/>
                    <a:p>
                      <a:pPr indent="0" lvl="0" marL="0" marR="0" rtl="0" algn="ctr">
                        <a:lnSpc>
                          <a:spcPct val="100000"/>
                        </a:lnSpc>
                        <a:spcBef>
                          <a:spcPts val="0"/>
                        </a:spcBef>
                        <a:spcAft>
                          <a:spcPts val="0"/>
                        </a:spcAft>
                        <a:buClr>
                          <a:srgbClr val="000000"/>
                        </a:buClr>
                        <a:buSzPts val="1800"/>
                        <a:buFont typeface="Arial"/>
                        <a:buNone/>
                      </a:pPr>
                      <a:r>
                        <a:rPr lang="en" sz="2400" u="none" cap="none" strike="noStrike">
                          <a:latin typeface="Lato"/>
                          <a:ea typeface="Lato"/>
                          <a:cs typeface="Lato"/>
                          <a:sym typeface="Lato"/>
                        </a:rPr>
                        <a:t>Francium</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solidFill>
                            <a:srgbClr val="00B050"/>
                          </a:solidFill>
                          <a:latin typeface="Lato"/>
                          <a:ea typeface="Lato"/>
                          <a:cs typeface="Lato"/>
                          <a:sym typeface="Lato"/>
                        </a:rPr>
                        <a:t>Fr</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latin typeface="Lato"/>
                          <a:ea typeface="Lato"/>
                          <a:cs typeface="Lato"/>
                          <a:sym typeface="Lato"/>
                        </a:rPr>
                        <a:t>87</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latin typeface="Lato"/>
                          <a:ea typeface="Lato"/>
                          <a:cs typeface="Lato"/>
                          <a:sym typeface="Lato"/>
                        </a:rPr>
                        <a:t>2,8,8,18,18,32,1</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900"/>
                        <a:buFont typeface="Arial"/>
                        <a:buNone/>
                      </a:pPr>
                      <a:r>
                        <a:rPr lang="en" sz="2400" u="none" cap="none" strike="noStrike">
                          <a:solidFill>
                            <a:srgbClr val="00B050"/>
                          </a:solidFill>
                          <a:latin typeface="Lato"/>
                          <a:ea typeface="Lato"/>
                          <a:cs typeface="Lato"/>
                          <a:sym typeface="Lato"/>
                        </a:rPr>
                        <a:t>1</a:t>
                      </a:r>
                      <a:endParaRPr sz="2400" u="none" cap="none" strike="noStrike">
                        <a:latin typeface="Lato"/>
                        <a:ea typeface="Lato"/>
                        <a:cs typeface="Lato"/>
                        <a:sym typeface="Lato"/>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2792" name="Google Shape;2792;p6"/>
          <p:cNvSpPr/>
          <p:nvPr/>
        </p:nvSpPr>
        <p:spPr>
          <a:xfrm>
            <a:off x="250625" y="130775"/>
            <a:ext cx="991800" cy="2916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2793" name="Google Shape;2793;p6"/>
          <p:cNvSpPr txBox="1"/>
          <p:nvPr>
            <p:ph type="title"/>
          </p:nvPr>
        </p:nvSpPr>
        <p:spPr>
          <a:xfrm>
            <a:off x="250625" y="85175"/>
            <a:ext cx="68553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800"/>
              <a:buNone/>
            </a:pPr>
            <a:r>
              <a:rPr lang="en" sz="2400"/>
              <a:t>Recall: Complete the table</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7" name="Shape 2797"/>
        <p:cNvGrpSpPr/>
        <p:nvPr/>
      </p:nvGrpSpPr>
      <p:grpSpPr>
        <a:xfrm>
          <a:off x="0" y="0"/>
          <a:ext cx="0" cy="0"/>
          <a:chOff x="0" y="0"/>
          <a:chExt cx="0" cy="0"/>
        </a:xfrm>
      </p:grpSpPr>
      <p:sp>
        <p:nvSpPr>
          <p:cNvPr id="2798" name="Google Shape;2798;p7"/>
          <p:cNvSpPr txBox="1"/>
          <p:nvPr>
            <p:ph type="title"/>
          </p:nvPr>
        </p:nvSpPr>
        <p:spPr>
          <a:xfrm>
            <a:off x="4187100" y="606475"/>
            <a:ext cx="4817100" cy="4093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1800"/>
              <a:buNone/>
            </a:pPr>
            <a:r>
              <a:rPr lang="en" sz="2000">
                <a:solidFill>
                  <a:srgbClr val="000000"/>
                </a:solidFill>
                <a:latin typeface="Lato"/>
                <a:ea typeface="Lato"/>
                <a:cs typeface="Lato"/>
                <a:sym typeface="Lato"/>
              </a:rPr>
              <a:t>In this activity you will:  </a:t>
            </a:r>
            <a:endParaRPr sz="2000">
              <a:solidFill>
                <a:srgbClr val="000000"/>
              </a:solidFill>
              <a:latin typeface="Lato"/>
              <a:ea typeface="Lato"/>
              <a:cs typeface="Lato"/>
              <a:sym typeface="Lato"/>
            </a:endParaRPr>
          </a:p>
          <a:p>
            <a:pPr indent="-355600" lvl="0" marL="457200" rtl="0" algn="l">
              <a:lnSpc>
                <a:spcPct val="100000"/>
              </a:lnSpc>
              <a:spcBef>
                <a:spcPts val="0"/>
              </a:spcBef>
              <a:spcAft>
                <a:spcPts val="0"/>
              </a:spcAft>
              <a:buClr>
                <a:srgbClr val="000000"/>
              </a:buClr>
              <a:buSzPts val="2000"/>
              <a:buFont typeface="Lato"/>
              <a:buChar char="★"/>
            </a:pPr>
            <a:r>
              <a:rPr b="1" lang="en" sz="2000">
                <a:solidFill>
                  <a:srgbClr val="000000"/>
                </a:solidFill>
                <a:latin typeface="Lato"/>
                <a:ea typeface="Lato"/>
                <a:cs typeface="Lato"/>
                <a:sym typeface="Lato"/>
              </a:rPr>
              <a:t>record observations </a:t>
            </a:r>
            <a:r>
              <a:rPr lang="en" sz="2000">
                <a:solidFill>
                  <a:srgbClr val="000000"/>
                </a:solidFill>
                <a:latin typeface="Lato"/>
                <a:ea typeface="Lato"/>
                <a:cs typeface="Lato"/>
                <a:sym typeface="Lato"/>
              </a:rPr>
              <a:t>on demonstrations of the reactivity of Group 1 elements with water</a:t>
            </a:r>
            <a:endParaRPr sz="2000">
              <a:solidFill>
                <a:srgbClr val="000000"/>
              </a:solidFill>
              <a:latin typeface="Lato"/>
              <a:ea typeface="Lato"/>
              <a:cs typeface="Lato"/>
              <a:sym typeface="Lato"/>
            </a:endParaRPr>
          </a:p>
          <a:p>
            <a:pPr indent="-355600" lvl="0" marL="457200" rtl="0" algn="l">
              <a:lnSpc>
                <a:spcPct val="100000"/>
              </a:lnSpc>
              <a:spcBef>
                <a:spcPts val="0"/>
              </a:spcBef>
              <a:spcAft>
                <a:spcPts val="0"/>
              </a:spcAft>
              <a:buClr>
                <a:srgbClr val="000000"/>
              </a:buClr>
              <a:buSzPts val="2000"/>
              <a:buFont typeface="Lato"/>
              <a:buChar char="★"/>
            </a:pPr>
            <a:r>
              <a:rPr lang="en" sz="2000">
                <a:solidFill>
                  <a:srgbClr val="000000"/>
                </a:solidFill>
                <a:latin typeface="Lato"/>
                <a:ea typeface="Lato"/>
                <a:cs typeface="Lato"/>
                <a:sym typeface="Lato"/>
              </a:rPr>
              <a:t>identify a </a:t>
            </a:r>
            <a:r>
              <a:rPr b="1" lang="en" sz="2000">
                <a:solidFill>
                  <a:srgbClr val="000000"/>
                </a:solidFill>
                <a:latin typeface="Lato"/>
                <a:ea typeface="Lato"/>
                <a:cs typeface="Lato"/>
                <a:sym typeface="Lato"/>
              </a:rPr>
              <a:t>pattern in behaviour</a:t>
            </a:r>
            <a:endParaRPr b="1" sz="2000">
              <a:solidFill>
                <a:srgbClr val="000000"/>
              </a:solidFill>
              <a:latin typeface="Lato"/>
              <a:ea typeface="Lato"/>
              <a:cs typeface="Lato"/>
              <a:sym typeface="Lato"/>
            </a:endParaRPr>
          </a:p>
          <a:p>
            <a:pPr indent="-355600" lvl="0" marL="457200" rtl="0" algn="l">
              <a:lnSpc>
                <a:spcPct val="100000"/>
              </a:lnSpc>
              <a:spcBef>
                <a:spcPts val="0"/>
              </a:spcBef>
              <a:spcAft>
                <a:spcPts val="0"/>
              </a:spcAft>
              <a:buClr>
                <a:srgbClr val="000000"/>
              </a:buClr>
              <a:buSzPts val="2000"/>
              <a:buFont typeface="Lato"/>
              <a:buChar char="★"/>
            </a:pPr>
            <a:r>
              <a:rPr lang="en" sz="2000">
                <a:solidFill>
                  <a:srgbClr val="000000"/>
                </a:solidFill>
                <a:latin typeface="Lato"/>
                <a:ea typeface="Lato"/>
                <a:cs typeface="Lato"/>
                <a:sym typeface="Lato"/>
              </a:rPr>
              <a:t>identify the </a:t>
            </a:r>
            <a:r>
              <a:rPr b="1" lang="en" sz="2000">
                <a:solidFill>
                  <a:srgbClr val="000000"/>
                </a:solidFill>
                <a:latin typeface="Lato"/>
                <a:ea typeface="Lato"/>
                <a:cs typeface="Lato"/>
                <a:sym typeface="Lato"/>
              </a:rPr>
              <a:t>products formed</a:t>
            </a:r>
            <a:r>
              <a:rPr lang="en" sz="2000">
                <a:solidFill>
                  <a:srgbClr val="000000"/>
                </a:solidFill>
                <a:latin typeface="Lato"/>
                <a:ea typeface="Lato"/>
                <a:cs typeface="Lato"/>
                <a:sym typeface="Lato"/>
              </a:rPr>
              <a:t> and some of the </a:t>
            </a:r>
            <a:r>
              <a:rPr b="1" lang="en" sz="2000">
                <a:solidFill>
                  <a:srgbClr val="000000"/>
                </a:solidFill>
                <a:latin typeface="Lato"/>
                <a:ea typeface="Lato"/>
                <a:cs typeface="Lato"/>
                <a:sym typeface="Lato"/>
              </a:rPr>
              <a:t>product properties</a:t>
            </a:r>
            <a:r>
              <a:rPr lang="en" sz="2000">
                <a:solidFill>
                  <a:srgbClr val="000000"/>
                </a:solidFill>
                <a:latin typeface="Lato"/>
                <a:ea typeface="Lato"/>
                <a:cs typeface="Lato"/>
                <a:sym typeface="Lato"/>
              </a:rPr>
              <a:t>. </a:t>
            </a:r>
            <a:endParaRPr sz="2000">
              <a:solidFill>
                <a:srgbClr val="000000"/>
              </a:solidFill>
              <a:latin typeface="Lato"/>
              <a:ea typeface="Lato"/>
              <a:cs typeface="Lato"/>
              <a:sym typeface="Lato"/>
            </a:endParaRPr>
          </a:p>
          <a:p>
            <a:pPr indent="0" lvl="0" marL="0" rtl="0" algn="l">
              <a:lnSpc>
                <a:spcPct val="100000"/>
              </a:lnSpc>
              <a:spcBef>
                <a:spcPts val="0"/>
              </a:spcBef>
              <a:spcAft>
                <a:spcPts val="0"/>
              </a:spcAft>
              <a:buSzPts val="1800"/>
              <a:buNone/>
            </a:pPr>
            <a:r>
              <a:t/>
            </a:r>
            <a:endParaRPr sz="2000">
              <a:solidFill>
                <a:srgbClr val="000000"/>
              </a:solidFill>
              <a:latin typeface="Lato"/>
              <a:ea typeface="Lato"/>
              <a:cs typeface="Lato"/>
              <a:sym typeface="Lato"/>
            </a:endParaRPr>
          </a:p>
          <a:p>
            <a:pPr indent="0" lvl="0" marL="0" rtl="0" algn="l">
              <a:lnSpc>
                <a:spcPct val="100000"/>
              </a:lnSpc>
              <a:spcBef>
                <a:spcPts val="0"/>
              </a:spcBef>
              <a:spcAft>
                <a:spcPts val="0"/>
              </a:spcAft>
              <a:buSzPts val="1800"/>
              <a:buNone/>
            </a:pPr>
            <a:r>
              <a:rPr lang="en" sz="2000">
                <a:solidFill>
                  <a:srgbClr val="000000"/>
                </a:solidFill>
                <a:latin typeface="Lato"/>
                <a:ea typeface="Lato"/>
                <a:cs typeface="Lato"/>
                <a:sym typeface="Lato"/>
              </a:rPr>
              <a:t>You will be working scientifically to:</a:t>
            </a:r>
            <a:endParaRPr sz="2000">
              <a:solidFill>
                <a:srgbClr val="000000"/>
              </a:solidFill>
              <a:latin typeface="Lato"/>
              <a:ea typeface="Lato"/>
              <a:cs typeface="Lato"/>
              <a:sym typeface="Lato"/>
            </a:endParaRPr>
          </a:p>
          <a:p>
            <a:pPr indent="-355600" lvl="0" marL="457200" rtl="0" algn="l">
              <a:lnSpc>
                <a:spcPct val="100000"/>
              </a:lnSpc>
              <a:spcBef>
                <a:spcPts val="0"/>
              </a:spcBef>
              <a:spcAft>
                <a:spcPts val="0"/>
              </a:spcAft>
              <a:buClr>
                <a:srgbClr val="000000"/>
              </a:buClr>
              <a:buSzPts val="2000"/>
              <a:buFont typeface="Lato"/>
              <a:buChar char="★"/>
            </a:pPr>
            <a:r>
              <a:rPr lang="en" sz="2000">
                <a:solidFill>
                  <a:srgbClr val="000000"/>
                </a:solidFill>
                <a:latin typeface="Lato"/>
                <a:ea typeface="Lato"/>
                <a:cs typeface="Lato"/>
                <a:sym typeface="Lato"/>
              </a:rPr>
              <a:t>make observations about what you see  </a:t>
            </a:r>
            <a:endParaRPr sz="2000">
              <a:solidFill>
                <a:srgbClr val="000000"/>
              </a:solidFill>
              <a:latin typeface="Lato"/>
              <a:ea typeface="Lato"/>
              <a:cs typeface="Lato"/>
              <a:sym typeface="Lato"/>
            </a:endParaRPr>
          </a:p>
          <a:p>
            <a:pPr indent="-355600" lvl="0" marL="457200" rtl="0" algn="l">
              <a:lnSpc>
                <a:spcPct val="100000"/>
              </a:lnSpc>
              <a:spcBef>
                <a:spcPts val="0"/>
              </a:spcBef>
              <a:spcAft>
                <a:spcPts val="0"/>
              </a:spcAft>
              <a:buClr>
                <a:srgbClr val="000000"/>
              </a:buClr>
              <a:buSzPts val="2000"/>
              <a:buFont typeface="Lato"/>
              <a:buChar char="★"/>
            </a:pPr>
            <a:r>
              <a:rPr lang="en" sz="2000">
                <a:solidFill>
                  <a:srgbClr val="000000"/>
                </a:solidFill>
                <a:latin typeface="Lato"/>
                <a:ea typeface="Lato"/>
                <a:cs typeface="Lato"/>
                <a:sym typeface="Lato"/>
              </a:rPr>
              <a:t>predict what you would expect to see for other elements in the same group.</a:t>
            </a:r>
            <a:endParaRPr sz="2000">
              <a:solidFill>
                <a:srgbClr val="000000"/>
              </a:solidFill>
              <a:latin typeface="Lato"/>
              <a:ea typeface="Lato"/>
              <a:cs typeface="Lato"/>
              <a:sym typeface="Lato"/>
            </a:endParaRPr>
          </a:p>
        </p:txBody>
      </p:sp>
      <p:sp>
        <p:nvSpPr>
          <p:cNvPr id="2799" name="Google Shape;2799;p7"/>
          <p:cNvSpPr txBox="1"/>
          <p:nvPr/>
        </p:nvSpPr>
        <p:spPr>
          <a:xfrm>
            <a:off x="851425" y="1201325"/>
            <a:ext cx="3000000" cy="30000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3000"/>
              <a:buFont typeface="Arial"/>
              <a:buNone/>
            </a:pPr>
            <a:r>
              <a:rPr b="0" i="0" lang="en" sz="3000" u="none" cap="none" strike="noStrike">
                <a:solidFill>
                  <a:srgbClr val="FFFFFF"/>
                </a:solidFill>
                <a:latin typeface="Lato"/>
                <a:ea typeface="Lato"/>
                <a:cs typeface="Lato"/>
                <a:sym typeface="Lato"/>
              </a:rPr>
              <a:t>How do Group 1 elements react with water? </a:t>
            </a:r>
            <a:endParaRPr b="0" i="0" sz="3000" u="none" cap="none" strike="noStrike">
              <a:solidFill>
                <a:srgbClr val="FFFFFF"/>
              </a:solidFill>
              <a:latin typeface="Lato"/>
              <a:ea typeface="Lato"/>
              <a:cs typeface="Lato"/>
              <a:sym typeface="Lato"/>
            </a:endParaRPr>
          </a:p>
        </p:txBody>
      </p:sp>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3" name="Shape 2803"/>
        <p:cNvGrpSpPr/>
        <p:nvPr/>
      </p:nvGrpSpPr>
      <p:grpSpPr>
        <a:xfrm>
          <a:off x="0" y="0"/>
          <a:ext cx="0" cy="0"/>
          <a:chOff x="0" y="0"/>
          <a:chExt cx="0" cy="0"/>
        </a:xfrm>
      </p:grpSpPr>
      <p:graphicFrame>
        <p:nvGraphicFramePr>
          <p:cNvPr id="2804" name="Google Shape;2804;p8"/>
          <p:cNvGraphicFramePr/>
          <p:nvPr/>
        </p:nvGraphicFramePr>
        <p:xfrm>
          <a:off x="167725" y="805825"/>
          <a:ext cx="3000000" cy="3000000"/>
        </p:xfrm>
        <a:graphic>
          <a:graphicData uri="http://schemas.openxmlformats.org/drawingml/2006/table">
            <a:tbl>
              <a:tblPr>
                <a:noFill/>
                <a:tableStyleId>{40A10876-C1CF-4A74-93B3-93C9A342541C}</a:tableStyleId>
              </a:tblPr>
              <a:tblGrid>
                <a:gridCol w="1479825"/>
                <a:gridCol w="1722725"/>
                <a:gridCol w="2661350"/>
                <a:gridCol w="2788525"/>
              </a:tblGrid>
              <a:tr h="305350">
                <a:tc>
                  <a:txBody>
                    <a:bodyPr/>
                    <a:lstStyle/>
                    <a:p>
                      <a:pPr indent="0" lvl="0" marL="0" marR="0" rtl="0" algn="l">
                        <a:lnSpc>
                          <a:spcPct val="100000"/>
                        </a:lnSpc>
                        <a:spcBef>
                          <a:spcPts val="0"/>
                        </a:spcBef>
                        <a:spcAft>
                          <a:spcPts val="0"/>
                        </a:spcAft>
                        <a:buClr>
                          <a:srgbClr val="000000"/>
                        </a:buClr>
                        <a:buSzPts val="1600"/>
                        <a:buFont typeface="Arial"/>
                        <a:buNone/>
                      </a:pPr>
                      <a:r>
                        <a:rPr lang="en" sz="2000" u="none" cap="none" strike="noStrike">
                          <a:solidFill>
                            <a:srgbClr val="FFFFFF"/>
                          </a:solidFill>
                          <a:latin typeface="Lexend"/>
                          <a:ea typeface="Lexend"/>
                          <a:cs typeface="Lexend"/>
                          <a:sym typeface="Lexend"/>
                        </a:rPr>
                        <a:t>Element</a:t>
                      </a:r>
                      <a:endParaRPr sz="2000" u="none" cap="none" strike="noStrike">
                        <a:solidFill>
                          <a:srgbClr val="FFFFFF"/>
                        </a:solidFill>
                        <a:latin typeface="Lexend"/>
                        <a:ea typeface="Lexend"/>
                        <a:cs typeface="Lexend"/>
                        <a:sym typeface="Lexend"/>
                      </a:endParaRPr>
                    </a:p>
                  </a:txBody>
                  <a:tcPr marT="72000" marB="72000" marR="72000" marL="72000">
                    <a:solidFill>
                      <a:srgbClr val="845AD9"/>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 sz="2000" u="none" cap="none" strike="noStrike">
                          <a:solidFill>
                            <a:srgbClr val="FFFFFF"/>
                          </a:solidFill>
                          <a:latin typeface="Lexend"/>
                          <a:ea typeface="Lexend"/>
                          <a:cs typeface="Lexend"/>
                          <a:sym typeface="Lexend"/>
                        </a:rPr>
                        <a:t>Appearance</a:t>
                      </a:r>
                      <a:endParaRPr sz="2000" u="none" cap="none" strike="noStrike">
                        <a:solidFill>
                          <a:srgbClr val="FFFFFF"/>
                        </a:solidFill>
                        <a:latin typeface="Lexend"/>
                        <a:ea typeface="Lexend"/>
                        <a:cs typeface="Lexend"/>
                        <a:sym typeface="Lexend"/>
                      </a:endParaRPr>
                    </a:p>
                  </a:txBody>
                  <a:tcPr marT="72000" marB="72000" marR="72000" marL="72000">
                    <a:solidFill>
                      <a:srgbClr val="845AD9"/>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 sz="2000" u="none" cap="none" strike="noStrike">
                          <a:solidFill>
                            <a:srgbClr val="FFFFFF"/>
                          </a:solidFill>
                          <a:latin typeface="Lexend"/>
                          <a:ea typeface="Lexend"/>
                          <a:cs typeface="Lexend"/>
                          <a:sym typeface="Lexend"/>
                        </a:rPr>
                        <a:t>How easy is it to cut with a knife?</a:t>
                      </a:r>
                      <a:endParaRPr sz="2000" u="none" cap="none" strike="noStrike">
                        <a:solidFill>
                          <a:srgbClr val="FFFFFF"/>
                        </a:solidFill>
                        <a:latin typeface="Lexend"/>
                        <a:ea typeface="Lexend"/>
                        <a:cs typeface="Lexend"/>
                        <a:sym typeface="Lexend"/>
                      </a:endParaRPr>
                    </a:p>
                  </a:txBody>
                  <a:tcPr marT="72000" marB="72000" marR="72000" marL="72000">
                    <a:solidFill>
                      <a:srgbClr val="845AD9"/>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 sz="2000" u="none" cap="none" strike="noStrike">
                          <a:solidFill>
                            <a:srgbClr val="FFFFFF"/>
                          </a:solidFill>
                          <a:latin typeface="Lexend"/>
                          <a:ea typeface="Lexend"/>
                          <a:cs typeface="Lexend"/>
                          <a:sym typeface="Lexend"/>
                        </a:rPr>
                        <a:t>What happens when it is added to water?</a:t>
                      </a:r>
                      <a:endParaRPr sz="2000" u="none" cap="none" strike="noStrike">
                        <a:solidFill>
                          <a:srgbClr val="FFFFFF"/>
                        </a:solidFill>
                        <a:latin typeface="Lexend"/>
                        <a:ea typeface="Lexend"/>
                        <a:cs typeface="Lexend"/>
                        <a:sym typeface="Lexend"/>
                      </a:endParaRPr>
                    </a:p>
                  </a:txBody>
                  <a:tcPr marT="72000" marB="72000" marR="72000" marL="72000">
                    <a:solidFill>
                      <a:srgbClr val="845AD9"/>
                    </a:solidFill>
                  </a:tcPr>
                </a:tc>
              </a:tr>
              <a:tr h="305350">
                <a:tc>
                  <a:txBody>
                    <a:bodyPr/>
                    <a:lstStyle/>
                    <a:p>
                      <a:pPr indent="0" lvl="0" marL="0" marR="0" rtl="0" algn="l">
                        <a:lnSpc>
                          <a:spcPct val="100000"/>
                        </a:lnSpc>
                        <a:spcBef>
                          <a:spcPts val="0"/>
                        </a:spcBef>
                        <a:spcAft>
                          <a:spcPts val="0"/>
                        </a:spcAft>
                        <a:buClr>
                          <a:srgbClr val="000000"/>
                        </a:buClr>
                        <a:buSzPts val="1600"/>
                        <a:buFont typeface="Arial"/>
                        <a:buNone/>
                      </a:pPr>
                      <a:r>
                        <a:rPr lang="en" sz="2000" u="none" cap="none" strike="noStrike">
                          <a:latin typeface="Lexend"/>
                          <a:ea typeface="Lexend"/>
                          <a:cs typeface="Lexend"/>
                          <a:sym typeface="Lexend"/>
                        </a:rPr>
                        <a:t>lithium</a:t>
                      </a:r>
                      <a:endParaRPr sz="2000" u="none" cap="none" strike="noStrike">
                        <a:latin typeface="Lexend"/>
                        <a:ea typeface="Lexend"/>
                        <a:cs typeface="Lexend"/>
                        <a:sym typeface="Lexend"/>
                      </a:endParaRPr>
                    </a:p>
                  </a:txBody>
                  <a:tcPr marT="72000" marB="72000" marR="72000" marL="72000"/>
                </a:tc>
                <a:tc>
                  <a:txBody>
                    <a:bodyPr/>
                    <a:lstStyle/>
                    <a:p>
                      <a:pPr indent="0" lvl="0" marL="0" marR="0" rtl="0" algn="l">
                        <a:lnSpc>
                          <a:spcPct val="100000"/>
                        </a:lnSpc>
                        <a:spcBef>
                          <a:spcPts val="0"/>
                        </a:spcBef>
                        <a:spcAft>
                          <a:spcPts val="0"/>
                        </a:spcAft>
                        <a:buClr>
                          <a:srgbClr val="000000"/>
                        </a:buClr>
                        <a:buSzPts val="1600"/>
                        <a:buFont typeface="Arial"/>
                        <a:buNone/>
                      </a:pPr>
                      <a:r>
                        <a:t/>
                      </a:r>
                      <a:endParaRPr sz="2000" u="none" cap="none" strike="noStrike">
                        <a:latin typeface="Lexend"/>
                        <a:ea typeface="Lexend"/>
                        <a:cs typeface="Lexend"/>
                        <a:sym typeface="Lexend"/>
                      </a:endParaRPr>
                    </a:p>
                  </a:txBody>
                  <a:tcPr marT="72000" marB="72000" marR="72000" marL="72000"/>
                </a:tc>
                <a:tc>
                  <a:txBody>
                    <a:bodyPr/>
                    <a:lstStyle/>
                    <a:p>
                      <a:pPr indent="0" lvl="0" marL="0" marR="0" rtl="0" algn="l">
                        <a:lnSpc>
                          <a:spcPct val="100000"/>
                        </a:lnSpc>
                        <a:spcBef>
                          <a:spcPts val="0"/>
                        </a:spcBef>
                        <a:spcAft>
                          <a:spcPts val="0"/>
                        </a:spcAft>
                        <a:buClr>
                          <a:srgbClr val="000000"/>
                        </a:buClr>
                        <a:buSzPts val="1600"/>
                        <a:buFont typeface="Arial"/>
                        <a:buNone/>
                      </a:pPr>
                      <a:r>
                        <a:t/>
                      </a:r>
                      <a:endParaRPr sz="2000" u="none" cap="none" strike="noStrike">
                        <a:latin typeface="Lexend"/>
                        <a:ea typeface="Lexend"/>
                        <a:cs typeface="Lexend"/>
                        <a:sym typeface="Lexend"/>
                      </a:endParaRPr>
                    </a:p>
                  </a:txBody>
                  <a:tcPr marT="72000" marB="72000" marR="72000" marL="72000"/>
                </a:tc>
                <a:tc>
                  <a:txBody>
                    <a:bodyPr/>
                    <a:lstStyle/>
                    <a:p>
                      <a:pPr indent="0" lvl="0" marL="0" marR="0" rtl="0" algn="l">
                        <a:lnSpc>
                          <a:spcPct val="100000"/>
                        </a:lnSpc>
                        <a:spcBef>
                          <a:spcPts val="0"/>
                        </a:spcBef>
                        <a:spcAft>
                          <a:spcPts val="0"/>
                        </a:spcAft>
                        <a:buClr>
                          <a:srgbClr val="000000"/>
                        </a:buClr>
                        <a:buSzPts val="1600"/>
                        <a:buFont typeface="Arial"/>
                        <a:buNone/>
                      </a:pPr>
                      <a:r>
                        <a:t/>
                      </a:r>
                      <a:endParaRPr sz="2000" u="none" cap="none" strike="noStrike">
                        <a:latin typeface="Lexend"/>
                        <a:ea typeface="Lexend"/>
                        <a:cs typeface="Lexend"/>
                        <a:sym typeface="Lexend"/>
                      </a:endParaRPr>
                    </a:p>
                  </a:txBody>
                  <a:tcPr marT="72000" marB="72000" marR="72000" marL="72000"/>
                </a:tc>
              </a:tr>
              <a:tr h="305350">
                <a:tc>
                  <a:txBody>
                    <a:bodyPr/>
                    <a:lstStyle/>
                    <a:p>
                      <a:pPr indent="0" lvl="0" marL="0" marR="0" rtl="0" algn="l">
                        <a:lnSpc>
                          <a:spcPct val="100000"/>
                        </a:lnSpc>
                        <a:spcBef>
                          <a:spcPts val="0"/>
                        </a:spcBef>
                        <a:spcAft>
                          <a:spcPts val="0"/>
                        </a:spcAft>
                        <a:buClr>
                          <a:srgbClr val="000000"/>
                        </a:buClr>
                        <a:buSzPts val="1600"/>
                        <a:buFont typeface="Arial"/>
                        <a:buNone/>
                      </a:pPr>
                      <a:r>
                        <a:rPr lang="en" sz="2000" u="none" cap="none" strike="noStrike">
                          <a:latin typeface="Lexend"/>
                          <a:ea typeface="Lexend"/>
                          <a:cs typeface="Lexend"/>
                          <a:sym typeface="Lexend"/>
                        </a:rPr>
                        <a:t>sodium</a:t>
                      </a:r>
                      <a:endParaRPr sz="2000" u="none" cap="none" strike="noStrike">
                        <a:latin typeface="Lexend"/>
                        <a:ea typeface="Lexend"/>
                        <a:cs typeface="Lexend"/>
                        <a:sym typeface="Lexend"/>
                      </a:endParaRPr>
                    </a:p>
                  </a:txBody>
                  <a:tcPr marT="72000" marB="72000" marR="72000" marL="72000"/>
                </a:tc>
                <a:tc>
                  <a:txBody>
                    <a:bodyPr/>
                    <a:lstStyle/>
                    <a:p>
                      <a:pPr indent="0" lvl="0" marL="0" marR="0" rtl="0" algn="l">
                        <a:lnSpc>
                          <a:spcPct val="100000"/>
                        </a:lnSpc>
                        <a:spcBef>
                          <a:spcPts val="0"/>
                        </a:spcBef>
                        <a:spcAft>
                          <a:spcPts val="0"/>
                        </a:spcAft>
                        <a:buClr>
                          <a:srgbClr val="000000"/>
                        </a:buClr>
                        <a:buSzPts val="1600"/>
                        <a:buFont typeface="Arial"/>
                        <a:buNone/>
                      </a:pPr>
                      <a:r>
                        <a:t/>
                      </a:r>
                      <a:endParaRPr sz="2000" u="none" cap="none" strike="noStrike">
                        <a:latin typeface="Lexend"/>
                        <a:ea typeface="Lexend"/>
                        <a:cs typeface="Lexend"/>
                        <a:sym typeface="Lexend"/>
                      </a:endParaRPr>
                    </a:p>
                  </a:txBody>
                  <a:tcPr marT="72000" marB="72000" marR="72000" marL="72000"/>
                </a:tc>
                <a:tc>
                  <a:txBody>
                    <a:bodyPr/>
                    <a:lstStyle/>
                    <a:p>
                      <a:pPr indent="0" lvl="0" marL="0" marR="0" rtl="0" algn="l">
                        <a:lnSpc>
                          <a:spcPct val="100000"/>
                        </a:lnSpc>
                        <a:spcBef>
                          <a:spcPts val="0"/>
                        </a:spcBef>
                        <a:spcAft>
                          <a:spcPts val="0"/>
                        </a:spcAft>
                        <a:buClr>
                          <a:srgbClr val="000000"/>
                        </a:buClr>
                        <a:buSzPts val="1600"/>
                        <a:buFont typeface="Arial"/>
                        <a:buNone/>
                      </a:pPr>
                      <a:r>
                        <a:t/>
                      </a:r>
                      <a:endParaRPr sz="2000" u="none" cap="none" strike="noStrike">
                        <a:latin typeface="Lexend"/>
                        <a:ea typeface="Lexend"/>
                        <a:cs typeface="Lexend"/>
                        <a:sym typeface="Lexend"/>
                      </a:endParaRPr>
                    </a:p>
                  </a:txBody>
                  <a:tcPr marT="72000" marB="72000" marR="72000" marL="72000"/>
                </a:tc>
                <a:tc>
                  <a:txBody>
                    <a:bodyPr/>
                    <a:lstStyle/>
                    <a:p>
                      <a:pPr indent="0" lvl="0" marL="0" marR="0" rtl="0" algn="l">
                        <a:lnSpc>
                          <a:spcPct val="100000"/>
                        </a:lnSpc>
                        <a:spcBef>
                          <a:spcPts val="0"/>
                        </a:spcBef>
                        <a:spcAft>
                          <a:spcPts val="0"/>
                        </a:spcAft>
                        <a:buClr>
                          <a:srgbClr val="000000"/>
                        </a:buClr>
                        <a:buSzPts val="1600"/>
                        <a:buFont typeface="Arial"/>
                        <a:buNone/>
                      </a:pPr>
                      <a:r>
                        <a:t/>
                      </a:r>
                      <a:endParaRPr sz="2000" u="none" cap="none" strike="noStrike">
                        <a:latin typeface="Lexend"/>
                        <a:ea typeface="Lexend"/>
                        <a:cs typeface="Lexend"/>
                        <a:sym typeface="Lexend"/>
                      </a:endParaRPr>
                    </a:p>
                  </a:txBody>
                  <a:tcPr marT="72000" marB="72000" marR="72000" marL="72000"/>
                </a:tc>
              </a:tr>
              <a:tr h="305350">
                <a:tc>
                  <a:txBody>
                    <a:bodyPr/>
                    <a:lstStyle/>
                    <a:p>
                      <a:pPr indent="0" lvl="0" marL="0" marR="0" rtl="0" algn="l">
                        <a:lnSpc>
                          <a:spcPct val="100000"/>
                        </a:lnSpc>
                        <a:spcBef>
                          <a:spcPts val="0"/>
                        </a:spcBef>
                        <a:spcAft>
                          <a:spcPts val="0"/>
                        </a:spcAft>
                        <a:buClr>
                          <a:srgbClr val="000000"/>
                        </a:buClr>
                        <a:buSzPts val="1600"/>
                        <a:buFont typeface="Arial"/>
                        <a:buNone/>
                      </a:pPr>
                      <a:r>
                        <a:rPr lang="en" sz="2000" u="none" cap="none" strike="noStrike">
                          <a:latin typeface="Lexend"/>
                          <a:ea typeface="Lexend"/>
                          <a:cs typeface="Lexend"/>
                          <a:sym typeface="Lexend"/>
                        </a:rPr>
                        <a:t>potassium</a:t>
                      </a:r>
                      <a:endParaRPr sz="2000" u="none" cap="none" strike="noStrike">
                        <a:latin typeface="Lexend"/>
                        <a:ea typeface="Lexend"/>
                        <a:cs typeface="Lexend"/>
                        <a:sym typeface="Lexend"/>
                      </a:endParaRPr>
                    </a:p>
                  </a:txBody>
                  <a:tcPr marT="72000" marB="72000" marR="72000" marL="72000"/>
                </a:tc>
                <a:tc>
                  <a:txBody>
                    <a:bodyPr/>
                    <a:lstStyle/>
                    <a:p>
                      <a:pPr indent="0" lvl="0" marL="0" marR="0" rtl="0" algn="l">
                        <a:lnSpc>
                          <a:spcPct val="100000"/>
                        </a:lnSpc>
                        <a:spcBef>
                          <a:spcPts val="0"/>
                        </a:spcBef>
                        <a:spcAft>
                          <a:spcPts val="0"/>
                        </a:spcAft>
                        <a:buClr>
                          <a:srgbClr val="000000"/>
                        </a:buClr>
                        <a:buSzPts val="1600"/>
                        <a:buFont typeface="Arial"/>
                        <a:buNone/>
                      </a:pPr>
                      <a:r>
                        <a:t/>
                      </a:r>
                      <a:endParaRPr sz="2000" u="none" cap="none" strike="noStrike">
                        <a:latin typeface="Lexend"/>
                        <a:ea typeface="Lexend"/>
                        <a:cs typeface="Lexend"/>
                        <a:sym typeface="Lexend"/>
                      </a:endParaRPr>
                    </a:p>
                  </a:txBody>
                  <a:tcPr marT="72000" marB="72000" marR="72000" marL="72000"/>
                </a:tc>
                <a:tc>
                  <a:txBody>
                    <a:bodyPr/>
                    <a:lstStyle/>
                    <a:p>
                      <a:pPr indent="0" lvl="0" marL="0" marR="0" rtl="0" algn="l">
                        <a:lnSpc>
                          <a:spcPct val="100000"/>
                        </a:lnSpc>
                        <a:spcBef>
                          <a:spcPts val="0"/>
                        </a:spcBef>
                        <a:spcAft>
                          <a:spcPts val="0"/>
                        </a:spcAft>
                        <a:buClr>
                          <a:srgbClr val="000000"/>
                        </a:buClr>
                        <a:buSzPts val="1600"/>
                        <a:buFont typeface="Arial"/>
                        <a:buNone/>
                      </a:pPr>
                      <a:r>
                        <a:t/>
                      </a:r>
                      <a:endParaRPr sz="2000" u="none" cap="none" strike="noStrike">
                        <a:latin typeface="Lexend"/>
                        <a:ea typeface="Lexend"/>
                        <a:cs typeface="Lexend"/>
                        <a:sym typeface="Lexend"/>
                      </a:endParaRPr>
                    </a:p>
                  </a:txBody>
                  <a:tcPr marT="72000" marB="72000" marR="72000" marL="72000"/>
                </a:tc>
                <a:tc>
                  <a:txBody>
                    <a:bodyPr/>
                    <a:lstStyle/>
                    <a:p>
                      <a:pPr indent="0" lvl="0" marL="0" marR="0" rtl="0" algn="l">
                        <a:lnSpc>
                          <a:spcPct val="100000"/>
                        </a:lnSpc>
                        <a:spcBef>
                          <a:spcPts val="0"/>
                        </a:spcBef>
                        <a:spcAft>
                          <a:spcPts val="0"/>
                        </a:spcAft>
                        <a:buClr>
                          <a:srgbClr val="000000"/>
                        </a:buClr>
                        <a:buSzPts val="1600"/>
                        <a:buFont typeface="Arial"/>
                        <a:buNone/>
                      </a:pPr>
                      <a:r>
                        <a:t/>
                      </a:r>
                      <a:endParaRPr sz="2000" u="none" cap="none" strike="noStrike">
                        <a:latin typeface="Lexend"/>
                        <a:ea typeface="Lexend"/>
                        <a:cs typeface="Lexend"/>
                        <a:sym typeface="Lexend"/>
                      </a:endParaRPr>
                    </a:p>
                  </a:txBody>
                  <a:tcPr marT="72000" marB="72000" marR="72000" marL="72000"/>
                </a:tc>
              </a:tr>
            </a:tbl>
          </a:graphicData>
        </a:graphic>
      </p:graphicFrame>
      <p:sp>
        <p:nvSpPr>
          <p:cNvPr id="2805" name="Google Shape;2805;p8"/>
          <p:cNvSpPr/>
          <p:nvPr/>
        </p:nvSpPr>
        <p:spPr>
          <a:xfrm>
            <a:off x="239750" y="108975"/>
            <a:ext cx="1089600" cy="3270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2806" name="Google Shape;2806;p8"/>
          <p:cNvSpPr txBox="1"/>
          <p:nvPr>
            <p:ph type="title"/>
          </p:nvPr>
        </p:nvSpPr>
        <p:spPr>
          <a:xfrm>
            <a:off x="239750" y="108975"/>
            <a:ext cx="68553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800"/>
              <a:buNone/>
            </a:pPr>
            <a:r>
              <a:rPr lang="en"/>
              <a:t>Group 1 elements - observations</a:t>
            </a:r>
            <a:endParaRPr/>
          </a:p>
        </p:txBody>
      </p:sp>
      <p:sp>
        <p:nvSpPr>
          <p:cNvPr id="2807" name="Google Shape;2807;p8"/>
          <p:cNvSpPr txBox="1"/>
          <p:nvPr/>
        </p:nvSpPr>
        <p:spPr>
          <a:xfrm>
            <a:off x="152150" y="3118050"/>
            <a:ext cx="8652300" cy="661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rgbClr val="000000"/>
                </a:solidFill>
                <a:latin typeface="Lexend"/>
                <a:ea typeface="Lexend"/>
                <a:cs typeface="Lexend"/>
                <a:sym typeface="Lexend"/>
              </a:rPr>
              <a:t>Universal indicator solution is added to the water. Why does the indicator change colour?</a:t>
            </a:r>
            <a:endParaRPr b="0" i="0" sz="2000" u="none" cap="none" strike="noStrike">
              <a:solidFill>
                <a:srgbClr val="000000"/>
              </a:solidFill>
              <a:latin typeface="Lexend"/>
              <a:ea typeface="Lexend"/>
              <a:cs typeface="Lexend"/>
              <a:sym typeface="Lexend"/>
            </a:endParaRPr>
          </a:p>
        </p:txBody>
      </p:sp>
      <p:sp>
        <p:nvSpPr>
          <p:cNvPr id="2808" name="Google Shape;2808;p8"/>
          <p:cNvSpPr txBox="1"/>
          <p:nvPr/>
        </p:nvSpPr>
        <p:spPr>
          <a:xfrm>
            <a:off x="152150" y="3913400"/>
            <a:ext cx="8652300" cy="661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rgbClr val="000000"/>
                </a:solidFill>
                <a:latin typeface="Lexend"/>
                <a:ea typeface="Lexend"/>
                <a:cs typeface="Lexend"/>
                <a:sym typeface="Lexend"/>
              </a:rPr>
              <a:t>After the reaction, a lighted splint makes a squeaky pop. What does this show?</a:t>
            </a:r>
            <a:endParaRPr b="0" i="0" sz="2000" u="none" cap="none" strike="noStrike">
              <a:solidFill>
                <a:srgbClr val="000000"/>
              </a:solidFill>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2" name="Shape 2812"/>
        <p:cNvGrpSpPr/>
        <p:nvPr/>
      </p:nvGrpSpPr>
      <p:grpSpPr>
        <a:xfrm>
          <a:off x="0" y="0"/>
          <a:ext cx="0" cy="0"/>
          <a:chOff x="0" y="0"/>
          <a:chExt cx="0" cy="0"/>
        </a:xfrm>
      </p:grpSpPr>
      <p:sp>
        <p:nvSpPr>
          <p:cNvPr id="2813" name="Google Shape;2813;p9"/>
          <p:cNvSpPr txBox="1"/>
          <p:nvPr/>
        </p:nvSpPr>
        <p:spPr>
          <a:xfrm>
            <a:off x="1189650" y="338225"/>
            <a:ext cx="6636300" cy="99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3600" u="none" cap="none" strike="noStrike">
                <a:solidFill>
                  <a:srgbClr val="65BB48"/>
                </a:solidFill>
                <a:latin typeface="Lato"/>
                <a:ea typeface="Lato"/>
                <a:cs typeface="Lato"/>
                <a:sym typeface="Lato"/>
              </a:rPr>
              <a:t>Rubidium reacting with water</a:t>
            </a:r>
            <a:endParaRPr b="1" i="0" sz="3600" u="none" cap="none" strike="noStrike">
              <a:solidFill>
                <a:srgbClr val="65BB48"/>
              </a:solidFill>
              <a:latin typeface="Lato"/>
              <a:ea typeface="Lato"/>
              <a:cs typeface="Lato"/>
              <a:sym typeface="Lato"/>
            </a:endParaRPr>
          </a:p>
        </p:txBody>
      </p:sp>
      <p:pic>
        <p:nvPicPr>
          <p:cNvPr descr="Rubidium in Water - part of our &quot;Berzelius Day&quot; uploading 24 videos in 24 hours. Full video containing this reaction at: http://www.youtube.com/watch?v=0XLGopBovoI&#10;NOTE FROM THE PROFESSOR: Rubidium reacts the same way are other alkali metals. 2Rb + 2H2O → 2RbOH + H2 and the hot H2 can burn/explode with O2 from the air.&#10;&#10;See our 24 reactions playlist as it unfolds at: http://www.youtube.com/playlist?list=PL6E4F35510525FFF7&#10;&#10;Berzelius Day explained: http://www.youtube.com/watch?v=wDXUDq2KLM4&#10;&#10;More chemistry at http://www.periodicvideos.com/&#10;Follow us on Facebook at http://www.facebook.com/periodicvideos&#10;And on Twitter at http://twitter.com/periodicvideos&#10;From the School of Chemistry at The University of Nottingham: http://www.nottingham.ac.uk/chemistry/index.aspx&#10;&#10;Periodic Videos films are by video journalist Brady Haran&#10;http://www.bradyharan.com/" id="2814" name="Google Shape;2814;p9" title="Rubidium in Water (reaction only)">
            <a:hlinkClick r:id="rId3"/>
          </p:cNvPr>
          <p:cNvPicPr preferRelativeResize="0"/>
          <p:nvPr/>
        </p:nvPicPr>
        <p:blipFill>
          <a:blip r:embed="rId4">
            <a:alphaModFix/>
          </a:blip>
          <a:stretch>
            <a:fillRect/>
          </a:stretch>
        </p:blipFill>
        <p:spPr>
          <a:xfrm>
            <a:off x="1499675" y="1250675"/>
            <a:ext cx="6326275" cy="3558530"/>
          </a:xfrm>
          <a:prstGeom prst="rect">
            <a:avLst/>
          </a:prstGeom>
          <a:noFill/>
          <a:ln>
            <a:noFill/>
          </a:ln>
        </p:spPr>
      </p:pic>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4"/>
                                        </p:tgtEl>
                                        <p:attrNameLst>
                                          <p:attrName>style.visibility</p:attrName>
                                        </p:attrNameLst>
                                      </p:cBhvr>
                                      <p:to>
                                        <p:strVal val="visible"/>
                                      </p:to>
                                    </p:set>
                                    <p:animEffect filter="fade" transition="in">
                                      <p:cBhvr>
                                        <p:cTn dur="1000"/>
                                        <p:tgtEl>
                                          <p:spTgt spid="28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8" name="Shape 2818"/>
        <p:cNvGrpSpPr/>
        <p:nvPr/>
      </p:nvGrpSpPr>
      <p:grpSpPr>
        <a:xfrm>
          <a:off x="0" y="0"/>
          <a:ext cx="0" cy="0"/>
          <a:chOff x="0" y="0"/>
          <a:chExt cx="0" cy="0"/>
        </a:xfrm>
      </p:grpSpPr>
      <p:sp>
        <p:nvSpPr>
          <p:cNvPr id="2819" name="Google Shape;2819;p10"/>
          <p:cNvSpPr txBox="1"/>
          <p:nvPr/>
        </p:nvSpPr>
        <p:spPr>
          <a:xfrm>
            <a:off x="1189650" y="338225"/>
            <a:ext cx="6636300" cy="99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rPr b="1" i="0" lang="en" sz="3600" u="none" cap="none" strike="noStrike">
                <a:solidFill>
                  <a:srgbClr val="197B8C"/>
                </a:solidFill>
                <a:latin typeface="Lato"/>
                <a:ea typeface="Lato"/>
                <a:cs typeface="Lato"/>
                <a:sym typeface="Lato"/>
              </a:rPr>
              <a:t>Caesium reacting with water</a:t>
            </a:r>
            <a:endParaRPr b="1" i="0" sz="3600" u="none" cap="none" strike="noStrike">
              <a:solidFill>
                <a:srgbClr val="197B8C"/>
              </a:solidFill>
              <a:latin typeface="Lato"/>
              <a:ea typeface="Lato"/>
              <a:cs typeface="Lato"/>
              <a:sym typeface="Lato"/>
            </a:endParaRPr>
          </a:p>
        </p:txBody>
      </p:sp>
      <p:pic>
        <p:nvPicPr>
          <p:cNvPr descr="Explosions and science from UK Sky One series Brainiac." id="2820" name="Google Shape;2820;p10" title="Brainiac Alkali Metals">
            <a:hlinkClick r:id="rId3"/>
          </p:cNvPr>
          <p:cNvPicPr preferRelativeResize="0"/>
          <p:nvPr/>
        </p:nvPicPr>
        <p:blipFill>
          <a:blip r:embed="rId4">
            <a:alphaModFix/>
          </a:blip>
          <a:stretch>
            <a:fillRect/>
          </a:stretch>
        </p:blipFill>
        <p:spPr>
          <a:xfrm>
            <a:off x="1202638" y="1106675"/>
            <a:ext cx="6738725" cy="3790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0"/>
                                        </p:tgtEl>
                                        <p:attrNameLst>
                                          <p:attrName>style.visibility</p:attrName>
                                        </p:attrNameLst>
                                      </p:cBhvr>
                                      <p:to>
                                        <p:strVal val="visible"/>
                                      </p:to>
                                    </p:set>
                                    <p:animEffect filter="fade" transition="in">
                                      <p:cBhvr>
                                        <p:cTn dur="1000"/>
                                        <p:tgtEl>
                                          <p:spTgt spid="28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4" name="Shape 2824"/>
        <p:cNvGrpSpPr/>
        <p:nvPr/>
      </p:nvGrpSpPr>
      <p:grpSpPr>
        <a:xfrm>
          <a:off x="0" y="0"/>
          <a:ext cx="0" cy="0"/>
          <a:chOff x="0" y="0"/>
          <a:chExt cx="0" cy="0"/>
        </a:xfrm>
      </p:grpSpPr>
      <p:sp>
        <p:nvSpPr>
          <p:cNvPr id="2825" name="Google Shape;2825;p11"/>
          <p:cNvSpPr txBox="1"/>
          <p:nvPr/>
        </p:nvSpPr>
        <p:spPr>
          <a:xfrm>
            <a:off x="1189650" y="338225"/>
            <a:ext cx="6636300" cy="99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rPr b="1" i="0" lang="en" sz="3600" u="none" cap="none" strike="noStrike">
                <a:solidFill>
                  <a:srgbClr val="E8004C"/>
                </a:solidFill>
                <a:latin typeface="Lato"/>
                <a:ea typeface="Lato"/>
                <a:cs typeface="Lato"/>
                <a:sym typeface="Lato"/>
              </a:rPr>
              <a:t>Francium reacting with water</a:t>
            </a:r>
            <a:endParaRPr b="1" i="0" sz="3600" u="none" cap="none" strike="noStrike">
              <a:solidFill>
                <a:srgbClr val="E8004C"/>
              </a:solidFill>
              <a:latin typeface="Lato"/>
              <a:ea typeface="Lato"/>
              <a:cs typeface="Lato"/>
              <a:sym typeface="Lato"/>
            </a:endParaRPr>
          </a:p>
        </p:txBody>
      </p:sp>
      <p:pic>
        <p:nvPicPr>
          <p:cNvPr descr="Subscribe here-https://www.youtube.com/c/AUXASSASINX?sub_confirmation=1&#10;Watch the incredible reactions of alkali metals—lithium, sodium, potassium, rubidium, cesium, and the highly radioactive francium—when they come into contact with water! 💥💦&#10;&#10;As you move down the periodic table, the explosions get bigger and more violent! From lithium's gentle fizz to cesium's massive detonation, this video explores the increasing reactivity of Group 1 elements.&#10;&#10;🔥 What to Expect:&#10;✅ Slow-motion footage of metal-water reactions&#10;✅ Explanation of why these reactions happen&#10;✅ Theoretical discussion of francium's explosive potential&#10;&#10;⚠️ Warning: These reactions are extremely dangerous and should only be performed in controlled laboratory settings by professionals!&#10;&#10;🔬 Subscribe for more exciting chemistry content! 🧪✨&#10;&#10;#dexter #bloodtheme #francium #alkalimetals" id="2826" name="Google Shape;2826;p11" title="Francium in water|Reaction of all Alkali Metals in Water!">
            <a:hlinkClick r:id="rId3"/>
          </p:cNvPr>
          <p:cNvPicPr preferRelativeResize="0"/>
          <p:nvPr/>
        </p:nvPicPr>
        <p:blipFill>
          <a:blip r:embed="rId4">
            <a:alphaModFix/>
          </a:blip>
          <a:stretch>
            <a:fillRect/>
          </a:stretch>
        </p:blipFill>
        <p:spPr>
          <a:xfrm>
            <a:off x="1189650" y="1163250"/>
            <a:ext cx="6636300" cy="37329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6"/>
                                        </p:tgtEl>
                                        <p:attrNameLst>
                                          <p:attrName>style.visibility</p:attrName>
                                        </p:attrNameLst>
                                      </p:cBhvr>
                                      <p:to>
                                        <p:strVal val="visible"/>
                                      </p:to>
                                    </p:set>
                                    <p:animEffect filter="fade" transition="in">
                                      <p:cBhvr>
                                        <p:cTn dur="1000"/>
                                        <p:tgtEl>
                                          <p:spTgt spid="28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0" name="Shape 2830"/>
        <p:cNvGrpSpPr/>
        <p:nvPr/>
      </p:nvGrpSpPr>
      <p:grpSpPr>
        <a:xfrm>
          <a:off x="0" y="0"/>
          <a:ext cx="0" cy="0"/>
          <a:chOff x="0" y="0"/>
          <a:chExt cx="0" cy="0"/>
        </a:xfrm>
      </p:grpSpPr>
      <p:graphicFrame>
        <p:nvGraphicFramePr>
          <p:cNvPr id="2831" name="Google Shape;2831;p12"/>
          <p:cNvGraphicFramePr/>
          <p:nvPr/>
        </p:nvGraphicFramePr>
        <p:xfrm>
          <a:off x="167725" y="666150"/>
          <a:ext cx="3000000" cy="3000000"/>
        </p:xfrm>
        <a:graphic>
          <a:graphicData uri="http://schemas.openxmlformats.org/drawingml/2006/table">
            <a:tbl>
              <a:tblPr>
                <a:noFill/>
                <a:tableStyleId>{40A10876-C1CF-4A74-93B3-93C9A342541C}</a:tableStyleId>
              </a:tblPr>
              <a:tblGrid>
                <a:gridCol w="1479825"/>
                <a:gridCol w="2326575"/>
                <a:gridCol w="2057500"/>
                <a:gridCol w="2788525"/>
              </a:tblGrid>
              <a:tr h="305350">
                <a:tc>
                  <a:txBody>
                    <a:bodyPr/>
                    <a:lstStyle/>
                    <a:p>
                      <a:pPr indent="0" lvl="0" marL="0" marR="0" rtl="0" algn="l">
                        <a:lnSpc>
                          <a:spcPct val="100000"/>
                        </a:lnSpc>
                        <a:spcBef>
                          <a:spcPts val="0"/>
                        </a:spcBef>
                        <a:spcAft>
                          <a:spcPts val="0"/>
                        </a:spcAft>
                        <a:buClr>
                          <a:srgbClr val="000000"/>
                        </a:buClr>
                        <a:buSzPts val="1600"/>
                        <a:buFont typeface="Arial"/>
                        <a:buNone/>
                      </a:pPr>
                      <a:r>
                        <a:rPr lang="en" sz="1800" u="none" cap="none" strike="noStrike">
                          <a:solidFill>
                            <a:srgbClr val="FFFFFF"/>
                          </a:solidFill>
                          <a:latin typeface="Lexend"/>
                          <a:ea typeface="Lexend"/>
                          <a:cs typeface="Lexend"/>
                          <a:sym typeface="Lexend"/>
                        </a:rPr>
                        <a:t>Element</a:t>
                      </a:r>
                      <a:endParaRPr sz="1800" u="none" cap="none" strike="noStrike">
                        <a:solidFill>
                          <a:srgbClr val="FFFFFF"/>
                        </a:solidFill>
                        <a:latin typeface="Lexend"/>
                        <a:ea typeface="Lexend"/>
                        <a:cs typeface="Lexend"/>
                        <a:sym typeface="Lexend"/>
                      </a:endParaRPr>
                    </a:p>
                  </a:txBody>
                  <a:tcPr marT="72000" marB="72000" marR="72000" marL="72000">
                    <a:solidFill>
                      <a:srgbClr val="845AD9"/>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 sz="1800" u="none" cap="none" strike="noStrike">
                          <a:solidFill>
                            <a:srgbClr val="FFFFFF"/>
                          </a:solidFill>
                          <a:latin typeface="Lexend"/>
                          <a:ea typeface="Lexend"/>
                          <a:cs typeface="Lexend"/>
                          <a:sym typeface="Lexend"/>
                        </a:rPr>
                        <a:t>Appearance</a:t>
                      </a:r>
                      <a:endParaRPr sz="1800" u="none" cap="none" strike="noStrike">
                        <a:solidFill>
                          <a:srgbClr val="FFFFFF"/>
                        </a:solidFill>
                        <a:latin typeface="Lexend"/>
                        <a:ea typeface="Lexend"/>
                        <a:cs typeface="Lexend"/>
                        <a:sym typeface="Lexend"/>
                      </a:endParaRPr>
                    </a:p>
                  </a:txBody>
                  <a:tcPr marT="72000" marB="72000" marR="72000" marL="72000">
                    <a:lnB cap="flat" cmpd="sng" w="9525">
                      <a:solidFill>
                        <a:srgbClr val="9E9E9E"/>
                      </a:solidFill>
                      <a:prstDash val="solid"/>
                      <a:round/>
                      <a:headEnd len="sm" w="sm" type="none"/>
                      <a:tailEnd len="sm" w="sm" type="none"/>
                    </a:lnB>
                    <a:solidFill>
                      <a:srgbClr val="845AD9"/>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 sz="1800" u="none" cap="none" strike="noStrike">
                          <a:solidFill>
                            <a:srgbClr val="FFFFFF"/>
                          </a:solidFill>
                          <a:latin typeface="Lexend"/>
                          <a:ea typeface="Lexend"/>
                          <a:cs typeface="Lexend"/>
                          <a:sym typeface="Lexend"/>
                        </a:rPr>
                        <a:t>How easy is it to cut with a knife?</a:t>
                      </a:r>
                      <a:endParaRPr sz="1800" u="none" cap="none" strike="noStrike">
                        <a:solidFill>
                          <a:srgbClr val="FFFFFF"/>
                        </a:solidFill>
                        <a:latin typeface="Lexend"/>
                        <a:ea typeface="Lexend"/>
                        <a:cs typeface="Lexend"/>
                        <a:sym typeface="Lexend"/>
                      </a:endParaRPr>
                    </a:p>
                  </a:txBody>
                  <a:tcPr marT="72000" marB="72000" marR="72000" marL="72000">
                    <a:lnB cap="flat" cmpd="sng" w="9525">
                      <a:solidFill>
                        <a:srgbClr val="9E9E9E"/>
                      </a:solidFill>
                      <a:prstDash val="solid"/>
                      <a:round/>
                      <a:headEnd len="sm" w="sm" type="none"/>
                      <a:tailEnd len="sm" w="sm" type="none"/>
                    </a:lnB>
                    <a:solidFill>
                      <a:srgbClr val="845AD9"/>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 sz="1800" u="none" cap="none" strike="noStrike">
                          <a:solidFill>
                            <a:srgbClr val="FFFFFF"/>
                          </a:solidFill>
                          <a:latin typeface="Lexend"/>
                          <a:ea typeface="Lexend"/>
                          <a:cs typeface="Lexend"/>
                          <a:sym typeface="Lexend"/>
                        </a:rPr>
                        <a:t>What happens when it is added to water?</a:t>
                      </a:r>
                      <a:endParaRPr sz="1800" u="none" cap="none" strike="noStrike">
                        <a:solidFill>
                          <a:srgbClr val="FFFFFF"/>
                        </a:solidFill>
                        <a:latin typeface="Lexend"/>
                        <a:ea typeface="Lexend"/>
                        <a:cs typeface="Lexend"/>
                        <a:sym typeface="Lexend"/>
                      </a:endParaRPr>
                    </a:p>
                  </a:txBody>
                  <a:tcPr marT="72000" marB="72000" marR="72000" marL="72000">
                    <a:lnB cap="flat" cmpd="sng" w="9525">
                      <a:solidFill>
                        <a:srgbClr val="9E9E9E"/>
                      </a:solidFill>
                      <a:prstDash val="solid"/>
                      <a:round/>
                      <a:headEnd len="sm" w="sm" type="none"/>
                      <a:tailEnd len="sm" w="sm" type="none"/>
                    </a:lnB>
                    <a:solidFill>
                      <a:srgbClr val="845AD9"/>
                    </a:solidFill>
                  </a:tcPr>
                </a:tc>
              </a:tr>
              <a:tr h="305350">
                <a:tc>
                  <a:txBody>
                    <a:bodyPr/>
                    <a:lstStyle/>
                    <a:p>
                      <a:pPr indent="0" lvl="0" marL="0" marR="0" rtl="0" algn="l">
                        <a:lnSpc>
                          <a:spcPct val="100000"/>
                        </a:lnSpc>
                        <a:spcBef>
                          <a:spcPts val="0"/>
                        </a:spcBef>
                        <a:spcAft>
                          <a:spcPts val="0"/>
                        </a:spcAft>
                        <a:buClr>
                          <a:srgbClr val="000000"/>
                        </a:buClr>
                        <a:buSzPts val="1600"/>
                        <a:buFont typeface="Arial"/>
                        <a:buNone/>
                      </a:pPr>
                      <a:r>
                        <a:rPr lang="en" sz="1800" u="none" cap="none" strike="noStrike">
                          <a:latin typeface="Lexend"/>
                          <a:ea typeface="Lexend"/>
                          <a:cs typeface="Lexend"/>
                          <a:sym typeface="Lexend"/>
                        </a:rPr>
                        <a:t>lithium</a:t>
                      </a:r>
                      <a:endParaRPr sz="1800" u="none" cap="none" strike="noStrike">
                        <a:latin typeface="Lexend"/>
                        <a:ea typeface="Lexend"/>
                        <a:cs typeface="Lexend"/>
                        <a:sym typeface="Lexend"/>
                      </a:endParaRPr>
                    </a:p>
                  </a:txBody>
                  <a:tcPr marT="72000" marB="72000" marR="72000" marL="72000">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txBody>
                  <a:tcPr marT="72000" marB="72000" marR="72000" marL="72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200"/>
                    </a:p>
                  </a:txBody>
                  <a:tcPr marT="72000" marB="72000" marR="72000" marL="72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200"/>
                    </a:p>
                  </a:txBody>
                  <a:tcPr marT="72000" marB="72000" marR="72000" marL="72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05350">
                <a:tc>
                  <a:txBody>
                    <a:bodyPr/>
                    <a:lstStyle/>
                    <a:p>
                      <a:pPr indent="0" lvl="0" marL="0" marR="0" rtl="0" algn="l">
                        <a:lnSpc>
                          <a:spcPct val="100000"/>
                        </a:lnSpc>
                        <a:spcBef>
                          <a:spcPts val="0"/>
                        </a:spcBef>
                        <a:spcAft>
                          <a:spcPts val="0"/>
                        </a:spcAft>
                        <a:buClr>
                          <a:srgbClr val="000000"/>
                        </a:buClr>
                        <a:buSzPts val="1600"/>
                        <a:buFont typeface="Arial"/>
                        <a:buNone/>
                      </a:pPr>
                      <a:r>
                        <a:rPr lang="en" sz="1800" u="none" cap="none" strike="noStrike">
                          <a:latin typeface="Lexend"/>
                          <a:ea typeface="Lexend"/>
                          <a:cs typeface="Lexend"/>
                          <a:sym typeface="Lexend"/>
                        </a:rPr>
                        <a:t>sodium</a:t>
                      </a:r>
                      <a:endParaRPr sz="1800" u="none" cap="none" strike="noStrike">
                        <a:latin typeface="Lexend"/>
                        <a:ea typeface="Lexend"/>
                        <a:cs typeface="Lexend"/>
                        <a:sym typeface="Lexend"/>
                      </a:endParaRPr>
                    </a:p>
                  </a:txBody>
                  <a:tcPr marT="72000" marB="72000" marR="72000" marL="72000">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txBody>
                  <a:tcPr marT="72000" marB="72000" marR="72000" marL="72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200"/>
                    </a:p>
                  </a:txBody>
                  <a:tcPr marT="72000" marB="72000" marR="72000" marL="72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200"/>
                    </a:p>
                  </a:txBody>
                  <a:tcPr marT="72000" marB="72000" marR="72000" marL="72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05350">
                <a:tc>
                  <a:txBody>
                    <a:bodyPr/>
                    <a:lstStyle/>
                    <a:p>
                      <a:pPr indent="0" lvl="0" marL="0" marR="0" rtl="0" algn="l">
                        <a:lnSpc>
                          <a:spcPct val="100000"/>
                        </a:lnSpc>
                        <a:spcBef>
                          <a:spcPts val="0"/>
                        </a:spcBef>
                        <a:spcAft>
                          <a:spcPts val="0"/>
                        </a:spcAft>
                        <a:buClr>
                          <a:srgbClr val="000000"/>
                        </a:buClr>
                        <a:buSzPts val="1600"/>
                        <a:buFont typeface="Arial"/>
                        <a:buNone/>
                      </a:pPr>
                      <a:r>
                        <a:rPr lang="en" sz="1800" u="none" cap="none" strike="noStrike">
                          <a:latin typeface="Lexend"/>
                          <a:ea typeface="Lexend"/>
                          <a:cs typeface="Lexend"/>
                          <a:sym typeface="Lexend"/>
                        </a:rPr>
                        <a:t>potassium</a:t>
                      </a:r>
                      <a:endParaRPr sz="1800" u="none" cap="none" strike="noStrike">
                        <a:latin typeface="Lexend"/>
                        <a:ea typeface="Lexend"/>
                        <a:cs typeface="Lexend"/>
                        <a:sym typeface="Lexend"/>
                      </a:endParaRPr>
                    </a:p>
                  </a:txBody>
                  <a:tcPr marT="72000" marB="72000" marR="72000" marL="72000">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txBody>
                  <a:tcPr marT="72000" marB="72000" marR="72000" marL="72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200"/>
                    </a:p>
                  </a:txBody>
                  <a:tcPr marT="72000" marB="72000" marR="72000" marL="72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200"/>
                    </a:p>
                  </a:txBody>
                  <a:tcPr marT="72000" marB="72000" marR="72000" marL="72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832" name="Google Shape;2832;p12"/>
          <p:cNvSpPr/>
          <p:nvPr/>
        </p:nvSpPr>
        <p:spPr>
          <a:xfrm>
            <a:off x="239750" y="108975"/>
            <a:ext cx="1089600" cy="3270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2833" name="Google Shape;2833;p12"/>
          <p:cNvSpPr txBox="1"/>
          <p:nvPr>
            <p:ph type="title"/>
          </p:nvPr>
        </p:nvSpPr>
        <p:spPr>
          <a:xfrm>
            <a:off x="239750" y="108975"/>
            <a:ext cx="68553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800"/>
              <a:buNone/>
            </a:pPr>
            <a:r>
              <a:rPr lang="en"/>
              <a:t>Group 1 elements - observations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7" name="Shape 2837"/>
        <p:cNvGrpSpPr/>
        <p:nvPr/>
      </p:nvGrpSpPr>
      <p:grpSpPr>
        <a:xfrm>
          <a:off x="0" y="0"/>
          <a:ext cx="0" cy="0"/>
          <a:chOff x="0" y="0"/>
          <a:chExt cx="0" cy="0"/>
        </a:xfrm>
      </p:grpSpPr>
      <p:graphicFrame>
        <p:nvGraphicFramePr>
          <p:cNvPr id="2838" name="Google Shape;2838;g3f890c3dd1d_0_0"/>
          <p:cNvGraphicFramePr/>
          <p:nvPr/>
        </p:nvGraphicFramePr>
        <p:xfrm>
          <a:off x="167725" y="805825"/>
          <a:ext cx="3000000" cy="3000000"/>
        </p:xfrm>
        <a:graphic>
          <a:graphicData uri="http://schemas.openxmlformats.org/drawingml/2006/table">
            <a:tbl>
              <a:tblPr>
                <a:noFill/>
                <a:tableStyleId>{40A10876-C1CF-4A74-93B3-93C9A342541C}</a:tableStyleId>
              </a:tblPr>
              <a:tblGrid>
                <a:gridCol w="1479825"/>
                <a:gridCol w="1722725"/>
                <a:gridCol w="2661350"/>
                <a:gridCol w="2788525"/>
              </a:tblGrid>
              <a:tr h="305350">
                <a:tc>
                  <a:txBody>
                    <a:bodyPr/>
                    <a:lstStyle/>
                    <a:p>
                      <a:pPr indent="0" lvl="0" marL="0" marR="0" rtl="0" algn="l">
                        <a:lnSpc>
                          <a:spcPct val="100000"/>
                        </a:lnSpc>
                        <a:spcBef>
                          <a:spcPts val="0"/>
                        </a:spcBef>
                        <a:spcAft>
                          <a:spcPts val="0"/>
                        </a:spcAft>
                        <a:buClr>
                          <a:srgbClr val="000000"/>
                        </a:buClr>
                        <a:buSzPts val="1600"/>
                        <a:buFont typeface="Arial"/>
                        <a:buNone/>
                      </a:pPr>
                      <a:r>
                        <a:rPr lang="en" sz="2000" u="none" cap="none" strike="noStrike">
                          <a:solidFill>
                            <a:srgbClr val="FFFFFF"/>
                          </a:solidFill>
                          <a:latin typeface="Lexend"/>
                          <a:ea typeface="Lexend"/>
                          <a:cs typeface="Lexend"/>
                          <a:sym typeface="Lexend"/>
                        </a:rPr>
                        <a:t>Element</a:t>
                      </a:r>
                      <a:endParaRPr sz="2000" u="none" cap="none" strike="noStrike">
                        <a:solidFill>
                          <a:srgbClr val="FFFFFF"/>
                        </a:solidFill>
                        <a:latin typeface="Lexend"/>
                        <a:ea typeface="Lexend"/>
                        <a:cs typeface="Lexend"/>
                        <a:sym typeface="Lexend"/>
                      </a:endParaRPr>
                    </a:p>
                  </a:txBody>
                  <a:tcPr marT="72000" marB="72000" marR="72000" marL="72000">
                    <a:solidFill>
                      <a:srgbClr val="845AD9"/>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 sz="2000" u="none" cap="none" strike="noStrike">
                          <a:solidFill>
                            <a:srgbClr val="FFFFFF"/>
                          </a:solidFill>
                          <a:latin typeface="Lexend"/>
                          <a:ea typeface="Lexend"/>
                          <a:cs typeface="Lexend"/>
                          <a:sym typeface="Lexend"/>
                        </a:rPr>
                        <a:t>Appearance</a:t>
                      </a:r>
                      <a:endParaRPr sz="2000" u="none" cap="none" strike="noStrike">
                        <a:solidFill>
                          <a:srgbClr val="FFFFFF"/>
                        </a:solidFill>
                        <a:latin typeface="Lexend"/>
                        <a:ea typeface="Lexend"/>
                        <a:cs typeface="Lexend"/>
                        <a:sym typeface="Lexend"/>
                      </a:endParaRPr>
                    </a:p>
                  </a:txBody>
                  <a:tcPr marT="72000" marB="72000" marR="72000" marL="72000">
                    <a:lnB cap="flat" cmpd="sng" w="9525">
                      <a:solidFill>
                        <a:srgbClr val="9E9E9E"/>
                      </a:solidFill>
                      <a:prstDash val="solid"/>
                      <a:round/>
                      <a:headEnd len="sm" w="sm" type="none"/>
                      <a:tailEnd len="sm" w="sm" type="none"/>
                    </a:lnB>
                    <a:solidFill>
                      <a:srgbClr val="845AD9"/>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 sz="2000" u="none" cap="none" strike="noStrike">
                          <a:solidFill>
                            <a:srgbClr val="FFFFFF"/>
                          </a:solidFill>
                          <a:latin typeface="Lexend"/>
                          <a:ea typeface="Lexend"/>
                          <a:cs typeface="Lexend"/>
                          <a:sym typeface="Lexend"/>
                        </a:rPr>
                        <a:t>How easy is it to cut with a knife?</a:t>
                      </a:r>
                      <a:endParaRPr sz="2000" u="none" cap="none" strike="noStrike">
                        <a:solidFill>
                          <a:srgbClr val="FFFFFF"/>
                        </a:solidFill>
                        <a:latin typeface="Lexend"/>
                        <a:ea typeface="Lexend"/>
                        <a:cs typeface="Lexend"/>
                        <a:sym typeface="Lexend"/>
                      </a:endParaRPr>
                    </a:p>
                  </a:txBody>
                  <a:tcPr marT="72000" marB="72000" marR="72000" marL="72000">
                    <a:lnB cap="flat" cmpd="sng" w="9525">
                      <a:solidFill>
                        <a:srgbClr val="9E9E9E"/>
                      </a:solidFill>
                      <a:prstDash val="solid"/>
                      <a:round/>
                      <a:headEnd len="sm" w="sm" type="none"/>
                      <a:tailEnd len="sm" w="sm" type="none"/>
                    </a:lnB>
                    <a:solidFill>
                      <a:srgbClr val="845AD9"/>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 sz="2000" u="none" cap="none" strike="noStrike">
                          <a:solidFill>
                            <a:srgbClr val="FFFFFF"/>
                          </a:solidFill>
                          <a:latin typeface="Lexend"/>
                          <a:ea typeface="Lexend"/>
                          <a:cs typeface="Lexend"/>
                          <a:sym typeface="Lexend"/>
                        </a:rPr>
                        <a:t>What happens when it is added to water?</a:t>
                      </a:r>
                      <a:endParaRPr sz="2000" u="none" cap="none" strike="noStrike">
                        <a:solidFill>
                          <a:srgbClr val="FFFFFF"/>
                        </a:solidFill>
                        <a:latin typeface="Lexend"/>
                        <a:ea typeface="Lexend"/>
                        <a:cs typeface="Lexend"/>
                        <a:sym typeface="Lexend"/>
                      </a:endParaRPr>
                    </a:p>
                  </a:txBody>
                  <a:tcPr marT="72000" marB="72000" marR="72000" marL="72000">
                    <a:lnB cap="flat" cmpd="sng" w="9525">
                      <a:solidFill>
                        <a:srgbClr val="9E9E9E"/>
                      </a:solidFill>
                      <a:prstDash val="solid"/>
                      <a:round/>
                      <a:headEnd len="sm" w="sm" type="none"/>
                      <a:tailEnd len="sm" w="sm" type="none"/>
                    </a:lnB>
                    <a:solidFill>
                      <a:srgbClr val="845AD9"/>
                    </a:solidFill>
                  </a:tcPr>
                </a:tc>
              </a:tr>
              <a:tr h="305350">
                <a:tc>
                  <a:txBody>
                    <a:bodyPr/>
                    <a:lstStyle/>
                    <a:p>
                      <a:pPr indent="0" lvl="0" marL="0" marR="0" rtl="0" algn="l">
                        <a:lnSpc>
                          <a:spcPct val="100000"/>
                        </a:lnSpc>
                        <a:spcBef>
                          <a:spcPts val="0"/>
                        </a:spcBef>
                        <a:spcAft>
                          <a:spcPts val="0"/>
                        </a:spcAft>
                        <a:buClr>
                          <a:srgbClr val="000000"/>
                        </a:buClr>
                        <a:buSzPts val="1600"/>
                        <a:buFont typeface="Arial"/>
                        <a:buNone/>
                      </a:pPr>
                      <a:r>
                        <a:rPr lang="en" sz="2000" u="none" cap="none" strike="noStrike">
                          <a:latin typeface="Lexend"/>
                          <a:ea typeface="Lexend"/>
                          <a:cs typeface="Lexend"/>
                          <a:sym typeface="Lexend"/>
                        </a:rPr>
                        <a:t>lithium</a:t>
                      </a:r>
                      <a:endParaRPr sz="2000" u="none" cap="none" strike="noStrike">
                        <a:latin typeface="Lexend"/>
                        <a:ea typeface="Lexend"/>
                        <a:cs typeface="Lexend"/>
                        <a:sym typeface="Lexend"/>
                      </a:endParaRPr>
                    </a:p>
                  </a:txBody>
                  <a:tcPr marT="72000" marB="72000" marR="72000" marL="72000">
                    <a:lnR cap="flat" cmpd="sng" w="9525">
                      <a:solidFill>
                        <a:srgbClr val="9E9E9E"/>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solidFill>
                            <a:schemeClr val="accent5"/>
                          </a:solidFill>
                          <a:latin typeface="Kalam"/>
                          <a:ea typeface="Kalam"/>
                          <a:cs typeface="Kalam"/>
                          <a:sym typeface="Kalam"/>
                        </a:rPr>
                        <a:t>dull and dark grey on outside, shiny on inside</a:t>
                      </a:r>
                      <a:endParaRPr sz="1800" u="none" cap="none" strike="noStrike">
                        <a:solidFill>
                          <a:schemeClr val="accent5"/>
                        </a:solidFill>
                        <a:latin typeface="Kalam"/>
                        <a:ea typeface="Kalam"/>
                        <a:cs typeface="Kalam"/>
                        <a:sym typeface="Kalam"/>
                      </a:endParaRPr>
                    </a:p>
                  </a:txBody>
                  <a:tcPr marT="72000" marB="72000" marR="72000" marL="72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solidFill>
                            <a:schemeClr val="accent5"/>
                          </a:solidFill>
                          <a:latin typeface="Kalam"/>
                          <a:ea typeface="Kalam"/>
                          <a:cs typeface="Kalam"/>
                          <a:sym typeface="Kalam"/>
                        </a:rPr>
                        <a:t>could be cut by knife</a:t>
                      </a:r>
                      <a:endParaRPr sz="1800" u="none" cap="none" strike="noStrike">
                        <a:solidFill>
                          <a:schemeClr val="accent5"/>
                        </a:solidFill>
                        <a:latin typeface="Kalam"/>
                        <a:ea typeface="Kalam"/>
                        <a:cs typeface="Kalam"/>
                        <a:sym typeface="Kalam"/>
                      </a:endParaRPr>
                    </a:p>
                  </a:txBody>
                  <a:tcPr marT="72000" marB="72000" marR="72000" marL="72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solidFill>
                            <a:schemeClr val="accent5"/>
                          </a:solidFill>
                          <a:latin typeface="Kalam"/>
                          <a:ea typeface="Kalam"/>
                          <a:cs typeface="Kalam"/>
                          <a:sym typeface="Kalam"/>
                        </a:rPr>
                        <a:t>forms a sphere and floats on surface, fizzes</a:t>
                      </a:r>
                      <a:endParaRPr sz="1800" u="none" cap="none" strike="noStrike">
                        <a:solidFill>
                          <a:schemeClr val="accent5"/>
                        </a:solidFill>
                        <a:latin typeface="Kalam"/>
                        <a:ea typeface="Kalam"/>
                        <a:cs typeface="Kalam"/>
                        <a:sym typeface="Kalam"/>
                      </a:endParaRPr>
                    </a:p>
                  </a:txBody>
                  <a:tcPr marT="72000" marB="72000" marR="72000" marL="72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05350">
                <a:tc>
                  <a:txBody>
                    <a:bodyPr/>
                    <a:lstStyle/>
                    <a:p>
                      <a:pPr indent="0" lvl="0" marL="0" marR="0" rtl="0" algn="l">
                        <a:lnSpc>
                          <a:spcPct val="100000"/>
                        </a:lnSpc>
                        <a:spcBef>
                          <a:spcPts val="0"/>
                        </a:spcBef>
                        <a:spcAft>
                          <a:spcPts val="0"/>
                        </a:spcAft>
                        <a:buClr>
                          <a:srgbClr val="000000"/>
                        </a:buClr>
                        <a:buSzPts val="1600"/>
                        <a:buFont typeface="Arial"/>
                        <a:buNone/>
                      </a:pPr>
                      <a:r>
                        <a:rPr lang="en" sz="2000" u="none" cap="none" strike="noStrike">
                          <a:latin typeface="Lexend"/>
                          <a:ea typeface="Lexend"/>
                          <a:cs typeface="Lexend"/>
                          <a:sym typeface="Lexend"/>
                        </a:rPr>
                        <a:t>sodium</a:t>
                      </a:r>
                      <a:endParaRPr sz="2000" u="none" cap="none" strike="noStrike">
                        <a:latin typeface="Lexend"/>
                        <a:ea typeface="Lexend"/>
                        <a:cs typeface="Lexend"/>
                        <a:sym typeface="Lexend"/>
                      </a:endParaRPr>
                    </a:p>
                  </a:txBody>
                  <a:tcPr marT="72000" marB="72000" marR="72000" marL="72000">
                    <a:lnR cap="flat" cmpd="sng" w="9525">
                      <a:solidFill>
                        <a:srgbClr val="9E9E9E"/>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100"/>
                        <a:buFont typeface="Arial"/>
                        <a:buNone/>
                      </a:pPr>
                      <a:r>
                        <a:rPr lang="en" sz="1800" u="none" cap="none" strike="noStrike">
                          <a:solidFill>
                            <a:schemeClr val="accent5"/>
                          </a:solidFill>
                          <a:latin typeface="Kalam"/>
                          <a:ea typeface="Kalam"/>
                          <a:cs typeface="Kalam"/>
                          <a:sym typeface="Kalam"/>
                        </a:rPr>
                        <a:t>dull and light grey on outside, shiny on inside</a:t>
                      </a:r>
                      <a:endParaRPr sz="1800" u="none" cap="none" strike="noStrike">
                        <a:solidFill>
                          <a:schemeClr val="accent5"/>
                        </a:solidFill>
                        <a:latin typeface="Kalam"/>
                        <a:ea typeface="Kalam"/>
                        <a:cs typeface="Kalam"/>
                        <a:sym typeface="Kalam"/>
                      </a:endParaRPr>
                    </a:p>
                  </a:txBody>
                  <a:tcPr marT="72000" marB="72000" marR="72000" marL="72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solidFill>
                            <a:schemeClr val="accent5"/>
                          </a:solidFill>
                          <a:latin typeface="Kalam"/>
                          <a:ea typeface="Kalam"/>
                          <a:cs typeface="Kalam"/>
                          <a:sym typeface="Kalam"/>
                        </a:rPr>
                        <a:t>easier to cut by knife</a:t>
                      </a:r>
                      <a:endParaRPr sz="1800" u="none" cap="none" strike="noStrike">
                        <a:solidFill>
                          <a:schemeClr val="accent5"/>
                        </a:solidFill>
                        <a:latin typeface="Kalam"/>
                        <a:ea typeface="Kalam"/>
                        <a:cs typeface="Kalam"/>
                        <a:sym typeface="Kalam"/>
                      </a:endParaRPr>
                    </a:p>
                  </a:txBody>
                  <a:tcPr marT="72000" marB="72000" marR="72000" marL="72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 sz="1800" u="none" cap="none" strike="noStrike">
                          <a:solidFill>
                            <a:schemeClr val="accent5"/>
                          </a:solidFill>
                          <a:latin typeface="Kalam"/>
                          <a:ea typeface="Kalam"/>
                          <a:cs typeface="Kalam"/>
                          <a:sym typeface="Kalam"/>
                        </a:rPr>
                        <a:t>same as above, but faster and may produce yellow flame</a:t>
                      </a:r>
                      <a:endParaRPr sz="1800" u="none" cap="none" strike="noStrike">
                        <a:solidFill>
                          <a:schemeClr val="accent5"/>
                        </a:solidFill>
                        <a:latin typeface="Kalam"/>
                        <a:ea typeface="Kalam"/>
                        <a:cs typeface="Kalam"/>
                        <a:sym typeface="Kalam"/>
                      </a:endParaRPr>
                    </a:p>
                  </a:txBody>
                  <a:tcPr marT="72000" marB="72000" marR="72000" marL="72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05350">
                <a:tc>
                  <a:txBody>
                    <a:bodyPr/>
                    <a:lstStyle/>
                    <a:p>
                      <a:pPr indent="0" lvl="0" marL="0" marR="0" rtl="0" algn="l">
                        <a:lnSpc>
                          <a:spcPct val="100000"/>
                        </a:lnSpc>
                        <a:spcBef>
                          <a:spcPts val="0"/>
                        </a:spcBef>
                        <a:spcAft>
                          <a:spcPts val="0"/>
                        </a:spcAft>
                        <a:buClr>
                          <a:srgbClr val="000000"/>
                        </a:buClr>
                        <a:buSzPts val="1600"/>
                        <a:buFont typeface="Arial"/>
                        <a:buNone/>
                      </a:pPr>
                      <a:r>
                        <a:rPr lang="en" sz="2000" u="none" cap="none" strike="noStrike">
                          <a:latin typeface="Lexend"/>
                          <a:ea typeface="Lexend"/>
                          <a:cs typeface="Lexend"/>
                          <a:sym typeface="Lexend"/>
                        </a:rPr>
                        <a:t>potassium</a:t>
                      </a:r>
                      <a:endParaRPr sz="2000" u="none" cap="none" strike="noStrike">
                        <a:latin typeface="Lexend"/>
                        <a:ea typeface="Lexend"/>
                        <a:cs typeface="Lexend"/>
                        <a:sym typeface="Lexend"/>
                      </a:endParaRPr>
                    </a:p>
                  </a:txBody>
                  <a:tcPr marT="72000" marB="72000" marR="72000" marL="72000">
                    <a:lnR cap="flat" cmpd="sng" w="9525">
                      <a:solidFill>
                        <a:srgbClr val="9E9E9E"/>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100"/>
                        <a:buFont typeface="Arial"/>
                        <a:buNone/>
                      </a:pPr>
                      <a:r>
                        <a:rPr lang="en" sz="1800" u="none" cap="none" strike="noStrike">
                          <a:solidFill>
                            <a:schemeClr val="accent5"/>
                          </a:solidFill>
                          <a:latin typeface="Kalam"/>
                          <a:ea typeface="Kalam"/>
                          <a:cs typeface="Kalam"/>
                          <a:sym typeface="Kalam"/>
                        </a:rPr>
                        <a:t>dull and grey on outside, shiny on inside</a:t>
                      </a:r>
                      <a:endParaRPr sz="1800" u="none" cap="none" strike="noStrike">
                        <a:solidFill>
                          <a:schemeClr val="accent5"/>
                        </a:solidFill>
                        <a:latin typeface="Kalam"/>
                        <a:ea typeface="Kalam"/>
                        <a:cs typeface="Kalam"/>
                        <a:sym typeface="Kalam"/>
                      </a:endParaRPr>
                    </a:p>
                  </a:txBody>
                  <a:tcPr marT="72000" marB="72000" marR="72000" marL="72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solidFill>
                            <a:schemeClr val="accent5"/>
                          </a:solidFill>
                          <a:latin typeface="Kalam"/>
                          <a:ea typeface="Kalam"/>
                          <a:cs typeface="Kalam"/>
                          <a:sym typeface="Kalam"/>
                        </a:rPr>
                        <a:t>even easier to cut by knife</a:t>
                      </a:r>
                      <a:endParaRPr sz="1800" u="none" cap="none" strike="noStrike">
                        <a:solidFill>
                          <a:schemeClr val="accent5"/>
                        </a:solidFill>
                        <a:latin typeface="Kalam"/>
                        <a:ea typeface="Kalam"/>
                        <a:cs typeface="Kalam"/>
                        <a:sym typeface="Kalam"/>
                      </a:endParaRPr>
                    </a:p>
                  </a:txBody>
                  <a:tcPr marT="72000" marB="72000" marR="72000" marL="72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solidFill>
                            <a:schemeClr val="accent5"/>
                          </a:solidFill>
                          <a:latin typeface="Kalam"/>
                          <a:ea typeface="Kalam"/>
                          <a:cs typeface="Kalam"/>
                          <a:sym typeface="Kalam"/>
                        </a:rPr>
                        <a:t>same as above, even faster, and produce lilac flame (may explode)</a:t>
                      </a:r>
                      <a:endParaRPr sz="1800" u="none" cap="none" strike="noStrike">
                        <a:solidFill>
                          <a:schemeClr val="accent5"/>
                        </a:solidFill>
                        <a:latin typeface="Kalam"/>
                        <a:ea typeface="Kalam"/>
                        <a:cs typeface="Kalam"/>
                        <a:sym typeface="Kalam"/>
                      </a:endParaRPr>
                    </a:p>
                  </a:txBody>
                  <a:tcPr marT="72000" marB="72000" marR="72000" marL="72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839" name="Google Shape;2839;g3f890c3dd1d_0_0"/>
          <p:cNvSpPr/>
          <p:nvPr/>
        </p:nvSpPr>
        <p:spPr>
          <a:xfrm>
            <a:off x="239750" y="108975"/>
            <a:ext cx="1089600" cy="3270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2840" name="Google Shape;2840;g3f890c3dd1d_0_0"/>
          <p:cNvSpPr txBox="1"/>
          <p:nvPr>
            <p:ph type="title"/>
          </p:nvPr>
        </p:nvSpPr>
        <p:spPr>
          <a:xfrm>
            <a:off x="239750" y="108975"/>
            <a:ext cx="68553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800"/>
              <a:buNone/>
            </a:pPr>
            <a:r>
              <a:rPr lang="en"/>
              <a:t>Group 1 elements - observations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4" name="Shape 2844"/>
        <p:cNvGrpSpPr/>
        <p:nvPr/>
      </p:nvGrpSpPr>
      <p:grpSpPr>
        <a:xfrm>
          <a:off x="0" y="0"/>
          <a:ext cx="0" cy="0"/>
          <a:chOff x="0" y="0"/>
          <a:chExt cx="0" cy="0"/>
        </a:xfrm>
      </p:grpSpPr>
      <p:pic>
        <p:nvPicPr>
          <p:cNvPr id="2845" name="Google Shape;2845;p13"/>
          <p:cNvPicPr preferRelativeResize="0"/>
          <p:nvPr/>
        </p:nvPicPr>
        <p:blipFill rotWithShape="1">
          <a:blip r:embed="rId3">
            <a:alphaModFix/>
          </a:blip>
          <a:srcRect b="0" l="32073" r="32009" t="0"/>
          <a:stretch/>
        </p:blipFill>
        <p:spPr>
          <a:xfrm>
            <a:off x="1693525" y="1272275"/>
            <a:ext cx="1329600" cy="3701725"/>
          </a:xfrm>
          <a:prstGeom prst="rect">
            <a:avLst/>
          </a:prstGeom>
          <a:noFill/>
          <a:ln>
            <a:noFill/>
          </a:ln>
        </p:spPr>
      </p:pic>
      <p:pic>
        <p:nvPicPr>
          <p:cNvPr id="2846" name="Google Shape;2846;p13"/>
          <p:cNvPicPr preferRelativeResize="0"/>
          <p:nvPr/>
        </p:nvPicPr>
        <p:blipFill rotWithShape="1">
          <a:blip r:embed="rId4">
            <a:alphaModFix/>
          </a:blip>
          <a:srcRect b="14378" l="17532" r="11686" t="3411"/>
          <a:stretch/>
        </p:blipFill>
        <p:spPr>
          <a:xfrm>
            <a:off x="2237875" y="4408700"/>
            <a:ext cx="357550" cy="373225"/>
          </a:xfrm>
          <a:prstGeom prst="rect">
            <a:avLst/>
          </a:prstGeom>
          <a:noFill/>
          <a:ln>
            <a:noFill/>
          </a:ln>
        </p:spPr>
      </p:pic>
      <p:sp>
        <p:nvSpPr>
          <p:cNvPr id="2847" name="Google Shape;2847;p13"/>
          <p:cNvSpPr txBox="1"/>
          <p:nvPr/>
        </p:nvSpPr>
        <p:spPr>
          <a:xfrm>
            <a:off x="4117125" y="2357000"/>
            <a:ext cx="4933500" cy="606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1" i="0" lang="en" sz="3000" u="none" cap="none" strike="noStrike">
                <a:solidFill>
                  <a:srgbClr val="ED4A00"/>
                </a:solidFill>
                <a:latin typeface="Lato"/>
                <a:ea typeface="Lato"/>
                <a:cs typeface="Lato"/>
                <a:sym typeface="Lato"/>
              </a:rPr>
              <a:t>What does this show?</a:t>
            </a:r>
            <a:endParaRPr b="1" i="0" sz="3000" u="none" cap="none" strike="noStrike">
              <a:solidFill>
                <a:srgbClr val="ED4A00"/>
              </a:solidFill>
              <a:latin typeface="Lato"/>
              <a:ea typeface="Lato"/>
              <a:cs typeface="Lato"/>
              <a:sym typeface="Lato"/>
            </a:endParaRPr>
          </a:p>
        </p:txBody>
      </p:sp>
      <p:cxnSp>
        <p:nvCxnSpPr>
          <p:cNvPr id="2848" name="Google Shape;2848;p13"/>
          <p:cNvCxnSpPr/>
          <p:nvPr/>
        </p:nvCxnSpPr>
        <p:spPr>
          <a:xfrm>
            <a:off x="2181025" y="3848875"/>
            <a:ext cx="384900" cy="0"/>
          </a:xfrm>
          <a:prstGeom prst="straightConnector1">
            <a:avLst/>
          </a:prstGeom>
          <a:noFill/>
          <a:ln cap="flat" cmpd="sng" w="9525">
            <a:solidFill>
              <a:schemeClr val="dk2"/>
            </a:solidFill>
            <a:prstDash val="solid"/>
            <a:round/>
            <a:headEnd len="sm" w="sm" type="none"/>
            <a:tailEnd len="sm" w="sm" type="none"/>
          </a:ln>
        </p:spPr>
      </p:cxnSp>
      <p:grpSp>
        <p:nvGrpSpPr>
          <p:cNvPr id="2849" name="Google Shape;2849;p13"/>
          <p:cNvGrpSpPr/>
          <p:nvPr/>
        </p:nvGrpSpPr>
        <p:grpSpPr>
          <a:xfrm>
            <a:off x="606500" y="-395026"/>
            <a:ext cx="3984350" cy="4208751"/>
            <a:chOff x="606500" y="-395026"/>
            <a:chExt cx="3984350" cy="4208751"/>
          </a:xfrm>
        </p:grpSpPr>
        <p:pic>
          <p:nvPicPr>
            <p:cNvPr id="2850" name="Google Shape;2850;p13"/>
            <p:cNvPicPr preferRelativeResize="0"/>
            <p:nvPr/>
          </p:nvPicPr>
          <p:blipFill rotWithShape="1">
            <a:blip r:embed="rId5">
              <a:alphaModFix/>
            </a:blip>
            <a:srcRect b="8010" l="49644" r="11480" t="35737"/>
            <a:stretch/>
          </p:blipFill>
          <p:spPr>
            <a:xfrm>
              <a:off x="606500" y="2254500"/>
              <a:ext cx="1436710" cy="1559225"/>
            </a:xfrm>
            <a:prstGeom prst="rect">
              <a:avLst/>
            </a:prstGeom>
            <a:noFill/>
            <a:ln>
              <a:noFill/>
            </a:ln>
          </p:spPr>
        </p:pic>
        <p:pic>
          <p:nvPicPr>
            <p:cNvPr id="2851" name="Google Shape;2851;p13"/>
            <p:cNvPicPr preferRelativeResize="0"/>
            <p:nvPr/>
          </p:nvPicPr>
          <p:blipFill rotWithShape="1">
            <a:blip r:embed="rId6">
              <a:alphaModFix/>
            </a:blip>
            <a:srcRect b="0" l="0" r="0" t="0"/>
            <a:stretch/>
          </p:blipFill>
          <p:spPr>
            <a:xfrm rot="1288645">
              <a:off x="2264502" y="-94499"/>
              <a:ext cx="2025821" cy="2025821"/>
            </a:xfrm>
            <a:prstGeom prst="rect">
              <a:avLst/>
            </a:prstGeom>
            <a:noFill/>
            <a:ln>
              <a:noFill/>
            </a:ln>
          </p:spPr>
        </p:pic>
      </p:grpSp>
      <p:sp>
        <p:nvSpPr>
          <p:cNvPr id="2852" name="Google Shape;2852;p13"/>
          <p:cNvSpPr/>
          <p:nvPr/>
        </p:nvSpPr>
        <p:spPr>
          <a:xfrm rot="5400000">
            <a:off x="1860325" y="4163913"/>
            <a:ext cx="1026300" cy="466500"/>
          </a:xfrm>
          <a:prstGeom prst="flowChartDelay">
            <a:avLst/>
          </a:prstGeom>
          <a:solidFill>
            <a:srgbClr val="351C75"/>
          </a:solidFill>
          <a:ln cap="flat" cmpd="sng" w="952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53" name="Google Shape;2853;p13"/>
          <p:cNvPicPr preferRelativeResize="0"/>
          <p:nvPr/>
        </p:nvPicPr>
        <p:blipFill rotWithShape="1">
          <a:blip r:embed="rId3">
            <a:alphaModFix/>
          </a:blip>
          <a:srcRect b="0" l="32073" r="32009" t="0"/>
          <a:stretch/>
        </p:blipFill>
        <p:spPr>
          <a:xfrm>
            <a:off x="3094238" y="1272275"/>
            <a:ext cx="1329600" cy="3701725"/>
          </a:xfrm>
          <a:prstGeom prst="rect">
            <a:avLst/>
          </a:prstGeom>
          <a:noFill/>
          <a:ln>
            <a:noFill/>
          </a:ln>
        </p:spPr>
      </p:pic>
      <p:pic>
        <p:nvPicPr>
          <p:cNvPr id="2854" name="Google Shape;2854;p13"/>
          <p:cNvPicPr preferRelativeResize="0"/>
          <p:nvPr/>
        </p:nvPicPr>
        <p:blipFill rotWithShape="1">
          <a:blip r:embed="rId4">
            <a:alphaModFix/>
          </a:blip>
          <a:srcRect b="14378" l="17532" r="11686" t="3411"/>
          <a:stretch/>
        </p:blipFill>
        <p:spPr>
          <a:xfrm>
            <a:off x="3580262" y="4408713"/>
            <a:ext cx="357550" cy="373225"/>
          </a:xfrm>
          <a:prstGeom prst="rect">
            <a:avLst/>
          </a:prstGeom>
          <a:noFill/>
          <a:ln>
            <a:noFill/>
          </a:ln>
        </p:spPr>
      </p:pic>
      <p:cxnSp>
        <p:nvCxnSpPr>
          <p:cNvPr id="2855" name="Google Shape;2855;p13"/>
          <p:cNvCxnSpPr/>
          <p:nvPr/>
        </p:nvCxnSpPr>
        <p:spPr>
          <a:xfrm>
            <a:off x="3566575" y="3848875"/>
            <a:ext cx="384900" cy="0"/>
          </a:xfrm>
          <a:prstGeom prst="straightConnector1">
            <a:avLst/>
          </a:prstGeom>
          <a:noFill/>
          <a:ln cap="flat" cmpd="sng" w="9525">
            <a:solidFill>
              <a:schemeClr val="dk2"/>
            </a:solidFill>
            <a:prstDash val="solid"/>
            <a:round/>
            <a:headEnd len="sm" w="sm" type="none"/>
            <a:tailEnd len="sm" w="sm" type="none"/>
          </a:ln>
        </p:spPr>
      </p:cxnSp>
      <p:pic>
        <p:nvPicPr>
          <p:cNvPr id="2856" name="Google Shape;2856;p13"/>
          <p:cNvPicPr preferRelativeResize="0"/>
          <p:nvPr/>
        </p:nvPicPr>
        <p:blipFill rotWithShape="1">
          <a:blip r:embed="rId7">
            <a:alphaModFix/>
          </a:blip>
          <a:srcRect b="-17657" l="70374" r="-7841" t="7160"/>
          <a:stretch/>
        </p:blipFill>
        <p:spPr>
          <a:xfrm rot="-425020">
            <a:off x="3555625" y="2922800"/>
            <a:ext cx="1598300" cy="1640013"/>
          </a:xfrm>
          <a:prstGeom prst="diagStripe">
            <a:avLst>
              <a:gd fmla="val 50000" name="adj"/>
            </a:avLst>
          </a:prstGeom>
          <a:noFill/>
          <a:ln>
            <a:noFill/>
          </a:ln>
        </p:spPr>
      </p:pic>
      <p:grpSp>
        <p:nvGrpSpPr>
          <p:cNvPr id="2857" name="Google Shape;2857;p13"/>
          <p:cNvGrpSpPr/>
          <p:nvPr/>
        </p:nvGrpSpPr>
        <p:grpSpPr>
          <a:xfrm>
            <a:off x="4117125" y="431550"/>
            <a:ext cx="2953100" cy="1925450"/>
            <a:chOff x="4184750" y="431550"/>
            <a:chExt cx="2953100" cy="1925450"/>
          </a:xfrm>
        </p:grpSpPr>
        <p:pic>
          <p:nvPicPr>
            <p:cNvPr id="2858" name="Google Shape;2858;p13"/>
            <p:cNvPicPr preferRelativeResize="0"/>
            <p:nvPr/>
          </p:nvPicPr>
          <p:blipFill rotWithShape="1">
            <a:blip r:embed="rId7">
              <a:alphaModFix/>
            </a:blip>
            <a:srcRect b="0" l="0" r="72081" t="0"/>
            <a:stretch/>
          </p:blipFill>
          <p:spPr>
            <a:xfrm>
              <a:off x="4184750" y="699650"/>
              <a:ext cx="1329600" cy="1657350"/>
            </a:xfrm>
            <a:prstGeom prst="rect">
              <a:avLst/>
            </a:prstGeom>
            <a:noFill/>
            <a:ln>
              <a:noFill/>
            </a:ln>
          </p:spPr>
        </p:pic>
        <p:sp>
          <p:nvSpPr>
            <p:cNvPr id="2859" name="Google Shape;2859;p13"/>
            <p:cNvSpPr txBox="1"/>
            <p:nvPr/>
          </p:nvSpPr>
          <p:spPr>
            <a:xfrm>
              <a:off x="5446750" y="431550"/>
              <a:ext cx="1691100" cy="45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E06666"/>
                  </a:solidFill>
                  <a:latin typeface="Lato"/>
                  <a:ea typeface="Lato"/>
                  <a:cs typeface="Lato"/>
                  <a:sym typeface="Lato"/>
                </a:rPr>
                <a:t>Lithium paper</a:t>
              </a:r>
              <a:endParaRPr b="1" i="0" sz="1400" u="none" cap="none" strike="noStrike">
                <a:solidFill>
                  <a:srgbClr val="E06666"/>
                </a:solidFill>
                <a:latin typeface="Lato"/>
                <a:ea typeface="Lato"/>
                <a:cs typeface="Lato"/>
                <a:sym typeface="Lato"/>
              </a:endParaRPr>
            </a:p>
          </p:txBody>
        </p:sp>
      </p:grpSp>
      <p:grpSp>
        <p:nvGrpSpPr>
          <p:cNvPr id="2860" name="Google Shape;2860;p13"/>
          <p:cNvGrpSpPr/>
          <p:nvPr/>
        </p:nvGrpSpPr>
        <p:grpSpPr>
          <a:xfrm>
            <a:off x="4210500" y="3020775"/>
            <a:ext cx="4933500" cy="1634425"/>
            <a:chOff x="4210500" y="3020775"/>
            <a:chExt cx="4933500" cy="1634425"/>
          </a:xfrm>
        </p:grpSpPr>
        <p:sp>
          <p:nvSpPr>
            <p:cNvPr id="2861" name="Google Shape;2861;p13"/>
            <p:cNvSpPr txBox="1"/>
            <p:nvPr/>
          </p:nvSpPr>
          <p:spPr>
            <a:xfrm>
              <a:off x="4210500" y="3020775"/>
              <a:ext cx="4933500" cy="606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1" i="0" lang="en" sz="3000" u="none" cap="none" strike="noStrike">
                  <a:solidFill>
                    <a:srgbClr val="E8004C"/>
                  </a:solidFill>
                  <a:latin typeface="Lato"/>
                  <a:ea typeface="Lato"/>
                  <a:cs typeface="Lato"/>
                  <a:sym typeface="Lato"/>
                </a:rPr>
                <a:t>Alkaline</a:t>
              </a:r>
              <a:endParaRPr b="1" i="0" sz="3000" u="none" cap="none" strike="noStrike">
                <a:solidFill>
                  <a:srgbClr val="E8004C"/>
                </a:solidFill>
                <a:latin typeface="Lato"/>
                <a:ea typeface="Lato"/>
                <a:cs typeface="Lato"/>
                <a:sym typeface="Lato"/>
              </a:endParaRPr>
            </a:p>
          </p:txBody>
        </p:sp>
        <p:sp>
          <p:nvSpPr>
            <p:cNvPr id="2862" name="Google Shape;2862;p13"/>
            <p:cNvSpPr txBox="1"/>
            <p:nvPr/>
          </p:nvSpPr>
          <p:spPr>
            <a:xfrm>
              <a:off x="4910225" y="3965500"/>
              <a:ext cx="3172500" cy="689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E8004C"/>
                  </a:solidFill>
                  <a:latin typeface="Lato"/>
                  <a:ea typeface="Lato"/>
                  <a:cs typeface="Lato"/>
                  <a:sym typeface="Lato"/>
                </a:rPr>
                <a:t>The reaction produces alkaline hydroxide ions.</a:t>
              </a:r>
              <a:endParaRPr b="0" i="0" sz="1800" u="none" cap="none" strike="noStrike">
                <a:solidFill>
                  <a:srgbClr val="E8004C"/>
                </a:solidFill>
                <a:latin typeface="Lato"/>
                <a:ea typeface="Lato"/>
                <a:cs typeface="Lato"/>
                <a:sym typeface="Lato"/>
              </a:endParaRPr>
            </a:p>
          </p:txBody>
        </p:sp>
      </p:gr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6"/>
                                        </p:tgtEl>
                                        <p:attrNameLst>
                                          <p:attrName>style.visibility</p:attrName>
                                        </p:attrNameLst>
                                      </p:cBhvr>
                                      <p:to>
                                        <p:strVal val="visible"/>
                                      </p:to>
                                    </p:set>
                                    <p:animEffect filter="fade" transition="in">
                                      <p:cBhvr>
                                        <p:cTn dur="1000"/>
                                        <p:tgtEl>
                                          <p:spTgt spid="2846"/>
                                        </p:tgtEl>
                                      </p:cBhvr>
                                    </p:animEffect>
                                  </p:childTnLst>
                                </p:cTn>
                              </p:par>
                              <p:par>
                                <p:cTn fill="hold" nodeType="withEffect" presetClass="entr" presetID="10" presetSubtype="0">
                                  <p:stCondLst>
                                    <p:cond delay="0"/>
                                  </p:stCondLst>
                                  <p:childTnLst>
                                    <p:set>
                                      <p:cBhvr>
                                        <p:cTn dur="1" fill="hold">
                                          <p:stCondLst>
                                            <p:cond delay="0"/>
                                          </p:stCondLst>
                                        </p:cTn>
                                        <p:tgtEl>
                                          <p:spTgt spid="2854"/>
                                        </p:tgtEl>
                                        <p:attrNameLst>
                                          <p:attrName>style.visibility</p:attrName>
                                        </p:attrNameLst>
                                      </p:cBhvr>
                                      <p:to>
                                        <p:strVal val="visible"/>
                                      </p:to>
                                    </p:set>
                                    <p:animEffect filter="fade" transition="in">
                                      <p:cBhvr>
                                        <p:cTn dur="1000"/>
                                        <p:tgtEl>
                                          <p:spTgt spid="28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9"/>
                                        </p:tgtEl>
                                        <p:attrNameLst>
                                          <p:attrName>style.visibility</p:attrName>
                                        </p:attrNameLst>
                                      </p:cBhvr>
                                      <p:to>
                                        <p:strVal val="visible"/>
                                      </p:to>
                                    </p:set>
                                    <p:animEffect filter="fade" transition="in">
                                      <p:cBhvr>
                                        <p:cTn dur="1000"/>
                                        <p:tgtEl>
                                          <p:spTgt spid="2849"/>
                                        </p:tgtEl>
                                      </p:cBhvr>
                                    </p:animEffect>
                                  </p:childTnLst>
                                </p:cTn>
                              </p:par>
                              <p:par>
                                <p:cTn fill="hold" nodeType="withEffect" presetClass="entr" presetID="10" presetSubtype="0">
                                  <p:stCondLst>
                                    <p:cond delay="0"/>
                                  </p:stCondLst>
                                  <p:childTnLst>
                                    <p:set>
                                      <p:cBhvr>
                                        <p:cTn dur="1" fill="hold">
                                          <p:stCondLst>
                                            <p:cond delay="0"/>
                                          </p:stCondLst>
                                        </p:cTn>
                                        <p:tgtEl>
                                          <p:spTgt spid="2857"/>
                                        </p:tgtEl>
                                        <p:attrNameLst>
                                          <p:attrName>style.visibility</p:attrName>
                                        </p:attrNameLst>
                                      </p:cBhvr>
                                      <p:to>
                                        <p:strVal val="visible"/>
                                      </p:to>
                                    </p:set>
                                    <p:animEffect filter="fade" transition="in">
                                      <p:cBhvr>
                                        <p:cTn dur="1000"/>
                                        <p:tgtEl>
                                          <p:spTgt spid="28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2"/>
                                        </p:tgtEl>
                                        <p:attrNameLst>
                                          <p:attrName>style.visibility</p:attrName>
                                        </p:attrNameLst>
                                      </p:cBhvr>
                                      <p:to>
                                        <p:strVal val="visible"/>
                                      </p:to>
                                    </p:set>
                                    <p:animEffect filter="fade" transition="in">
                                      <p:cBhvr>
                                        <p:cTn dur="1000"/>
                                        <p:tgtEl>
                                          <p:spTgt spid="28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6"/>
                                        </p:tgtEl>
                                        <p:attrNameLst>
                                          <p:attrName>style.visibility</p:attrName>
                                        </p:attrNameLst>
                                      </p:cBhvr>
                                      <p:to>
                                        <p:strVal val="visible"/>
                                      </p:to>
                                    </p:set>
                                    <p:animEffect filter="fade" transition="in">
                                      <p:cBhvr>
                                        <p:cTn dur="1000"/>
                                        <p:tgtEl>
                                          <p:spTgt spid="28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7"/>
                                        </p:tgtEl>
                                        <p:attrNameLst>
                                          <p:attrName>style.visibility</p:attrName>
                                        </p:attrNameLst>
                                      </p:cBhvr>
                                      <p:to>
                                        <p:strVal val="visible"/>
                                      </p:to>
                                    </p:set>
                                    <p:animEffect filter="fade" transition="in">
                                      <p:cBhvr>
                                        <p:cTn dur="1000"/>
                                        <p:tgtEl>
                                          <p:spTgt spid="28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0"/>
                                        </p:tgtEl>
                                        <p:attrNameLst>
                                          <p:attrName>style.visibility</p:attrName>
                                        </p:attrNameLst>
                                      </p:cBhvr>
                                      <p:to>
                                        <p:strVal val="visible"/>
                                      </p:to>
                                    </p:set>
                                    <p:animEffect filter="fade" transition="in">
                                      <p:cBhvr>
                                        <p:cTn dur="900"/>
                                        <p:tgtEl>
                                          <p:spTgt spid="28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6" name="Shape 2866"/>
        <p:cNvGrpSpPr/>
        <p:nvPr/>
      </p:nvGrpSpPr>
      <p:grpSpPr>
        <a:xfrm>
          <a:off x="0" y="0"/>
          <a:ext cx="0" cy="0"/>
          <a:chOff x="0" y="0"/>
          <a:chExt cx="0" cy="0"/>
        </a:xfrm>
      </p:grpSpPr>
      <p:pic>
        <p:nvPicPr>
          <p:cNvPr id="2867" name="Google Shape;2867;p14"/>
          <p:cNvPicPr preferRelativeResize="0"/>
          <p:nvPr/>
        </p:nvPicPr>
        <p:blipFill rotWithShape="1">
          <a:blip r:embed="rId3">
            <a:alphaModFix/>
          </a:blip>
          <a:srcRect b="0" l="32073" r="32009" t="0"/>
          <a:stretch/>
        </p:blipFill>
        <p:spPr>
          <a:xfrm>
            <a:off x="1693525" y="1272275"/>
            <a:ext cx="1329600" cy="3701725"/>
          </a:xfrm>
          <a:prstGeom prst="rect">
            <a:avLst/>
          </a:prstGeom>
          <a:noFill/>
          <a:ln>
            <a:noFill/>
          </a:ln>
        </p:spPr>
      </p:pic>
      <p:pic>
        <p:nvPicPr>
          <p:cNvPr id="2868" name="Google Shape;2868;p14"/>
          <p:cNvPicPr preferRelativeResize="0"/>
          <p:nvPr/>
        </p:nvPicPr>
        <p:blipFill rotWithShape="1">
          <a:blip r:embed="rId4">
            <a:alphaModFix/>
          </a:blip>
          <a:srcRect b="53578" l="50125" r="9949" t="26275"/>
          <a:stretch/>
        </p:blipFill>
        <p:spPr>
          <a:xfrm rot="-977994">
            <a:off x="2110942" y="310150"/>
            <a:ext cx="2336968" cy="885425"/>
          </a:xfrm>
          <a:prstGeom prst="rect">
            <a:avLst/>
          </a:prstGeom>
          <a:noFill/>
          <a:ln>
            <a:noFill/>
          </a:ln>
        </p:spPr>
      </p:pic>
      <p:sp>
        <p:nvSpPr>
          <p:cNvPr id="2869" name="Google Shape;2869;p14"/>
          <p:cNvSpPr/>
          <p:nvPr/>
        </p:nvSpPr>
        <p:spPr>
          <a:xfrm>
            <a:off x="3429025" y="268250"/>
            <a:ext cx="2997300" cy="2472600"/>
          </a:xfrm>
          <a:prstGeom prst="wedgeEllipseCallout">
            <a:avLst>
              <a:gd fmla="val -76461" name="adj1"/>
              <a:gd fmla="val -6132" name="adj2"/>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00000"/>
                </a:solidFill>
                <a:latin typeface="Lato"/>
                <a:ea typeface="Lato"/>
                <a:cs typeface="Lato"/>
                <a:sym typeface="Lato"/>
              </a:rPr>
              <a:t>SQUEAKY POP!</a:t>
            </a:r>
            <a:endParaRPr b="0" i="0" sz="3000" u="none" cap="none" strike="noStrike">
              <a:solidFill>
                <a:srgbClr val="000000"/>
              </a:solidFill>
              <a:latin typeface="Lato"/>
              <a:ea typeface="Lato"/>
              <a:cs typeface="Lato"/>
              <a:sym typeface="Lato"/>
            </a:endParaRPr>
          </a:p>
        </p:txBody>
      </p:sp>
      <p:pic>
        <p:nvPicPr>
          <p:cNvPr id="2870" name="Google Shape;2870;p14"/>
          <p:cNvPicPr preferRelativeResize="0"/>
          <p:nvPr/>
        </p:nvPicPr>
        <p:blipFill rotWithShape="1">
          <a:blip r:embed="rId5">
            <a:alphaModFix/>
          </a:blip>
          <a:srcRect b="14378" l="17532" r="11686" t="3411"/>
          <a:stretch/>
        </p:blipFill>
        <p:spPr>
          <a:xfrm>
            <a:off x="2237875" y="4408700"/>
            <a:ext cx="357550" cy="373225"/>
          </a:xfrm>
          <a:prstGeom prst="rect">
            <a:avLst/>
          </a:prstGeom>
          <a:noFill/>
          <a:ln>
            <a:noFill/>
          </a:ln>
        </p:spPr>
      </p:pic>
      <p:sp>
        <p:nvSpPr>
          <p:cNvPr id="2871" name="Google Shape;2871;p14"/>
          <p:cNvSpPr txBox="1"/>
          <p:nvPr/>
        </p:nvSpPr>
        <p:spPr>
          <a:xfrm>
            <a:off x="3149225" y="2819988"/>
            <a:ext cx="4933500" cy="606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1" i="0" lang="en" sz="3000" u="none" cap="none" strike="noStrike">
                <a:solidFill>
                  <a:srgbClr val="ED4A00"/>
                </a:solidFill>
                <a:latin typeface="Lato"/>
                <a:ea typeface="Lato"/>
                <a:cs typeface="Lato"/>
                <a:sym typeface="Lato"/>
              </a:rPr>
              <a:t>What does this show?</a:t>
            </a:r>
            <a:endParaRPr b="1" i="0" sz="3000" u="none" cap="none" strike="noStrike">
              <a:solidFill>
                <a:srgbClr val="ED4A00"/>
              </a:solidFill>
              <a:latin typeface="Lato"/>
              <a:ea typeface="Lato"/>
              <a:cs typeface="Lato"/>
              <a:sym typeface="Lato"/>
            </a:endParaRPr>
          </a:p>
        </p:txBody>
      </p:sp>
      <p:cxnSp>
        <p:nvCxnSpPr>
          <p:cNvPr id="2872" name="Google Shape;2872;p14"/>
          <p:cNvCxnSpPr/>
          <p:nvPr/>
        </p:nvCxnSpPr>
        <p:spPr>
          <a:xfrm>
            <a:off x="2181025" y="3848875"/>
            <a:ext cx="384900" cy="0"/>
          </a:xfrm>
          <a:prstGeom prst="straightConnector1">
            <a:avLst/>
          </a:prstGeom>
          <a:noFill/>
          <a:ln cap="flat" cmpd="sng" w="9525">
            <a:solidFill>
              <a:schemeClr val="dk2"/>
            </a:solidFill>
            <a:prstDash val="solid"/>
            <a:round/>
            <a:headEnd len="sm" w="sm" type="none"/>
            <a:tailEnd len="sm" w="sm" type="none"/>
          </a:ln>
        </p:spPr>
      </p:cxnSp>
      <p:grpSp>
        <p:nvGrpSpPr>
          <p:cNvPr id="2873" name="Google Shape;2873;p14"/>
          <p:cNvGrpSpPr/>
          <p:nvPr/>
        </p:nvGrpSpPr>
        <p:grpSpPr>
          <a:xfrm>
            <a:off x="3149225" y="3426300"/>
            <a:ext cx="4933500" cy="1420550"/>
            <a:chOff x="3149225" y="3426300"/>
            <a:chExt cx="4933500" cy="1420550"/>
          </a:xfrm>
        </p:grpSpPr>
        <p:sp>
          <p:nvSpPr>
            <p:cNvPr id="2874" name="Google Shape;2874;p14"/>
            <p:cNvSpPr txBox="1"/>
            <p:nvPr/>
          </p:nvSpPr>
          <p:spPr>
            <a:xfrm>
              <a:off x="3149225" y="3426300"/>
              <a:ext cx="4933500" cy="606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1" i="0" lang="en" sz="3000" u="none" cap="none" strike="noStrike">
                  <a:solidFill>
                    <a:srgbClr val="E8004C"/>
                  </a:solidFill>
                  <a:latin typeface="Lato"/>
                  <a:ea typeface="Lato"/>
                  <a:cs typeface="Lato"/>
                  <a:sym typeface="Lato"/>
                </a:rPr>
                <a:t>Hydrogen</a:t>
              </a:r>
              <a:endParaRPr b="1" i="0" sz="3000" u="none" cap="none" strike="noStrike">
                <a:solidFill>
                  <a:srgbClr val="E8004C"/>
                </a:solidFill>
                <a:latin typeface="Lato"/>
                <a:ea typeface="Lato"/>
                <a:cs typeface="Lato"/>
                <a:sym typeface="Lato"/>
              </a:endParaRPr>
            </a:p>
          </p:txBody>
        </p:sp>
        <p:sp>
          <p:nvSpPr>
            <p:cNvPr id="2875" name="Google Shape;2875;p14"/>
            <p:cNvSpPr txBox="1"/>
            <p:nvPr/>
          </p:nvSpPr>
          <p:spPr>
            <a:xfrm>
              <a:off x="3434975" y="4157150"/>
              <a:ext cx="4362000" cy="689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E8004C"/>
                  </a:solidFill>
                  <a:latin typeface="Lato"/>
                  <a:ea typeface="Lato"/>
                  <a:cs typeface="Lato"/>
                  <a:sym typeface="Lato"/>
                </a:rPr>
                <a:t>The reaction produces hydrogen that ignites a lighted splint with a squeaky pop</a:t>
              </a:r>
              <a:endParaRPr b="0" i="0" sz="1800" u="none" cap="none" strike="noStrike">
                <a:solidFill>
                  <a:srgbClr val="E8004C"/>
                </a:solidFill>
                <a:latin typeface="Lato"/>
                <a:ea typeface="Lato"/>
                <a:cs typeface="Lato"/>
                <a:sym typeface="Lat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0"/>
                                        </p:tgtEl>
                                        <p:attrNameLst>
                                          <p:attrName>style.visibility</p:attrName>
                                        </p:attrNameLst>
                                      </p:cBhvr>
                                      <p:to>
                                        <p:strVal val="visible"/>
                                      </p:to>
                                    </p:set>
                                    <p:animEffect filter="fade" transition="in">
                                      <p:cBhvr>
                                        <p:cTn dur="1000"/>
                                        <p:tgtEl>
                                          <p:spTgt spid="28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8"/>
                                        </p:tgtEl>
                                        <p:attrNameLst>
                                          <p:attrName>style.visibility</p:attrName>
                                        </p:attrNameLst>
                                      </p:cBhvr>
                                      <p:to>
                                        <p:strVal val="visible"/>
                                      </p:to>
                                    </p:set>
                                    <p:animEffect filter="fade" transition="in">
                                      <p:cBhvr>
                                        <p:cTn dur="1000"/>
                                        <p:tgtEl>
                                          <p:spTgt spid="28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9"/>
                                        </p:tgtEl>
                                        <p:attrNameLst>
                                          <p:attrName>style.visibility</p:attrName>
                                        </p:attrNameLst>
                                      </p:cBhvr>
                                      <p:to>
                                        <p:strVal val="visible"/>
                                      </p:to>
                                    </p:set>
                                    <p:animEffect filter="fade" transition="in">
                                      <p:cBhvr>
                                        <p:cTn dur="1000"/>
                                        <p:tgtEl>
                                          <p:spTgt spid="28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1"/>
                                        </p:tgtEl>
                                        <p:attrNameLst>
                                          <p:attrName>style.visibility</p:attrName>
                                        </p:attrNameLst>
                                      </p:cBhvr>
                                      <p:to>
                                        <p:strVal val="visible"/>
                                      </p:to>
                                    </p:set>
                                    <p:animEffect filter="fade" transition="in">
                                      <p:cBhvr>
                                        <p:cTn dur="1000"/>
                                        <p:tgtEl>
                                          <p:spTgt spid="28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3"/>
                                        </p:tgtEl>
                                        <p:attrNameLst>
                                          <p:attrName>style.visibility</p:attrName>
                                        </p:attrNameLst>
                                      </p:cBhvr>
                                      <p:to>
                                        <p:strVal val="visible"/>
                                      </p:to>
                                    </p:set>
                                    <p:animEffect filter="fade" transition="in">
                                      <p:cBhvr>
                                        <p:cTn dur="1000"/>
                                        <p:tgtEl>
                                          <p:spTgt spid="28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9" name="Shape 2879"/>
        <p:cNvGrpSpPr/>
        <p:nvPr/>
      </p:nvGrpSpPr>
      <p:grpSpPr>
        <a:xfrm>
          <a:off x="0" y="0"/>
          <a:ext cx="0" cy="0"/>
          <a:chOff x="0" y="0"/>
          <a:chExt cx="0" cy="0"/>
        </a:xfrm>
      </p:grpSpPr>
      <p:sp>
        <p:nvSpPr>
          <p:cNvPr id="2880" name="Google Shape;2880;p15"/>
          <p:cNvSpPr txBox="1"/>
          <p:nvPr/>
        </p:nvSpPr>
        <p:spPr>
          <a:xfrm>
            <a:off x="314300" y="1417975"/>
            <a:ext cx="1422900" cy="76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i="0" lang="en" sz="3600" u="none" cap="none" strike="noStrike">
                <a:solidFill>
                  <a:srgbClr val="ED4A00"/>
                </a:solidFill>
                <a:latin typeface="Lato"/>
                <a:ea typeface="Lato"/>
                <a:cs typeface="Lato"/>
                <a:sym typeface="Lato"/>
              </a:rPr>
              <a:t>metal</a:t>
            </a:r>
            <a:endParaRPr b="1" i="0" sz="3600" u="none" cap="none" strike="noStrike">
              <a:solidFill>
                <a:srgbClr val="ED4A00"/>
              </a:solidFill>
              <a:latin typeface="Lato"/>
              <a:ea typeface="Lato"/>
              <a:cs typeface="Lato"/>
              <a:sym typeface="Lato"/>
            </a:endParaRPr>
          </a:p>
        </p:txBody>
      </p:sp>
      <p:sp>
        <p:nvSpPr>
          <p:cNvPr id="2881" name="Google Shape;2881;p15"/>
          <p:cNvSpPr txBox="1"/>
          <p:nvPr/>
        </p:nvSpPr>
        <p:spPr>
          <a:xfrm>
            <a:off x="1644675" y="1417975"/>
            <a:ext cx="477300" cy="76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i="0" lang="en" sz="3600" u="none" cap="none" strike="noStrike">
                <a:solidFill>
                  <a:srgbClr val="333333"/>
                </a:solidFill>
                <a:latin typeface="Lato"/>
                <a:ea typeface="Lato"/>
                <a:cs typeface="Lato"/>
                <a:sym typeface="Lato"/>
              </a:rPr>
              <a:t>+</a:t>
            </a:r>
            <a:endParaRPr b="1" i="0" sz="3600" u="none" cap="none" strike="noStrike">
              <a:solidFill>
                <a:srgbClr val="333333"/>
              </a:solidFill>
              <a:latin typeface="Lato"/>
              <a:ea typeface="Lato"/>
              <a:cs typeface="Lato"/>
              <a:sym typeface="Lato"/>
            </a:endParaRPr>
          </a:p>
        </p:txBody>
      </p:sp>
      <p:sp>
        <p:nvSpPr>
          <p:cNvPr id="2882" name="Google Shape;2882;p15"/>
          <p:cNvSpPr txBox="1"/>
          <p:nvPr/>
        </p:nvSpPr>
        <p:spPr>
          <a:xfrm>
            <a:off x="2069538" y="1417975"/>
            <a:ext cx="1422900" cy="76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i="0" lang="en" sz="3600" u="none" cap="none" strike="noStrike">
                <a:solidFill>
                  <a:srgbClr val="00ACC3"/>
                </a:solidFill>
                <a:latin typeface="Lato"/>
                <a:ea typeface="Lato"/>
                <a:cs typeface="Lato"/>
                <a:sym typeface="Lato"/>
              </a:rPr>
              <a:t>water</a:t>
            </a:r>
            <a:endParaRPr b="1" i="0" sz="3600" u="none" cap="none" strike="noStrike">
              <a:solidFill>
                <a:srgbClr val="00ACC3"/>
              </a:solidFill>
              <a:latin typeface="Lato"/>
              <a:ea typeface="Lato"/>
              <a:cs typeface="Lato"/>
              <a:sym typeface="Lato"/>
            </a:endParaRPr>
          </a:p>
        </p:txBody>
      </p:sp>
      <p:sp>
        <p:nvSpPr>
          <p:cNvPr id="2883" name="Google Shape;2883;p15"/>
          <p:cNvSpPr txBox="1"/>
          <p:nvPr/>
        </p:nvSpPr>
        <p:spPr>
          <a:xfrm>
            <a:off x="4039125" y="1190575"/>
            <a:ext cx="2263800" cy="1224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rPr b="1" i="0" lang="en" sz="3500" u="none" cap="none" strike="noStrike">
                <a:solidFill>
                  <a:srgbClr val="ED4A00"/>
                </a:solidFill>
                <a:latin typeface="Lato"/>
                <a:ea typeface="Lato"/>
                <a:cs typeface="Lato"/>
                <a:sym typeface="Lato"/>
              </a:rPr>
              <a:t>metal hydroxide</a:t>
            </a:r>
            <a:endParaRPr b="1" i="0" sz="3500" u="none" cap="none" strike="noStrike">
              <a:solidFill>
                <a:srgbClr val="ED4A00"/>
              </a:solidFill>
              <a:latin typeface="Lato"/>
              <a:ea typeface="Lato"/>
              <a:cs typeface="Lato"/>
              <a:sym typeface="Lato"/>
            </a:endParaRPr>
          </a:p>
        </p:txBody>
      </p:sp>
      <p:sp>
        <p:nvSpPr>
          <p:cNvPr id="2884" name="Google Shape;2884;p15"/>
          <p:cNvSpPr txBox="1"/>
          <p:nvPr/>
        </p:nvSpPr>
        <p:spPr>
          <a:xfrm>
            <a:off x="6088600" y="1417975"/>
            <a:ext cx="477300" cy="76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i="0" lang="en" sz="3600" u="none" cap="none" strike="noStrike">
                <a:solidFill>
                  <a:srgbClr val="333333"/>
                </a:solidFill>
                <a:latin typeface="Lato"/>
                <a:ea typeface="Lato"/>
                <a:cs typeface="Lato"/>
                <a:sym typeface="Lato"/>
              </a:rPr>
              <a:t>+</a:t>
            </a:r>
            <a:endParaRPr b="1" i="0" sz="3600" u="none" cap="none" strike="noStrike">
              <a:solidFill>
                <a:srgbClr val="333333"/>
              </a:solidFill>
              <a:latin typeface="Lato"/>
              <a:ea typeface="Lato"/>
              <a:cs typeface="Lato"/>
              <a:sym typeface="Lato"/>
            </a:endParaRPr>
          </a:p>
        </p:txBody>
      </p:sp>
      <p:sp>
        <p:nvSpPr>
          <p:cNvPr id="2885" name="Google Shape;2885;p15"/>
          <p:cNvSpPr txBox="1"/>
          <p:nvPr/>
        </p:nvSpPr>
        <p:spPr>
          <a:xfrm>
            <a:off x="6565900" y="1417975"/>
            <a:ext cx="2263800" cy="76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i="0" lang="en" sz="3600" u="none" cap="none" strike="noStrike">
                <a:solidFill>
                  <a:srgbClr val="617A86"/>
                </a:solidFill>
                <a:latin typeface="Lato"/>
                <a:ea typeface="Lato"/>
                <a:cs typeface="Lato"/>
                <a:sym typeface="Lato"/>
              </a:rPr>
              <a:t>hydrogen</a:t>
            </a:r>
            <a:endParaRPr b="1" i="0" sz="3600" u="none" cap="none" strike="noStrike">
              <a:solidFill>
                <a:srgbClr val="617A86"/>
              </a:solidFill>
              <a:latin typeface="Lato"/>
              <a:ea typeface="Lato"/>
              <a:cs typeface="Lato"/>
              <a:sym typeface="Lato"/>
            </a:endParaRPr>
          </a:p>
        </p:txBody>
      </p:sp>
      <p:sp>
        <p:nvSpPr>
          <p:cNvPr id="2886" name="Google Shape;2886;p15"/>
          <p:cNvSpPr txBox="1"/>
          <p:nvPr/>
        </p:nvSpPr>
        <p:spPr>
          <a:xfrm>
            <a:off x="666225" y="2982300"/>
            <a:ext cx="943800" cy="43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ED4A00"/>
                </a:solidFill>
                <a:latin typeface="Lato"/>
                <a:ea typeface="Lato"/>
                <a:cs typeface="Lato"/>
                <a:sym typeface="Lato"/>
              </a:rPr>
              <a:t>lithium</a:t>
            </a:r>
            <a:endParaRPr b="1" i="0" sz="1800" u="none" cap="none" strike="noStrike">
              <a:solidFill>
                <a:srgbClr val="ED4A00"/>
              </a:solidFill>
              <a:latin typeface="Lato"/>
              <a:ea typeface="Lato"/>
              <a:cs typeface="Lato"/>
              <a:sym typeface="Lato"/>
            </a:endParaRPr>
          </a:p>
        </p:txBody>
      </p:sp>
      <p:sp>
        <p:nvSpPr>
          <p:cNvPr id="2887" name="Google Shape;2887;p15"/>
          <p:cNvSpPr txBox="1"/>
          <p:nvPr/>
        </p:nvSpPr>
        <p:spPr>
          <a:xfrm>
            <a:off x="2421475" y="2982300"/>
            <a:ext cx="943800" cy="43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ACC3"/>
                </a:solidFill>
                <a:latin typeface="Lato"/>
                <a:ea typeface="Lato"/>
                <a:cs typeface="Lato"/>
                <a:sym typeface="Lato"/>
              </a:rPr>
              <a:t>water</a:t>
            </a:r>
            <a:endParaRPr b="1" i="0" sz="1800" u="none" cap="none" strike="noStrike">
              <a:solidFill>
                <a:srgbClr val="00ACC3"/>
              </a:solidFill>
              <a:latin typeface="Lato"/>
              <a:ea typeface="Lato"/>
              <a:cs typeface="Lato"/>
              <a:sym typeface="Lato"/>
            </a:endParaRPr>
          </a:p>
        </p:txBody>
      </p:sp>
      <p:sp>
        <p:nvSpPr>
          <p:cNvPr id="2888" name="Google Shape;2888;p15"/>
          <p:cNvSpPr txBox="1"/>
          <p:nvPr/>
        </p:nvSpPr>
        <p:spPr>
          <a:xfrm>
            <a:off x="4176725" y="2982300"/>
            <a:ext cx="2263800" cy="430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ED4A00"/>
                </a:solidFill>
                <a:latin typeface="Lato"/>
                <a:ea typeface="Lato"/>
                <a:cs typeface="Lato"/>
                <a:sym typeface="Lato"/>
              </a:rPr>
              <a:t>lithium hydroxide</a:t>
            </a:r>
            <a:endParaRPr b="1" i="0" sz="1800" u="none" cap="none" strike="noStrike">
              <a:solidFill>
                <a:srgbClr val="ED4A00"/>
              </a:solidFill>
              <a:latin typeface="Lato"/>
              <a:ea typeface="Lato"/>
              <a:cs typeface="Lato"/>
              <a:sym typeface="Lato"/>
            </a:endParaRPr>
          </a:p>
        </p:txBody>
      </p:sp>
      <p:grpSp>
        <p:nvGrpSpPr>
          <p:cNvPr id="2889" name="Google Shape;2889;p15"/>
          <p:cNvGrpSpPr/>
          <p:nvPr/>
        </p:nvGrpSpPr>
        <p:grpSpPr>
          <a:xfrm>
            <a:off x="1809550" y="2982300"/>
            <a:ext cx="4816225" cy="430800"/>
            <a:chOff x="1849425" y="2869925"/>
            <a:chExt cx="4816225" cy="430800"/>
          </a:xfrm>
        </p:grpSpPr>
        <p:sp>
          <p:nvSpPr>
            <p:cNvPr id="2890" name="Google Shape;2890;p15"/>
            <p:cNvSpPr txBox="1"/>
            <p:nvPr/>
          </p:nvSpPr>
          <p:spPr>
            <a:xfrm>
              <a:off x="1849425" y="2869925"/>
              <a:ext cx="372300" cy="43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333333"/>
                  </a:solidFill>
                  <a:latin typeface="Lato"/>
                  <a:ea typeface="Lato"/>
                  <a:cs typeface="Lato"/>
                  <a:sym typeface="Lato"/>
                </a:rPr>
                <a:t>+</a:t>
              </a:r>
              <a:endParaRPr b="1" i="0" sz="1800" u="none" cap="none" strike="noStrike">
                <a:solidFill>
                  <a:srgbClr val="333333"/>
                </a:solidFill>
                <a:latin typeface="Lato"/>
                <a:ea typeface="Lato"/>
                <a:cs typeface="Lato"/>
                <a:sym typeface="Lato"/>
              </a:endParaRPr>
            </a:p>
          </p:txBody>
        </p:sp>
        <p:sp>
          <p:nvSpPr>
            <p:cNvPr id="2891" name="Google Shape;2891;p15"/>
            <p:cNvSpPr txBox="1"/>
            <p:nvPr/>
          </p:nvSpPr>
          <p:spPr>
            <a:xfrm>
              <a:off x="3644775" y="2869925"/>
              <a:ext cx="477300" cy="430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3600" u="none" cap="none" strike="noStrike">
                  <a:solidFill>
                    <a:srgbClr val="333333"/>
                  </a:solidFill>
                  <a:latin typeface="Lato"/>
                  <a:ea typeface="Lato"/>
                  <a:cs typeface="Lato"/>
                  <a:sym typeface="Lato"/>
                </a:rPr>
                <a:t>→</a:t>
              </a:r>
              <a:endParaRPr b="1" i="0" sz="1800" u="none" cap="none" strike="noStrike">
                <a:solidFill>
                  <a:srgbClr val="333333"/>
                </a:solidFill>
                <a:latin typeface="Lato"/>
                <a:ea typeface="Lato"/>
                <a:cs typeface="Lato"/>
                <a:sym typeface="Lato"/>
              </a:endParaRPr>
            </a:p>
          </p:txBody>
        </p:sp>
        <p:sp>
          <p:nvSpPr>
            <p:cNvPr id="2892" name="Google Shape;2892;p15"/>
            <p:cNvSpPr txBox="1"/>
            <p:nvPr/>
          </p:nvSpPr>
          <p:spPr>
            <a:xfrm>
              <a:off x="6293350" y="2869925"/>
              <a:ext cx="372300" cy="43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333333"/>
                  </a:solidFill>
                  <a:latin typeface="Lato"/>
                  <a:ea typeface="Lato"/>
                  <a:cs typeface="Lato"/>
                  <a:sym typeface="Lato"/>
                </a:rPr>
                <a:t>+</a:t>
              </a:r>
              <a:endParaRPr b="1" i="0" sz="1800" u="none" cap="none" strike="noStrike">
                <a:solidFill>
                  <a:srgbClr val="333333"/>
                </a:solidFill>
                <a:latin typeface="Lato"/>
                <a:ea typeface="Lato"/>
                <a:cs typeface="Lato"/>
                <a:sym typeface="Lato"/>
              </a:endParaRPr>
            </a:p>
          </p:txBody>
        </p:sp>
      </p:grpSp>
      <p:sp>
        <p:nvSpPr>
          <p:cNvPr id="2893" name="Google Shape;2893;p15"/>
          <p:cNvSpPr txBox="1"/>
          <p:nvPr/>
        </p:nvSpPr>
        <p:spPr>
          <a:xfrm>
            <a:off x="6772800" y="2982300"/>
            <a:ext cx="1194600" cy="43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617A86"/>
                </a:solidFill>
                <a:latin typeface="Lato"/>
                <a:ea typeface="Lato"/>
                <a:cs typeface="Lato"/>
                <a:sym typeface="Lato"/>
              </a:rPr>
              <a:t>hydrogen</a:t>
            </a:r>
            <a:endParaRPr b="1" i="0" sz="1800" u="none" cap="none" strike="noStrike">
              <a:solidFill>
                <a:srgbClr val="617A86"/>
              </a:solidFill>
              <a:latin typeface="Lato"/>
              <a:ea typeface="Lato"/>
              <a:cs typeface="Lato"/>
              <a:sym typeface="Lato"/>
            </a:endParaRPr>
          </a:p>
        </p:txBody>
      </p:sp>
      <p:sp>
        <p:nvSpPr>
          <p:cNvPr id="2894" name="Google Shape;2894;p15"/>
          <p:cNvSpPr txBox="1"/>
          <p:nvPr/>
        </p:nvSpPr>
        <p:spPr>
          <a:xfrm>
            <a:off x="3457025" y="1507625"/>
            <a:ext cx="766800" cy="769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i="0" lang="en" sz="3600" u="none" cap="none" strike="noStrike">
                <a:solidFill>
                  <a:srgbClr val="333333"/>
                </a:solidFill>
                <a:latin typeface="Lato"/>
                <a:ea typeface="Lato"/>
                <a:cs typeface="Lato"/>
                <a:sym typeface="Lato"/>
              </a:rPr>
              <a:t>→</a:t>
            </a:r>
            <a:endParaRPr b="1" i="0" sz="3600" u="none" cap="none" strike="noStrike">
              <a:solidFill>
                <a:srgbClr val="333333"/>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0"/>
                                        </p:tgtEl>
                                        <p:attrNameLst>
                                          <p:attrName>style.visibility</p:attrName>
                                        </p:attrNameLst>
                                      </p:cBhvr>
                                      <p:to>
                                        <p:strVal val="visible"/>
                                      </p:to>
                                    </p:set>
                                    <p:animEffect filter="fade" transition="in">
                                      <p:cBhvr>
                                        <p:cTn dur="1000"/>
                                        <p:tgtEl>
                                          <p:spTgt spid="28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1"/>
                                        </p:tgtEl>
                                        <p:attrNameLst>
                                          <p:attrName>style.visibility</p:attrName>
                                        </p:attrNameLst>
                                      </p:cBhvr>
                                      <p:to>
                                        <p:strVal val="visible"/>
                                      </p:to>
                                    </p:set>
                                    <p:animEffect filter="fade" transition="in">
                                      <p:cBhvr>
                                        <p:cTn dur="1000"/>
                                        <p:tgtEl>
                                          <p:spTgt spid="28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2"/>
                                        </p:tgtEl>
                                        <p:attrNameLst>
                                          <p:attrName>style.visibility</p:attrName>
                                        </p:attrNameLst>
                                      </p:cBhvr>
                                      <p:to>
                                        <p:strVal val="visible"/>
                                      </p:to>
                                    </p:set>
                                    <p:animEffect filter="fade" transition="in">
                                      <p:cBhvr>
                                        <p:cTn dur="1000"/>
                                        <p:tgtEl>
                                          <p:spTgt spid="28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4"/>
                                        </p:tgtEl>
                                        <p:attrNameLst>
                                          <p:attrName>style.visibility</p:attrName>
                                        </p:attrNameLst>
                                      </p:cBhvr>
                                      <p:to>
                                        <p:strVal val="visible"/>
                                      </p:to>
                                    </p:set>
                                    <p:animEffect filter="fade" transition="in">
                                      <p:cBhvr>
                                        <p:cTn dur="1000"/>
                                        <p:tgtEl>
                                          <p:spTgt spid="28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3"/>
                                        </p:tgtEl>
                                        <p:attrNameLst>
                                          <p:attrName>style.visibility</p:attrName>
                                        </p:attrNameLst>
                                      </p:cBhvr>
                                      <p:to>
                                        <p:strVal val="visible"/>
                                      </p:to>
                                    </p:set>
                                    <p:animEffect filter="fade" transition="in">
                                      <p:cBhvr>
                                        <p:cTn dur="1000"/>
                                        <p:tgtEl>
                                          <p:spTgt spid="28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4"/>
                                        </p:tgtEl>
                                        <p:attrNameLst>
                                          <p:attrName>style.visibility</p:attrName>
                                        </p:attrNameLst>
                                      </p:cBhvr>
                                      <p:to>
                                        <p:strVal val="visible"/>
                                      </p:to>
                                    </p:set>
                                    <p:animEffect filter="fade" transition="in">
                                      <p:cBhvr>
                                        <p:cTn dur="1000"/>
                                        <p:tgtEl>
                                          <p:spTgt spid="28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5"/>
                                        </p:tgtEl>
                                        <p:attrNameLst>
                                          <p:attrName>style.visibility</p:attrName>
                                        </p:attrNameLst>
                                      </p:cBhvr>
                                      <p:to>
                                        <p:strVal val="visible"/>
                                      </p:to>
                                    </p:set>
                                    <p:animEffect filter="fade" transition="in">
                                      <p:cBhvr>
                                        <p:cTn dur="1000"/>
                                        <p:tgtEl>
                                          <p:spTgt spid="28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9"/>
                                        </p:tgtEl>
                                        <p:attrNameLst>
                                          <p:attrName>style.visibility</p:attrName>
                                        </p:attrNameLst>
                                      </p:cBhvr>
                                      <p:to>
                                        <p:strVal val="visible"/>
                                      </p:to>
                                    </p:set>
                                    <p:animEffect filter="fade" transition="in">
                                      <p:cBhvr>
                                        <p:cTn dur="1000"/>
                                        <p:tgtEl>
                                          <p:spTgt spid="28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6"/>
                                        </p:tgtEl>
                                        <p:attrNameLst>
                                          <p:attrName>style.visibility</p:attrName>
                                        </p:attrNameLst>
                                      </p:cBhvr>
                                      <p:to>
                                        <p:strVal val="visible"/>
                                      </p:to>
                                    </p:set>
                                    <p:animEffect filter="fade" transition="in">
                                      <p:cBhvr>
                                        <p:cTn dur="1000"/>
                                        <p:tgtEl>
                                          <p:spTgt spid="28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7"/>
                                        </p:tgtEl>
                                        <p:attrNameLst>
                                          <p:attrName>style.visibility</p:attrName>
                                        </p:attrNameLst>
                                      </p:cBhvr>
                                      <p:to>
                                        <p:strVal val="visible"/>
                                      </p:to>
                                    </p:set>
                                    <p:animEffect filter="fade" transition="in">
                                      <p:cBhvr>
                                        <p:cTn dur="1000"/>
                                        <p:tgtEl>
                                          <p:spTgt spid="28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8"/>
                                        </p:tgtEl>
                                        <p:attrNameLst>
                                          <p:attrName>style.visibility</p:attrName>
                                        </p:attrNameLst>
                                      </p:cBhvr>
                                      <p:to>
                                        <p:strVal val="visible"/>
                                      </p:to>
                                    </p:set>
                                    <p:animEffect filter="fade" transition="in">
                                      <p:cBhvr>
                                        <p:cTn dur="1000"/>
                                        <p:tgtEl>
                                          <p:spTgt spid="28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3"/>
                                        </p:tgtEl>
                                        <p:attrNameLst>
                                          <p:attrName>style.visibility</p:attrName>
                                        </p:attrNameLst>
                                      </p:cBhvr>
                                      <p:to>
                                        <p:strVal val="visible"/>
                                      </p:to>
                                    </p:set>
                                    <p:animEffect filter="fade" transition="in">
                                      <p:cBhvr>
                                        <p:cTn dur="1000"/>
                                        <p:tgtEl>
                                          <p:spTgt spid="28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8" name="Shape 2898"/>
        <p:cNvGrpSpPr/>
        <p:nvPr/>
      </p:nvGrpSpPr>
      <p:grpSpPr>
        <a:xfrm>
          <a:off x="0" y="0"/>
          <a:ext cx="0" cy="0"/>
          <a:chOff x="0" y="0"/>
          <a:chExt cx="0" cy="0"/>
        </a:xfrm>
      </p:grpSpPr>
      <p:sp>
        <p:nvSpPr>
          <p:cNvPr id="2899" name="Google Shape;2899;p16"/>
          <p:cNvSpPr txBox="1"/>
          <p:nvPr/>
        </p:nvSpPr>
        <p:spPr>
          <a:xfrm rot="-937042">
            <a:off x="793016" y="664831"/>
            <a:ext cx="3778810" cy="71143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ED4A00"/>
                </a:solidFill>
                <a:latin typeface="Lato"/>
                <a:ea typeface="Lato"/>
                <a:cs typeface="Lato"/>
                <a:sym typeface="Lato"/>
              </a:rPr>
              <a:t>Exothermic reaction</a:t>
            </a:r>
            <a:endParaRPr b="1" i="0" sz="3000" u="none" cap="none" strike="noStrike">
              <a:solidFill>
                <a:srgbClr val="ED4A00"/>
              </a:solidFill>
              <a:latin typeface="Lato"/>
              <a:ea typeface="Lato"/>
              <a:cs typeface="Lato"/>
              <a:sym typeface="Lato"/>
            </a:endParaRPr>
          </a:p>
        </p:txBody>
      </p:sp>
      <p:pic>
        <p:nvPicPr>
          <p:cNvPr id="2900" name="Google Shape;2900;p16"/>
          <p:cNvPicPr preferRelativeResize="0"/>
          <p:nvPr/>
        </p:nvPicPr>
        <p:blipFill rotWithShape="1">
          <a:blip r:embed="rId3">
            <a:alphaModFix/>
          </a:blip>
          <a:srcRect b="0" l="0" r="0" t="0"/>
          <a:stretch/>
        </p:blipFill>
        <p:spPr>
          <a:xfrm>
            <a:off x="806688" y="1667825"/>
            <a:ext cx="3751475" cy="2831900"/>
          </a:xfrm>
          <a:prstGeom prst="rect">
            <a:avLst/>
          </a:prstGeom>
          <a:noFill/>
          <a:ln>
            <a:noFill/>
          </a:ln>
        </p:spPr>
      </p:pic>
      <p:sp>
        <p:nvSpPr>
          <p:cNvPr id="2901" name="Google Shape;2901;p16"/>
          <p:cNvSpPr txBox="1"/>
          <p:nvPr/>
        </p:nvSpPr>
        <p:spPr>
          <a:xfrm>
            <a:off x="4558150" y="944700"/>
            <a:ext cx="4029000" cy="291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Lato"/>
                <a:ea typeface="Lato"/>
                <a:cs typeface="Lato"/>
                <a:sym typeface="Lato"/>
              </a:rPr>
              <a:t>The reactions </a:t>
            </a:r>
            <a:r>
              <a:rPr b="1" i="0" lang="en" sz="2400" u="none" cap="none" strike="noStrike">
                <a:solidFill>
                  <a:srgbClr val="000000"/>
                </a:solidFill>
                <a:latin typeface="Lato"/>
                <a:ea typeface="Lato"/>
                <a:cs typeface="Lato"/>
                <a:sym typeface="Lato"/>
              </a:rPr>
              <a:t>produce heat energy</a:t>
            </a:r>
            <a:r>
              <a:rPr b="0" i="0" lang="en" sz="2400" u="none" cap="none" strike="noStrike">
                <a:solidFill>
                  <a:srgbClr val="000000"/>
                </a:solidFill>
                <a:latin typeface="Lato"/>
                <a:ea typeface="Lato"/>
                <a:cs typeface="Lato"/>
                <a:sym typeface="Lato"/>
              </a:rPr>
              <a:t>.</a:t>
            </a:r>
            <a:endParaRPr b="0" i="0" sz="2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Lato"/>
                <a:ea typeface="Lato"/>
                <a:cs typeface="Lato"/>
                <a:sym typeface="Lato"/>
              </a:rPr>
              <a:t>When potassium reacts with water, it produces so much heat that the hydrogen given off catches alight.</a:t>
            </a:r>
            <a:endParaRPr b="0" i="0" sz="2400" u="none" cap="none" strike="noStrike">
              <a:solidFill>
                <a:srgbClr val="000000"/>
              </a:solidFill>
              <a:latin typeface="Lato"/>
              <a:ea typeface="Lato"/>
              <a:cs typeface="Lato"/>
              <a:sym typeface="Lato"/>
            </a:endParaRPr>
          </a:p>
        </p:txBody>
      </p:sp>
      <p:sp>
        <p:nvSpPr>
          <p:cNvPr id="2902" name="Google Shape;2902;p16"/>
          <p:cNvSpPr txBox="1"/>
          <p:nvPr/>
        </p:nvSpPr>
        <p:spPr>
          <a:xfrm>
            <a:off x="4105450" y="3965500"/>
            <a:ext cx="4029000" cy="70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1" lang="en" sz="2400" u="none" cap="none" strike="noStrike">
                <a:solidFill>
                  <a:srgbClr val="000000"/>
                </a:solidFill>
                <a:latin typeface="Lato"/>
                <a:ea typeface="Lato"/>
                <a:cs typeface="Lato"/>
                <a:sym typeface="Lato"/>
              </a:rPr>
              <a:t>What colour was the flame?</a:t>
            </a:r>
            <a:endParaRPr b="0" i="1" sz="2400" u="none" cap="none" strike="noStrike">
              <a:solidFill>
                <a:srgbClr val="000000"/>
              </a:solidFill>
              <a:latin typeface="Lato"/>
              <a:ea typeface="Lato"/>
              <a:cs typeface="Lato"/>
              <a:sym typeface="Lato"/>
            </a:endParaRPr>
          </a:p>
        </p:txBody>
      </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9"/>
                                        </p:tgtEl>
                                        <p:attrNameLst>
                                          <p:attrName>style.visibility</p:attrName>
                                        </p:attrNameLst>
                                      </p:cBhvr>
                                      <p:to>
                                        <p:strVal val="visible"/>
                                      </p:to>
                                    </p:set>
                                    <p:animEffect filter="fade" transition="in">
                                      <p:cBhvr>
                                        <p:cTn dur="1000"/>
                                        <p:tgtEl>
                                          <p:spTgt spid="28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1"/>
                                        </p:tgtEl>
                                        <p:attrNameLst>
                                          <p:attrName>style.visibility</p:attrName>
                                        </p:attrNameLst>
                                      </p:cBhvr>
                                      <p:to>
                                        <p:strVal val="visible"/>
                                      </p:to>
                                    </p:set>
                                    <p:animEffect filter="fade" transition="in">
                                      <p:cBhvr>
                                        <p:cTn dur="1000"/>
                                        <p:tgtEl>
                                          <p:spTgt spid="29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2"/>
                                        </p:tgtEl>
                                        <p:attrNameLst>
                                          <p:attrName>style.visibility</p:attrName>
                                        </p:attrNameLst>
                                      </p:cBhvr>
                                      <p:to>
                                        <p:strVal val="visible"/>
                                      </p:to>
                                    </p:set>
                                    <p:animEffect filter="fade" transition="in">
                                      <p:cBhvr>
                                        <p:cTn dur="1000"/>
                                        <p:tgtEl>
                                          <p:spTgt spid="29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6" name="Shape 2906"/>
        <p:cNvGrpSpPr/>
        <p:nvPr/>
      </p:nvGrpSpPr>
      <p:grpSpPr>
        <a:xfrm>
          <a:off x="0" y="0"/>
          <a:ext cx="0" cy="0"/>
          <a:chOff x="0" y="0"/>
          <a:chExt cx="0" cy="0"/>
        </a:xfrm>
      </p:grpSpPr>
      <p:sp>
        <p:nvSpPr>
          <p:cNvPr id="2907" name="Google Shape;2907;p17"/>
          <p:cNvSpPr txBox="1"/>
          <p:nvPr>
            <p:ph idx="1" type="body"/>
          </p:nvPr>
        </p:nvSpPr>
        <p:spPr>
          <a:xfrm>
            <a:off x="324000" y="810000"/>
            <a:ext cx="8644500" cy="3628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2200"/>
              <a:buNone/>
            </a:pPr>
            <a:r>
              <a:rPr b="1" lang="en" sz="2300">
                <a:solidFill>
                  <a:srgbClr val="ED4A00"/>
                </a:solidFill>
              </a:rPr>
              <a:t>ALL</a:t>
            </a:r>
            <a:endParaRPr b="1" sz="2300">
              <a:solidFill>
                <a:srgbClr val="ED4A00"/>
              </a:solidFill>
            </a:endParaRPr>
          </a:p>
          <a:p>
            <a:pPr indent="0" lvl="0" marL="0" rtl="0" algn="l">
              <a:lnSpc>
                <a:spcPct val="115000"/>
              </a:lnSpc>
              <a:spcBef>
                <a:spcPts val="0"/>
              </a:spcBef>
              <a:spcAft>
                <a:spcPts val="0"/>
              </a:spcAft>
              <a:buSzPts val="2200"/>
              <a:buNone/>
            </a:pPr>
            <a:r>
              <a:rPr lang="en" sz="2300"/>
              <a:t>Describe the trend in the reactivity of the elements down Group 1.</a:t>
            </a:r>
            <a:endParaRPr sz="2300"/>
          </a:p>
          <a:p>
            <a:pPr indent="0" lvl="0" marL="0" rtl="0" algn="l">
              <a:lnSpc>
                <a:spcPct val="115000"/>
              </a:lnSpc>
              <a:spcBef>
                <a:spcPts val="0"/>
              </a:spcBef>
              <a:spcAft>
                <a:spcPts val="0"/>
              </a:spcAft>
              <a:buSzPts val="2200"/>
              <a:buNone/>
            </a:pPr>
            <a:r>
              <a:t/>
            </a:r>
            <a:endParaRPr sz="1200"/>
          </a:p>
          <a:p>
            <a:pPr indent="0" lvl="0" marL="0" rtl="0" algn="l">
              <a:lnSpc>
                <a:spcPct val="115000"/>
              </a:lnSpc>
              <a:spcBef>
                <a:spcPts val="0"/>
              </a:spcBef>
              <a:spcAft>
                <a:spcPts val="0"/>
              </a:spcAft>
              <a:buSzPts val="2200"/>
              <a:buNone/>
            </a:pPr>
            <a:r>
              <a:rPr b="1" lang="en" sz="2300">
                <a:solidFill>
                  <a:schemeClr val="accent3"/>
                </a:solidFill>
              </a:rPr>
              <a:t>MOST</a:t>
            </a:r>
            <a:endParaRPr b="1" sz="2300">
              <a:solidFill>
                <a:schemeClr val="accent3"/>
              </a:solidFill>
            </a:endParaRPr>
          </a:p>
          <a:p>
            <a:pPr indent="0" lvl="0" marL="0" rtl="0" algn="l">
              <a:lnSpc>
                <a:spcPct val="115000"/>
              </a:lnSpc>
              <a:spcBef>
                <a:spcPts val="0"/>
              </a:spcBef>
              <a:spcAft>
                <a:spcPts val="0"/>
              </a:spcAft>
              <a:buSzPts val="2200"/>
              <a:buNone/>
            </a:pPr>
            <a:r>
              <a:rPr lang="en" sz="2300"/>
              <a:t>Write the word equation for the reaction between lithium and water.</a:t>
            </a:r>
            <a:endParaRPr sz="2300"/>
          </a:p>
          <a:p>
            <a:pPr indent="0" lvl="0" marL="0" rtl="0" algn="l">
              <a:lnSpc>
                <a:spcPct val="115000"/>
              </a:lnSpc>
              <a:spcBef>
                <a:spcPts val="0"/>
              </a:spcBef>
              <a:spcAft>
                <a:spcPts val="0"/>
              </a:spcAft>
              <a:buSzPts val="2200"/>
              <a:buNone/>
            </a:pPr>
            <a:r>
              <a:t/>
            </a:r>
            <a:endParaRPr sz="1200"/>
          </a:p>
          <a:p>
            <a:pPr indent="0" lvl="0" marL="0" rtl="0" algn="l">
              <a:lnSpc>
                <a:spcPct val="115000"/>
              </a:lnSpc>
              <a:spcBef>
                <a:spcPts val="0"/>
              </a:spcBef>
              <a:spcAft>
                <a:spcPts val="0"/>
              </a:spcAft>
              <a:buSzPts val="2200"/>
              <a:buNone/>
            </a:pPr>
            <a:r>
              <a:rPr b="1" lang="en" sz="2300">
                <a:solidFill>
                  <a:schemeClr val="accent2"/>
                </a:solidFill>
              </a:rPr>
              <a:t>SOME</a:t>
            </a:r>
            <a:endParaRPr b="1" sz="2300">
              <a:solidFill>
                <a:schemeClr val="accent2"/>
              </a:solidFill>
            </a:endParaRPr>
          </a:p>
          <a:p>
            <a:pPr indent="0" lvl="0" marL="0" rtl="0" algn="l">
              <a:lnSpc>
                <a:spcPct val="115000"/>
              </a:lnSpc>
              <a:spcBef>
                <a:spcPts val="0"/>
              </a:spcBef>
              <a:spcAft>
                <a:spcPts val="0"/>
              </a:spcAft>
              <a:buSzPts val="2200"/>
              <a:buNone/>
            </a:pPr>
            <a:r>
              <a:rPr lang="en" sz="2300"/>
              <a:t>Suggest a reason why the alkali metals are stored in oil.</a:t>
            </a:r>
            <a:endParaRPr sz="2300"/>
          </a:p>
        </p:txBody>
      </p:sp>
      <p:sp>
        <p:nvSpPr>
          <p:cNvPr id="2908" name="Google Shape;2908;p17"/>
          <p:cNvSpPr/>
          <p:nvPr/>
        </p:nvSpPr>
        <p:spPr>
          <a:xfrm>
            <a:off x="239750" y="108975"/>
            <a:ext cx="1089600" cy="3270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2909" name="Google Shape;2909;p17"/>
          <p:cNvSpPr txBox="1"/>
          <p:nvPr>
            <p:ph type="title"/>
          </p:nvPr>
        </p:nvSpPr>
        <p:spPr>
          <a:xfrm>
            <a:off x="324000" y="81075"/>
            <a:ext cx="68553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800"/>
              <a:buNone/>
            </a:pPr>
            <a:r>
              <a:rPr lang="en" sz="2400"/>
              <a:t>Group 1: Alkali metals</a:t>
            </a:r>
            <a:endParaRPr sz="24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3" name="Shape 2913"/>
        <p:cNvGrpSpPr/>
        <p:nvPr/>
      </p:nvGrpSpPr>
      <p:grpSpPr>
        <a:xfrm>
          <a:off x="0" y="0"/>
          <a:ext cx="0" cy="0"/>
          <a:chOff x="0" y="0"/>
          <a:chExt cx="0" cy="0"/>
        </a:xfrm>
      </p:grpSpPr>
      <p:sp>
        <p:nvSpPr>
          <p:cNvPr id="2914" name="Google Shape;2914;p18"/>
          <p:cNvSpPr txBox="1"/>
          <p:nvPr>
            <p:ph idx="1" type="body"/>
          </p:nvPr>
        </p:nvSpPr>
        <p:spPr>
          <a:xfrm>
            <a:off x="324000" y="810000"/>
            <a:ext cx="8644500" cy="3465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2200"/>
              <a:buNone/>
            </a:pPr>
            <a:r>
              <a:rPr b="1" lang="en" sz="2300">
                <a:solidFill>
                  <a:srgbClr val="ED4A00"/>
                </a:solidFill>
              </a:rPr>
              <a:t>ALL</a:t>
            </a:r>
            <a:endParaRPr b="1" sz="2300">
              <a:solidFill>
                <a:srgbClr val="ED4A00"/>
              </a:solidFill>
            </a:endParaRPr>
          </a:p>
          <a:p>
            <a:pPr indent="0" lvl="0" marL="0" rtl="0" algn="l">
              <a:lnSpc>
                <a:spcPct val="100000"/>
              </a:lnSpc>
              <a:spcBef>
                <a:spcPts val="0"/>
              </a:spcBef>
              <a:spcAft>
                <a:spcPts val="0"/>
              </a:spcAft>
              <a:buClr>
                <a:schemeClr val="dk1"/>
              </a:buClr>
              <a:buSzPts val="1100"/>
              <a:buFont typeface="Arial"/>
              <a:buNone/>
            </a:pPr>
            <a:r>
              <a:rPr lang="en" sz="2400">
                <a:latin typeface="Kalam"/>
                <a:ea typeface="Kalam"/>
                <a:cs typeface="Kalam"/>
                <a:sym typeface="Kalam"/>
              </a:rPr>
              <a:t>The metals become more reactive as you go down the group.</a:t>
            </a:r>
            <a:endParaRPr sz="2400"/>
          </a:p>
          <a:p>
            <a:pPr indent="0" lvl="0" marL="0" rtl="0" algn="l">
              <a:lnSpc>
                <a:spcPct val="115000"/>
              </a:lnSpc>
              <a:spcBef>
                <a:spcPts val="0"/>
              </a:spcBef>
              <a:spcAft>
                <a:spcPts val="0"/>
              </a:spcAft>
              <a:buSzPts val="2200"/>
              <a:buNone/>
            </a:pPr>
            <a:r>
              <a:t/>
            </a:r>
            <a:endParaRPr sz="1200"/>
          </a:p>
          <a:p>
            <a:pPr indent="0" lvl="0" marL="0" rtl="0" algn="l">
              <a:lnSpc>
                <a:spcPct val="115000"/>
              </a:lnSpc>
              <a:spcBef>
                <a:spcPts val="0"/>
              </a:spcBef>
              <a:spcAft>
                <a:spcPts val="0"/>
              </a:spcAft>
              <a:buSzPts val="2200"/>
              <a:buNone/>
            </a:pPr>
            <a:r>
              <a:rPr b="1" lang="en" sz="2300">
                <a:solidFill>
                  <a:schemeClr val="accent3"/>
                </a:solidFill>
              </a:rPr>
              <a:t>MOST</a:t>
            </a:r>
            <a:endParaRPr b="1" sz="2300">
              <a:solidFill>
                <a:schemeClr val="accent3"/>
              </a:solidFill>
            </a:endParaRPr>
          </a:p>
          <a:p>
            <a:pPr indent="0" lvl="0" marL="0" rtl="0" algn="l">
              <a:lnSpc>
                <a:spcPct val="100000"/>
              </a:lnSpc>
              <a:spcBef>
                <a:spcPts val="0"/>
              </a:spcBef>
              <a:spcAft>
                <a:spcPts val="0"/>
              </a:spcAft>
              <a:buSzPts val="2200"/>
              <a:buNone/>
            </a:pPr>
            <a:r>
              <a:rPr lang="en" sz="2400">
                <a:latin typeface="Kalam"/>
                <a:ea typeface="Kalam"/>
                <a:cs typeface="Kalam"/>
                <a:sym typeface="Kalam"/>
              </a:rPr>
              <a:t>lithium + water → lithium hydroxide + hydrogen</a:t>
            </a:r>
            <a:endParaRPr sz="2400"/>
          </a:p>
          <a:p>
            <a:pPr indent="0" lvl="0" marL="0" rtl="0" algn="l">
              <a:lnSpc>
                <a:spcPct val="100000"/>
              </a:lnSpc>
              <a:spcBef>
                <a:spcPts val="0"/>
              </a:spcBef>
              <a:spcAft>
                <a:spcPts val="0"/>
              </a:spcAft>
              <a:buSzPts val="2200"/>
              <a:buNone/>
            </a:pPr>
            <a:r>
              <a:t/>
            </a:r>
            <a:endParaRPr sz="1200"/>
          </a:p>
          <a:p>
            <a:pPr indent="0" lvl="0" marL="0" rtl="0" algn="l">
              <a:lnSpc>
                <a:spcPct val="115000"/>
              </a:lnSpc>
              <a:spcBef>
                <a:spcPts val="0"/>
              </a:spcBef>
              <a:spcAft>
                <a:spcPts val="0"/>
              </a:spcAft>
              <a:buSzPts val="2200"/>
              <a:buNone/>
            </a:pPr>
            <a:r>
              <a:rPr b="1" lang="en" sz="2300">
                <a:solidFill>
                  <a:schemeClr val="accent2"/>
                </a:solidFill>
              </a:rPr>
              <a:t>SOME</a:t>
            </a:r>
            <a:endParaRPr b="1" sz="2300">
              <a:solidFill>
                <a:schemeClr val="accent2"/>
              </a:solidFill>
            </a:endParaRPr>
          </a:p>
          <a:p>
            <a:pPr indent="0" lvl="0" marL="0" rtl="0" algn="l">
              <a:lnSpc>
                <a:spcPct val="100000"/>
              </a:lnSpc>
              <a:spcBef>
                <a:spcPts val="0"/>
              </a:spcBef>
              <a:spcAft>
                <a:spcPts val="1000"/>
              </a:spcAft>
              <a:buClr>
                <a:schemeClr val="dk1"/>
              </a:buClr>
              <a:buSzPts val="1100"/>
              <a:buFont typeface="Arial"/>
              <a:buNone/>
            </a:pPr>
            <a:r>
              <a:rPr lang="en" sz="2400">
                <a:latin typeface="Kalam"/>
                <a:ea typeface="Kalam"/>
                <a:cs typeface="Kalam"/>
                <a:sym typeface="Kalam"/>
              </a:rPr>
              <a:t>The metals are highly reactive with water and oxygen in the air, but they do not react with oil. This prevents them from reacting to form compounds, allowing them to remain as pure metals.</a:t>
            </a:r>
            <a:endParaRPr sz="2400"/>
          </a:p>
        </p:txBody>
      </p:sp>
      <p:sp>
        <p:nvSpPr>
          <p:cNvPr id="2915" name="Google Shape;2915;p18"/>
          <p:cNvSpPr/>
          <p:nvPr/>
        </p:nvSpPr>
        <p:spPr>
          <a:xfrm>
            <a:off x="239750" y="108975"/>
            <a:ext cx="1089600" cy="3270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2916" name="Google Shape;2916;p18"/>
          <p:cNvSpPr txBox="1"/>
          <p:nvPr>
            <p:ph type="title"/>
          </p:nvPr>
        </p:nvSpPr>
        <p:spPr>
          <a:xfrm>
            <a:off x="324000" y="81075"/>
            <a:ext cx="68553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800"/>
              <a:buNone/>
            </a:pPr>
            <a:r>
              <a:rPr lang="en" sz="2400"/>
              <a:t>Group 1: Alkali metals</a:t>
            </a:r>
            <a:endParaRPr sz="2400"/>
          </a:p>
        </p:txBody>
      </p:sp>
      <p:pic>
        <p:nvPicPr>
          <p:cNvPr id="2917" name="Google Shape;2917;p18"/>
          <p:cNvPicPr preferRelativeResize="0"/>
          <p:nvPr/>
        </p:nvPicPr>
        <p:blipFill rotWithShape="1">
          <a:blip r:embed="rId3">
            <a:alphaModFix/>
          </a:blip>
          <a:srcRect b="8262" l="7294" r="12197" t="10496"/>
          <a:stretch/>
        </p:blipFill>
        <p:spPr>
          <a:xfrm>
            <a:off x="8160225" y="4140950"/>
            <a:ext cx="910500" cy="918900"/>
          </a:xfrm>
          <a:prstGeom prst="ellipse">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1" name="Shape 2921"/>
        <p:cNvGrpSpPr/>
        <p:nvPr/>
      </p:nvGrpSpPr>
      <p:grpSpPr>
        <a:xfrm>
          <a:off x="0" y="0"/>
          <a:ext cx="0" cy="0"/>
          <a:chOff x="0" y="0"/>
          <a:chExt cx="0" cy="0"/>
        </a:xfrm>
      </p:grpSpPr>
      <p:graphicFrame>
        <p:nvGraphicFramePr>
          <p:cNvPr id="2922" name="Google Shape;2922;p19"/>
          <p:cNvGraphicFramePr/>
          <p:nvPr/>
        </p:nvGraphicFramePr>
        <p:xfrm>
          <a:off x="816138" y="550850"/>
          <a:ext cx="3000000" cy="3000000"/>
        </p:xfrm>
        <a:graphic>
          <a:graphicData uri="http://schemas.openxmlformats.org/drawingml/2006/table">
            <a:tbl>
              <a:tblPr>
                <a:noFill/>
                <a:tableStyleId>{40A10876-C1CF-4A74-93B3-93C9A342541C}</a:tableStyleId>
              </a:tblPr>
              <a:tblGrid>
                <a:gridCol w="1194925"/>
                <a:gridCol w="1170900"/>
                <a:gridCol w="1237150"/>
                <a:gridCol w="1977625"/>
                <a:gridCol w="1931125"/>
              </a:tblGrid>
              <a:tr h="520125">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latin typeface="Lato"/>
                          <a:ea typeface="Lato"/>
                          <a:cs typeface="Lato"/>
                          <a:sym typeface="Lato"/>
                        </a:rPr>
                        <a:t>Element</a:t>
                      </a:r>
                      <a:endParaRPr b="1" sz="18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5BB48">
                        <a:alpha val="86667"/>
                      </a:srgbClr>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latin typeface="Lato"/>
                          <a:ea typeface="Lato"/>
                          <a:cs typeface="Lato"/>
                          <a:sym typeface="Lato"/>
                        </a:rPr>
                        <a:t>Chemical formula</a:t>
                      </a:r>
                      <a:endParaRPr b="1" sz="18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5BB48">
                        <a:alpha val="86667"/>
                      </a:srgbClr>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latin typeface="Lato"/>
                          <a:ea typeface="Lato"/>
                          <a:cs typeface="Lato"/>
                          <a:sym typeface="Lato"/>
                        </a:rPr>
                        <a:t>Atomic number</a:t>
                      </a:r>
                      <a:endParaRPr b="1" sz="18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5BB48">
                        <a:alpha val="86667"/>
                      </a:srgbClr>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latin typeface="Lato"/>
                          <a:ea typeface="Lato"/>
                          <a:cs typeface="Lato"/>
                          <a:sym typeface="Lato"/>
                        </a:rPr>
                        <a:t>Melting point (℃)</a:t>
                      </a:r>
                      <a:endParaRPr b="1" sz="18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5BB48">
                        <a:alpha val="86667"/>
                      </a:srgbClr>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latin typeface="Lato"/>
                          <a:ea typeface="Lato"/>
                          <a:cs typeface="Lato"/>
                          <a:sym typeface="Lato"/>
                        </a:rPr>
                        <a:t>Boiling point </a:t>
                      </a:r>
                      <a:r>
                        <a:rPr b="1" lang="en" sz="1800" u="none" cap="none" strike="noStrike">
                          <a:solidFill>
                            <a:schemeClr val="dk1"/>
                          </a:solidFill>
                          <a:latin typeface="Lato"/>
                          <a:ea typeface="Lato"/>
                          <a:cs typeface="Lato"/>
                          <a:sym typeface="Lato"/>
                        </a:rPr>
                        <a:t>(℃)</a:t>
                      </a:r>
                      <a:endParaRPr b="1" sz="18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5BB48">
                        <a:alpha val="86667"/>
                      </a:srgbClr>
                    </a:solidFill>
                  </a:tcPr>
                </a:tc>
              </a:tr>
              <a:tr h="458225">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Lithium</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Li</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3</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180</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1360</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58225">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Sodium</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Na</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11</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98</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900</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58225">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Potassium</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K</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19</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63</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777</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923" name="Google Shape;2923;p19"/>
          <p:cNvSpPr txBox="1"/>
          <p:nvPr/>
        </p:nvSpPr>
        <p:spPr>
          <a:xfrm>
            <a:off x="816150" y="2865500"/>
            <a:ext cx="7511700" cy="169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900" u="none" cap="none" strike="noStrike">
                <a:solidFill>
                  <a:srgbClr val="000000"/>
                </a:solidFill>
                <a:latin typeface="Lato"/>
                <a:ea typeface="Lato"/>
                <a:cs typeface="Lato"/>
                <a:sym typeface="Lato"/>
              </a:rPr>
              <a:t>What is the trend shown in the boiling points of Group 1 elements?</a:t>
            </a:r>
            <a:endParaRPr b="0" i="0" sz="19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800"/>
              <a:buFont typeface="Arial"/>
              <a:buNone/>
            </a:pPr>
            <a:r>
              <a:t/>
            </a:r>
            <a:endParaRPr b="0" i="0" sz="19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800"/>
              <a:buFont typeface="Arial"/>
              <a:buNone/>
            </a:pPr>
            <a:r>
              <a:rPr b="0" i="0" lang="en" sz="1900" u="none" cap="none" strike="noStrike">
                <a:solidFill>
                  <a:srgbClr val="000000"/>
                </a:solidFill>
                <a:latin typeface="Lato"/>
                <a:ea typeface="Lato"/>
                <a:cs typeface="Lato"/>
                <a:sym typeface="Lato"/>
              </a:rPr>
              <a:t>What prediction can you make about the boiling point of rubidium?</a:t>
            </a:r>
            <a:endParaRPr b="0" i="0" sz="19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800"/>
              <a:buFont typeface="Arial"/>
              <a:buNone/>
            </a:pPr>
            <a:r>
              <a:t/>
            </a:r>
            <a:endParaRPr b="0" i="0" sz="19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800"/>
              <a:buFont typeface="Arial"/>
              <a:buNone/>
            </a:pPr>
            <a:r>
              <a:rPr b="0" i="0" lang="en" sz="1900" u="none" cap="none" strike="noStrike">
                <a:solidFill>
                  <a:srgbClr val="000000"/>
                </a:solidFill>
                <a:latin typeface="Lato"/>
                <a:ea typeface="Lato"/>
                <a:cs typeface="Lato"/>
                <a:sym typeface="Lato"/>
              </a:rPr>
              <a:t>How many more electrons than lithium does an atom of sodium have?</a:t>
            </a:r>
            <a:endParaRPr b="0" i="0" sz="1900" u="none" cap="none" strike="noStrike">
              <a:solidFill>
                <a:srgbClr val="000000"/>
              </a:solidFill>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7" name="Shape 2927"/>
        <p:cNvGrpSpPr/>
        <p:nvPr/>
      </p:nvGrpSpPr>
      <p:grpSpPr>
        <a:xfrm>
          <a:off x="0" y="0"/>
          <a:ext cx="0" cy="0"/>
          <a:chOff x="0" y="0"/>
          <a:chExt cx="0" cy="0"/>
        </a:xfrm>
      </p:grpSpPr>
      <p:graphicFrame>
        <p:nvGraphicFramePr>
          <p:cNvPr id="2928" name="Google Shape;2928;p20"/>
          <p:cNvGraphicFramePr/>
          <p:nvPr/>
        </p:nvGraphicFramePr>
        <p:xfrm>
          <a:off x="816138" y="550850"/>
          <a:ext cx="3000000" cy="3000000"/>
        </p:xfrm>
        <a:graphic>
          <a:graphicData uri="http://schemas.openxmlformats.org/drawingml/2006/table">
            <a:tbl>
              <a:tblPr>
                <a:noFill/>
                <a:tableStyleId>{40A10876-C1CF-4A74-93B3-93C9A342541C}</a:tableStyleId>
              </a:tblPr>
              <a:tblGrid>
                <a:gridCol w="1194925"/>
                <a:gridCol w="1170900"/>
                <a:gridCol w="1237150"/>
                <a:gridCol w="1977625"/>
                <a:gridCol w="1931125"/>
              </a:tblGrid>
              <a:tr h="520125">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latin typeface="Lato"/>
                          <a:ea typeface="Lato"/>
                          <a:cs typeface="Lato"/>
                          <a:sym typeface="Lato"/>
                        </a:rPr>
                        <a:t>Element</a:t>
                      </a:r>
                      <a:endParaRPr b="1" sz="18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5BB48">
                        <a:alpha val="86667"/>
                      </a:srgbClr>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latin typeface="Lato"/>
                          <a:ea typeface="Lato"/>
                          <a:cs typeface="Lato"/>
                          <a:sym typeface="Lato"/>
                        </a:rPr>
                        <a:t>Chemical formula</a:t>
                      </a:r>
                      <a:endParaRPr b="1" sz="18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5BB48">
                        <a:alpha val="86667"/>
                      </a:srgbClr>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latin typeface="Lato"/>
                          <a:ea typeface="Lato"/>
                          <a:cs typeface="Lato"/>
                          <a:sym typeface="Lato"/>
                        </a:rPr>
                        <a:t>Atomic number</a:t>
                      </a:r>
                      <a:endParaRPr b="1" sz="18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5BB48">
                        <a:alpha val="86667"/>
                      </a:srgbClr>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latin typeface="Lato"/>
                          <a:ea typeface="Lato"/>
                          <a:cs typeface="Lato"/>
                          <a:sym typeface="Lato"/>
                        </a:rPr>
                        <a:t>Melting point (℃)</a:t>
                      </a:r>
                      <a:endParaRPr b="1" sz="18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5BB48">
                        <a:alpha val="86667"/>
                      </a:srgbClr>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latin typeface="Lato"/>
                          <a:ea typeface="Lato"/>
                          <a:cs typeface="Lato"/>
                          <a:sym typeface="Lato"/>
                        </a:rPr>
                        <a:t>Boiling point </a:t>
                      </a:r>
                      <a:r>
                        <a:rPr b="1" lang="en" sz="1800" u="none" cap="none" strike="noStrike">
                          <a:solidFill>
                            <a:schemeClr val="dk1"/>
                          </a:solidFill>
                          <a:latin typeface="Lato"/>
                          <a:ea typeface="Lato"/>
                          <a:cs typeface="Lato"/>
                          <a:sym typeface="Lato"/>
                        </a:rPr>
                        <a:t>(℃)</a:t>
                      </a:r>
                      <a:endParaRPr b="1" sz="18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5BB48">
                        <a:alpha val="86667"/>
                      </a:srgbClr>
                    </a:solidFill>
                  </a:tcPr>
                </a:tc>
              </a:tr>
              <a:tr h="458225">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Lithium</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Li</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3</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180</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1360</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58225">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Sodium</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Na</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11</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98</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900</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58225">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Potassium</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K</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19</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63</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 sz="1600" u="none" cap="none" strike="noStrike">
                          <a:latin typeface="Lato"/>
                          <a:ea typeface="Lato"/>
                          <a:cs typeface="Lato"/>
                          <a:sym typeface="Lato"/>
                        </a:rPr>
                        <a:t>777</a:t>
                      </a:r>
                      <a:endParaRPr b="1" sz="1600" u="none" cap="none" strike="noStrike">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929" name="Google Shape;2929;p20"/>
          <p:cNvSpPr txBox="1"/>
          <p:nvPr/>
        </p:nvSpPr>
        <p:spPr>
          <a:xfrm>
            <a:off x="1031975" y="2841525"/>
            <a:ext cx="7511700" cy="203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ato"/>
                <a:ea typeface="Lato"/>
                <a:cs typeface="Lato"/>
                <a:sym typeface="Lato"/>
              </a:rPr>
              <a:t>What is the trend shown in the boiling points of Group 1 elements?</a:t>
            </a:r>
            <a:endParaRPr b="0" i="0" sz="18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65BB48"/>
                </a:solidFill>
                <a:latin typeface="Lato"/>
                <a:ea typeface="Lato"/>
                <a:cs typeface="Lato"/>
                <a:sym typeface="Lato"/>
              </a:rPr>
              <a:t>The boiling points decrease, as you go down the group.</a:t>
            </a:r>
            <a:endParaRPr b="1" i="0" sz="1800" u="none" cap="none" strike="noStrike">
              <a:solidFill>
                <a:srgbClr val="65BB48"/>
              </a:solidFill>
              <a:latin typeface="Lato"/>
              <a:ea typeface="Lato"/>
              <a:cs typeface="Lato"/>
              <a:sym typeface="Lato"/>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ato"/>
                <a:ea typeface="Lato"/>
                <a:cs typeface="Lato"/>
                <a:sym typeface="Lato"/>
              </a:rPr>
              <a:t>What prediction can you make about the boiling point of rubidium?</a:t>
            </a:r>
            <a:endParaRPr b="0" i="0" sz="18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65BB48"/>
                </a:solidFill>
                <a:latin typeface="Lato"/>
                <a:ea typeface="Lato"/>
                <a:cs typeface="Lato"/>
                <a:sym typeface="Lato"/>
              </a:rPr>
              <a:t>The boiling point of rubidium will be less than 777℃.</a:t>
            </a:r>
            <a:endParaRPr b="0" i="0" sz="18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ato"/>
                <a:ea typeface="Lato"/>
                <a:cs typeface="Lato"/>
                <a:sym typeface="Lato"/>
              </a:rPr>
              <a:t>How many more electrons than lithium does an atom of sodium have?</a:t>
            </a:r>
            <a:endParaRPr b="0" i="0" sz="18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65BB48"/>
                </a:solidFill>
                <a:latin typeface="Lato"/>
                <a:ea typeface="Lato"/>
                <a:cs typeface="Lato"/>
                <a:sym typeface="Lato"/>
              </a:rPr>
              <a:t>8 more electrons.</a:t>
            </a:r>
            <a:endParaRPr b="0" i="0" sz="18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3" name="Shape 2933"/>
        <p:cNvGrpSpPr/>
        <p:nvPr/>
      </p:nvGrpSpPr>
      <p:grpSpPr>
        <a:xfrm>
          <a:off x="0" y="0"/>
          <a:ext cx="0" cy="0"/>
          <a:chOff x="0" y="0"/>
          <a:chExt cx="0" cy="0"/>
        </a:xfrm>
      </p:grpSpPr>
      <p:sp>
        <p:nvSpPr>
          <p:cNvPr id="2934" name="Google Shape;2934;p21"/>
          <p:cNvSpPr txBox="1"/>
          <p:nvPr/>
        </p:nvSpPr>
        <p:spPr>
          <a:xfrm>
            <a:off x="977150" y="2098150"/>
            <a:ext cx="7445400" cy="109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000000"/>
                </a:solidFill>
                <a:latin typeface="Lato"/>
                <a:ea typeface="Lato"/>
                <a:cs typeface="Lato"/>
                <a:sym typeface="Lato"/>
              </a:rPr>
              <a:t>The first three elements in Group 1 are ................, ................ and ................ .</a:t>
            </a:r>
            <a:endParaRPr b="0" i="0" sz="3000" u="none" cap="none" strike="noStrike">
              <a:solidFill>
                <a:srgbClr val="000000"/>
              </a:solidFill>
              <a:latin typeface="Lato"/>
              <a:ea typeface="Lato"/>
              <a:cs typeface="Lato"/>
              <a:sym typeface="Lato"/>
            </a:endParaRPr>
          </a:p>
        </p:txBody>
      </p:sp>
      <p:sp>
        <p:nvSpPr>
          <p:cNvPr id="2935" name="Google Shape;2935;p21"/>
          <p:cNvSpPr/>
          <p:nvPr/>
        </p:nvSpPr>
        <p:spPr>
          <a:xfrm>
            <a:off x="1318850" y="275750"/>
            <a:ext cx="6618300" cy="1462800"/>
          </a:xfrm>
          <a:prstGeom prst="roundRect">
            <a:avLst>
              <a:gd fmla="val 16667" name="adj"/>
            </a:avLst>
          </a:prstGeom>
          <a:solidFill>
            <a:srgbClr val="E8004C"/>
          </a:solidFill>
          <a:ln cap="flat" cmpd="sng" w="9525">
            <a:solidFill>
              <a:srgbClr val="E800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6" name="Google Shape;2936;p21"/>
          <p:cNvSpPr txBox="1"/>
          <p:nvPr/>
        </p:nvSpPr>
        <p:spPr>
          <a:xfrm>
            <a:off x="1486700" y="383750"/>
            <a:ext cx="6426300" cy="135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ato"/>
                <a:ea typeface="Lato"/>
                <a:cs typeface="Lato"/>
                <a:sym typeface="Lato"/>
              </a:rPr>
              <a:t>acid 	calcium 		down 			hard 	hydrogen less 		lithium 		magnesium 		more 	not 		      up		potassium 	reactive 			soft 	 	unreactive sodium	oxygen 		easily			oil</a:t>
            </a:r>
            <a:endParaRPr b="1" i="0" sz="1800" u="none" cap="none" strike="noStrike">
              <a:solidFill>
                <a:srgbClr val="FFFFFF"/>
              </a:solidFill>
              <a:latin typeface="Lato"/>
              <a:ea typeface="Lato"/>
              <a:cs typeface="Lato"/>
              <a:sym typeface="Lato"/>
            </a:endParaRPr>
          </a:p>
        </p:txBody>
      </p:sp>
      <p:sp>
        <p:nvSpPr>
          <p:cNvPr id="2937" name="Google Shape;2937;p21"/>
          <p:cNvSpPr txBox="1"/>
          <p:nvPr/>
        </p:nvSpPr>
        <p:spPr>
          <a:xfrm>
            <a:off x="1105550" y="3555450"/>
            <a:ext cx="7445400" cy="109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000000"/>
                </a:solidFill>
                <a:latin typeface="Lato"/>
                <a:ea typeface="Lato"/>
                <a:cs typeface="Lato"/>
                <a:sym typeface="Lato"/>
              </a:rPr>
              <a:t>The first three elements in Group 1 are </a:t>
            </a:r>
            <a:r>
              <a:rPr b="1" i="0" lang="en" sz="3000" u="none" cap="none" strike="noStrike">
                <a:solidFill>
                  <a:srgbClr val="E8004C"/>
                </a:solidFill>
                <a:latin typeface="Lato"/>
                <a:ea typeface="Lato"/>
                <a:cs typeface="Lato"/>
                <a:sym typeface="Lato"/>
              </a:rPr>
              <a:t>lithium</a:t>
            </a:r>
            <a:r>
              <a:rPr b="0" i="0" lang="en" sz="3000" u="none" cap="none" strike="noStrike">
                <a:solidFill>
                  <a:srgbClr val="000000"/>
                </a:solidFill>
                <a:latin typeface="Lato"/>
                <a:ea typeface="Lato"/>
                <a:cs typeface="Lato"/>
                <a:sym typeface="Lato"/>
              </a:rPr>
              <a:t>, </a:t>
            </a:r>
            <a:r>
              <a:rPr b="1" i="0" lang="en" sz="3000" u="none" cap="none" strike="noStrike">
                <a:solidFill>
                  <a:srgbClr val="E8004C"/>
                </a:solidFill>
                <a:latin typeface="Lato"/>
                <a:ea typeface="Lato"/>
                <a:cs typeface="Lato"/>
                <a:sym typeface="Lato"/>
              </a:rPr>
              <a:t>sodium</a:t>
            </a:r>
            <a:r>
              <a:rPr b="0" i="0" lang="en" sz="3000" u="none" cap="none" strike="noStrike">
                <a:solidFill>
                  <a:srgbClr val="000000"/>
                </a:solidFill>
                <a:latin typeface="Lato"/>
                <a:ea typeface="Lato"/>
                <a:cs typeface="Lato"/>
                <a:sym typeface="Lato"/>
              </a:rPr>
              <a:t> and </a:t>
            </a:r>
            <a:r>
              <a:rPr b="1" i="0" lang="en" sz="3000" u="none" cap="none" strike="noStrike">
                <a:solidFill>
                  <a:srgbClr val="E8004C"/>
                </a:solidFill>
                <a:latin typeface="Lato"/>
                <a:ea typeface="Lato"/>
                <a:cs typeface="Lato"/>
                <a:sym typeface="Lato"/>
              </a:rPr>
              <a:t>potassium</a:t>
            </a:r>
            <a:r>
              <a:rPr b="0" i="0" lang="en" sz="3000" u="none" cap="none" strike="noStrike">
                <a:solidFill>
                  <a:srgbClr val="000000"/>
                </a:solidFill>
                <a:latin typeface="Lato"/>
                <a:ea typeface="Lato"/>
                <a:cs typeface="Lato"/>
                <a:sym typeface="Lato"/>
              </a:rPr>
              <a:t> .</a:t>
            </a:r>
            <a:endParaRPr b="0" i="0" sz="3000" u="none" cap="none" strike="noStrike">
              <a:solidFill>
                <a:srgbClr val="000000"/>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7"/>
                                        </p:tgtEl>
                                        <p:attrNameLst>
                                          <p:attrName>style.visibility</p:attrName>
                                        </p:attrNameLst>
                                      </p:cBhvr>
                                      <p:to>
                                        <p:strVal val="visible"/>
                                      </p:to>
                                    </p:set>
                                    <p:animEffect filter="fade" transition="in">
                                      <p:cBhvr>
                                        <p:cTn dur="1000"/>
                                        <p:tgtEl>
                                          <p:spTgt spid="29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1" name="Shape 2941"/>
        <p:cNvGrpSpPr/>
        <p:nvPr/>
      </p:nvGrpSpPr>
      <p:grpSpPr>
        <a:xfrm>
          <a:off x="0" y="0"/>
          <a:ext cx="0" cy="0"/>
          <a:chOff x="0" y="0"/>
          <a:chExt cx="0" cy="0"/>
        </a:xfrm>
      </p:grpSpPr>
      <p:sp>
        <p:nvSpPr>
          <p:cNvPr id="2942" name="Google Shape;2942;p22"/>
          <p:cNvSpPr txBox="1"/>
          <p:nvPr/>
        </p:nvSpPr>
        <p:spPr>
          <a:xfrm>
            <a:off x="977150" y="2098150"/>
            <a:ext cx="7445400" cy="106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000000"/>
                </a:solidFill>
                <a:latin typeface="Lato"/>
                <a:ea typeface="Lato"/>
                <a:cs typeface="Lato"/>
                <a:sym typeface="Lato"/>
              </a:rPr>
              <a:t>The Group 1 elements are very ................ . They can ................ be cut with a knife.</a:t>
            </a:r>
            <a:endParaRPr b="0" i="0" sz="3000" u="none" cap="none" strike="noStrike">
              <a:solidFill>
                <a:srgbClr val="000000"/>
              </a:solidFill>
              <a:latin typeface="Lato"/>
              <a:ea typeface="Lato"/>
              <a:cs typeface="Lato"/>
              <a:sym typeface="Lato"/>
            </a:endParaRPr>
          </a:p>
        </p:txBody>
      </p:sp>
      <p:sp>
        <p:nvSpPr>
          <p:cNvPr id="2943" name="Google Shape;2943;p22"/>
          <p:cNvSpPr/>
          <p:nvPr/>
        </p:nvSpPr>
        <p:spPr>
          <a:xfrm>
            <a:off x="1318850" y="275750"/>
            <a:ext cx="6618300" cy="1462800"/>
          </a:xfrm>
          <a:prstGeom prst="roundRect">
            <a:avLst>
              <a:gd fmla="val 16667" name="adj"/>
            </a:avLst>
          </a:prstGeom>
          <a:solidFill>
            <a:srgbClr val="E8004C"/>
          </a:solidFill>
          <a:ln cap="flat" cmpd="sng" w="9525">
            <a:solidFill>
              <a:srgbClr val="E800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4" name="Google Shape;2944;p22"/>
          <p:cNvSpPr txBox="1"/>
          <p:nvPr/>
        </p:nvSpPr>
        <p:spPr>
          <a:xfrm>
            <a:off x="1486700" y="383750"/>
            <a:ext cx="6426300" cy="135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ato"/>
                <a:ea typeface="Lato"/>
                <a:cs typeface="Lato"/>
                <a:sym typeface="Lato"/>
              </a:rPr>
              <a:t>acid 	calcium 		down 			hard 	hydrogen less 		lithium 		magnesium 		more 	not 		      up		potassium 	reactive 			soft 	 	unreactive sodium	oxygen 		easily			oil</a:t>
            </a:r>
            <a:endParaRPr b="1" i="0" sz="1800" u="none" cap="none" strike="noStrike">
              <a:solidFill>
                <a:srgbClr val="FFFFFF"/>
              </a:solidFill>
              <a:latin typeface="Lato"/>
              <a:ea typeface="Lato"/>
              <a:cs typeface="Lato"/>
              <a:sym typeface="Lato"/>
            </a:endParaRPr>
          </a:p>
        </p:txBody>
      </p:sp>
      <p:sp>
        <p:nvSpPr>
          <p:cNvPr id="2945" name="Google Shape;2945;p22"/>
          <p:cNvSpPr txBox="1"/>
          <p:nvPr/>
        </p:nvSpPr>
        <p:spPr>
          <a:xfrm>
            <a:off x="1093575" y="3461475"/>
            <a:ext cx="7445400" cy="106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000000"/>
                </a:solidFill>
                <a:latin typeface="Lato"/>
                <a:ea typeface="Lato"/>
                <a:cs typeface="Lato"/>
                <a:sym typeface="Lato"/>
              </a:rPr>
              <a:t>The Group 1 elements are very </a:t>
            </a:r>
            <a:r>
              <a:rPr b="1" i="0" lang="en" sz="3000" u="none" cap="none" strike="noStrike">
                <a:solidFill>
                  <a:srgbClr val="E8004C"/>
                </a:solidFill>
                <a:latin typeface="Lato"/>
                <a:ea typeface="Lato"/>
                <a:cs typeface="Lato"/>
                <a:sym typeface="Lato"/>
              </a:rPr>
              <a:t>soft</a:t>
            </a:r>
            <a:r>
              <a:rPr b="0" i="0" lang="en" sz="3000" u="none" cap="none" strike="noStrike">
                <a:solidFill>
                  <a:srgbClr val="000000"/>
                </a:solidFill>
                <a:latin typeface="Lato"/>
                <a:ea typeface="Lato"/>
                <a:cs typeface="Lato"/>
                <a:sym typeface="Lato"/>
              </a:rPr>
              <a:t> . They can </a:t>
            </a:r>
            <a:r>
              <a:rPr b="1" i="0" lang="en" sz="3000" u="none" cap="none" strike="noStrike">
                <a:solidFill>
                  <a:srgbClr val="E8004C"/>
                </a:solidFill>
                <a:latin typeface="Lato"/>
                <a:ea typeface="Lato"/>
                <a:cs typeface="Lato"/>
                <a:sym typeface="Lato"/>
              </a:rPr>
              <a:t>easily</a:t>
            </a:r>
            <a:r>
              <a:rPr b="0" i="0" lang="en" sz="3000" u="none" cap="none" strike="noStrike">
                <a:solidFill>
                  <a:srgbClr val="000000"/>
                </a:solidFill>
                <a:latin typeface="Lato"/>
                <a:ea typeface="Lato"/>
                <a:cs typeface="Lato"/>
                <a:sym typeface="Lato"/>
              </a:rPr>
              <a:t> be cut with a knife.</a:t>
            </a:r>
            <a:endParaRPr b="0" i="0" sz="3000" u="none" cap="none" strike="noStrike">
              <a:solidFill>
                <a:srgbClr val="000000"/>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5"/>
                                        </p:tgtEl>
                                        <p:attrNameLst>
                                          <p:attrName>style.visibility</p:attrName>
                                        </p:attrNameLst>
                                      </p:cBhvr>
                                      <p:to>
                                        <p:strVal val="visible"/>
                                      </p:to>
                                    </p:set>
                                    <p:animEffect filter="fade" transition="in">
                                      <p:cBhvr>
                                        <p:cTn dur="1000"/>
                                        <p:tgtEl>
                                          <p:spTgt spid="29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9" name="Shape 2949"/>
        <p:cNvGrpSpPr/>
        <p:nvPr/>
      </p:nvGrpSpPr>
      <p:grpSpPr>
        <a:xfrm>
          <a:off x="0" y="0"/>
          <a:ext cx="0" cy="0"/>
          <a:chOff x="0" y="0"/>
          <a:chExt cx="0" cy="0"/>
        </a:xfrm>
      </p:grpSpPr>
      <p:sp>
        <p:nvSpPr>
          <p:cNvPr id="2950" name="Google Shape;2950;p23"/>
          <p:cNvSpPr txBox="1"/>
          <p:nvPr/>
        </p:nvSpPr>
        <p:spPr>
          <a:xfrm>
            <a:off x="977150" y="2098150"/>
            <a:ext cx="7445400" cy="95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000000"/>
                </a:solidFill>
                <a:latin typeface="Lato"/>
                <a:ea typeface="Lato"/>
                <a:cs typeface="Lato"/>
                <a:sym typeface="Lato"/>
              </a:rPr>
              <a:t>The Group 1 elements are stored under ................ because they are very ................ .</a:t>
            </a:r>
            <a:endParaRPr b="0" i="0" sz="3000" u="none" cap="none" strike="noStrike">
              <a:solidFill>
                <a:srgbClr val="000000"/>
              </a:solidFill>
              <a:latin typeface="Lato"/>
              <a:ea typeface="Lato"/>
              <a:cs typeface="Lato"/>
              <a:sym typeface="Lato"/>
            </a:endParaRPr>
          </a:p>
        </p:txBody>
      </p:sp>
      <p:sp>
        <p:nvSpPr>
          <p:cNvPr id="2951" name="Google Shape;2951;p23"/>
          <p:cNvSpPr/>
          <p:nvPr/>
        </p:nvSpPr>
        <p:spPr>
          <a:xfrm>
            <a:off x="1318850" y="275750"/>
            <a:ext cx="6618300" cy="1462800"/>
          </a:xfrm>
          <a:prstGeom prst="roundRect">
            <a:avLst>
              <a:gd fmla="val 16667" name="adj"/>
            </a:avLst>
          </a:prstGeom>
          <a:solidFill>
            <a:srgbClr val="E8004C"/>
          </a:solidFill>
          <a:ln cap="flat" cmpd="sng" w="9525">
            <a:solidFill>
              <a:srgbClr val="E800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2" name="Google Shape;2952;p23"/>
          <p:cNvSpPr txBox="1"/>
          <p:nvPr/>
        </p:nvSpPr>
        <p:spPr>
          <a:xfrm>
            <a:off x="1486700" y="383750"/>
            <a:ext cx="6426300" cy="135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ato"/>
                <a:ea typeface="Lato"/>
                <a:cs typeface="Lato"/>
                <a:sym typeface="Lato"/>
              </a:rPr>
              <a:t>acid 	calcium 		down 			hard 	hydrogen less 		lithium 		magnesium 		more 	not 		      up		potassium 	reactive 			soft 	 	unreactive sodium	oxygen 		easily			oil</a:t>
            </a:r>
            <a:endParaRPr b="1" i="0" sz="1800" u="none" cap="none" strike="noStrike">
              <a:solidFill>
                <a:srgbClr val="FFFFFF"/>
              </a:solidFill>
              <a:latin typeface="Lato"/>
              <a:ea typeface="Lato"/>
              <a:cs typeface="Lato"/>
              <a:sym typeface="Lato"/>
            </a:endParaRPr>
          </a:p>
        </p:txBody>
      </p:sp>
      <p:sp>
        <p:nvSpPr>
          <p:cNvPr id="2953" name="Google Shape;2953;p23"/>
          <p:cNvSpPr txBox="1"/>
          <p:nvPr/>
        </p:nvSpPr>
        <p:spPr>
          <a:xfrm>
            <a:off x="977150" y="3341575"/>
            <a:ext cx="7445400" cy="95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000000"/>
                </a:solidFill>
                <a:latin typeface="Lato"/>
                <a:ea typeface="Lato"/>
                <a:cs typeface="Lato"/>
                <a:sym typeface="Lato"/>
              </a:rPr>
              <a:t>The Group 1 elements are stored under </a:t>
            </a:r>
            <a:r>
              <a:rPr b="1" i="0" lang="en" sz="3000" u="none" cap="none" strike="noStrike">
                <a:solidFill>
                  <a:srgbClr val="E8004C"/>
                </a:solidFill>
                <a:latin typeface="Lato"/>
                <a:ea typeface="Lato"/>
                <a:cs typeface="Lato"/>
                <a:sym typeface="Lato"/>
              </a:rPr>
              <a:t>oil</a:t>
            </a:r>
            <a:r>
              <a:rPr b="0" i="0" lang="en" sz="3000" u="none" cap="none" strike="noStrike">
                <a:solidFill>
                  <a:srgbClr val="000000"/>
                </a:solidFill>
                <a:latin typeface="Lato"/>
                <a:ea typeface="Lato"/>
                <a:cs typeface="Lato"/>
                <a:sym typeface="Lato"/>
              </a:rPr>
              <a:t> because they are very </a:t>
            </a:r>
            <a:r>
              <a:rPr b="1" i="0" lang="en" sz="3000" u="none" cap="none" strike="noStrike">
                <a:solidFill>
                  <a:srgbClr val="E8004C"/>
                </a:solidFill>
                <a:latin typeface="Lato"/>
                <a:ea typeface="Lato"/>
                <a:cs typeface="Lato"/>
                <a:sym typeface="Lato"/>
              </a:rPr>
              <a:t>reactive</a:t>
            </a:r>
            <a:r>
              <a:rPr b="0" i="0" lang="en" sz="3000" u="none" cap="none" strike="noStrike">
                <a:solidFill>
                  <a:srgbClr val="000000"/>
                </a:solidFill>
                <a:latin typeface="Lato"/>
                <a:ea typeface="Lato"/>
                <a:cs typeface="Lato"/>
                <a:sym typeface="Lato"/>
              </a:rPr>
              <a:t> .</a:t>
            </a:r>
            <a:endParaRPr b="0" i="0" sz="3000" u="none" cap="none" strike="noStrike">
              <a:solidFill>
                <a:srgbClr val="000000"/>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3"/>
                                        </p:tgtEl>
                                        <p:attrNameLst>
                                          <p:attrName>style.visibility</p:attrName>
                                        </p:attrNameLst>
                                      </p:cBhvr>
                                      <p:to>
                                        <p:strVal val="visible"/>
                                      </p:to>
                                    </p:set>
                                    <p:animEffect filter="fade" transition="in">
                                      <p:cBhvr>
                                        <p:cTn dur="1000"/>
                                        <p:tgtEl>
                                          <p:spTgt spid="29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7" name="Shape 2957"/>
        <p:cNvGrpSpPr/>
        <p:nvPr/>
      </p:nvGrpSpPr>
      <p:grpSpPr>
        <a:xfrm>
          <a:off x="0" y="0"/>
          <a:ext cx="0" cy="0"/>
          <a:chOff x="0" y="0"/>
          <a:chExt cx="0" cy="0"/>
        </a:xfrm>
      </p:grpSpPr>
      <p:sp>
        <p:nvSpPr>
          <p:cNvPr id="2958" name="Google Shape;2958;p24"/>
          <p:cNvSpPr txBox="1"/>
          <p:nvPr/>
        </p:nvSpPr>
        <p:spPr>
          <a:xfrm>
            <a:off x="977150" y="2098150"/>
            <a:ext cx="7445400" cy="108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000000"/>
                </a:solidFill>
                <a:latin typeface="Lato"/>
                <a:ea typeface="Lato"/>
                <a:cs typeface="Lato"/>
                <a:sym typeface="Lato"/>
              </a:rPr>
              <a:t>When these elements react with water they form the gas ................ .</a:t>
            </a:r>
            <a:endParaRPr b="0" i="0" sz="3000" u="none" cap="none" strike="noStrike">
              <a:solidFill>
                <a:srgbClr val="000000"/>
              </a:solidFill>
              <a:latin typeface="Lato"/>
              <a:ea typeface="Lato"/>
              <a:cs typeface="Lato"/>
              <a:sym typeface="Lato"/>
            </a:endParaRPr>
          </a:p>
        </p:txBody>
      </p:sp>
      <p:sp>
        <p:nvSpPr>
          <p:cNvPr id="2959" name="Google Shape;2959;p24"/>
          <p:cNvSpPr/>
          <p:nvPr/>
        </p:nvSpPr>
        <p:spPr>
          <a:xfrm>
            <a:off x="1318850" y="275750"/>
            <a:ext cx="6618300" cy="1462800"/>
          </a:xfrm>
          <a:prstGeom prst="roundRect">
            <a:avLst>
              <a:gd fmla="val 16667" name="adj"/>
            </a:avLst>
          </a:prstGeom>
          <a:solidFill>
            <a:srgbClr val="E8004C"/>
          </a:solidFill>
          <a:ln cap="flat" cmpd="sng" w="9525">
            <a:solidFill>
              <a:srgbClr val="E800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0" name="Google Shape;2960;p24"/>
          <p:cNvSpPr txBox="1"/>
          <p:nvPr/>
        </p:nvSpPr>
        <p:spPr>
          <a:xfrm>
            <a:off x="1486700" y="383750"/>
            <a:ext cx="6426300" cy="135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ato"/>
                <a:ea typeface="Lato"/>
                <a:cs typeface="Lato"/>
                <a:sym typeface="Lato"/>
              </a:rPr>
              <a:t>acid 	calcium 		down 			hard 	hydrogen less 		lithium 		magnesium 		more 	not 		      up		potassium 	reactive 			soft 	 	unreactive sodium	oxygen 		easily			oil</a:t>
            </a:r>
            <a:endParaRPr b="1" i="0" sz="1800" u="none" cap="none" strike="noStrike">
              <a:solidFill>
                <a:srgbClr val="FFFFFF"/>
              </a:solidFill>
              <a:latin typeface="Lato"/>
              <a:ea typeface="Lato"/>
              <a:cs typeface="Lato"/>
              <a:sym typeface="Lato"/>
            </a:endParaRPr>
          </a:p>
        </p:txBody>
      </p:sp>
      <p:sp>
        <p:nvSpPr>
          <p:cNvPr id="2961" name="Google Shape;2961;p24"/>
          <p:cNvSpPr txBox="1"/>
          <p:nvPr/>
        </p:nvSpPr>
        <p:spPr>
          <a:xfrm>
            <a:off x="1105575" y="3425525"/>
            <a:ext cx="7445400" cy="108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000000"/>
                </a:solidFill>
                <a:latin typeface="Lato"/>
                <a:ea typeface="Lato"/>
                <a:cs typeface="Lato"/>
                <a:sym typeface="Lato"/>
              </a:rPr>
              <a:t>When these elements react with water they form the gas </a:t>
            </a:r>
            <a:r>
              <a:rPr b="1" i="0" lang="en" sz="3000" u="none" cap="none" strike="noStrike">
                <a:solidFill>
                  <a:srgbClr val="E8004C"/>
                </a:solidFill>
                <a:latin typeface="Lato"/>
                <a:ea typeface="Lato"/>
                <a:cs typeface="Lato"/>
                <a:sym typeface="Lato"/>
              </a:rPr>
              <a:t>hydrogen</a:t>
            </a:r>
            <a:r>
              <a:rPr b="0" i="0" lang="en" sz="3000" u="none" cap="none" strike="noStrike">
                <a:solidFill>
                  <a:srgbClr val="000000"/>
                </a:solidFill>
                <a:latin typeface="Lato"/>
                <a:ea typeface="Lato"/>
                <a:cs typeface="Lato"/>
                <a:sym typeface="Lato"/>
              </a:rPr>
              <a:t> .</a:t>
            </a:r>
            <a:endParaRPr b="0" i="0" sz="3000" u="none" cap="none" strike="noStrike">
              <a:solidFill>
                <a:srgbClr val="000000"/>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1"/>
                                        </p:tgtEl>
                                        <p:attrNameLst>
                                          <p:attrName>style.visibility</p:attrName>
                                        </p:attrNameLst>
                                      </p:cBhvr>
                                      <p:to>
                                        <p:strVal val="visible"/>
                                      </p:to>
                                    </p:set>
                                    <p:animEffect filter="fade" transition="in">
                                      <p:cBhvr>
                                        <p:cTn dur="1000"/>
                                        <p:tgtEl>
                                          <p:spTgt spid="29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5" name="Shape 2965"/>
        <p:cNvGrpSpPr/>
        <p:nvPr/>
      </p:nvGrpSpPr>
      <p:grpSpPr>
        <a:xfrm>
          <a:off x="0" y="0"/>
          <a:ext cx="0" cy="0"/>
          <a:chOff x="0" y="0"/>
          <a:chExt cx="0" cy="0"/>
        </a:xfrm>
      </p:grpSpPr>
      <p:sp>
        <p:nvSpPr>
          <p:cNvPr id="2966" name="Google Shape;2966;p25"/>
          <p:cNvSpPr txBox="1"/>
          <p:nvPr/>
        </p:nvSpPr>
        <p:spPr>
          <a:xfrm>
            <a:off x="977150" y="2098150"/>
            <a:ext cx="7445400" cy="109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000000"/>
                </a:solidFill>
                <a:latin typeface="Lato"/>
                <a:ea typeface="Lato"/>
                <a:cs typeface="Lato"/>
                <a:sym typeface="Lato"/>
              </a:rPr>
              <a:t>The elements are ................ reactive with water as you go ................ the group.</a:t>
            </a:r>
            <a:endParaRPr b="0" i="0" sz="3000" u="none" cap="none" strike="noStrike">
              <a:solidFill>
                <a:srgbClr val="000000"/>
              </a:solidFill>
              <a:latin typeface="Lato"/>
              <a:ea typeface="Lato"/>
              <a:cs typeface="Lato"/>
              <a:sym typeface="Lato"/>
            </a:endParaRPr>
          </a:p>
        </p:txBody>
      </p:sp>
      <p:sp>
        <p:nvSpPr>
          <p:cNvPr id="2967" name="Google Shape;2967;p25"/>
          <p:cNvSpPr/>
          <p:nvPr/>
        </p:nvSpPr>
        <p:spPr>
          <a:xfrm>
            <a:off x="1318850" y="275750"/>
            <a:ext cx="6618300" cy="1462800"/>
          </a:xfrm>
          <a:prstGeom prst="roundRect">
            <a:avLst>
              <a:gd fmla="val 16667" name="adj"/>
            </a:avLst>
          </a:prstGeom>
          <a:solidFill>
            <a:srgbClr val="E8004C"/>
          </a:solidFill>
          <a:ln cap="flat" cmpd="sng" w="9525">
            <a:solidFill>
              <a:srgbClr val="E800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8" name="Google Shape;2968;p25"/>
          <p:cNvSpPr txBox="1"/>
          <p:nvPr/>
        </p:nvSpPr>
        <p:spPr>
          <a:xfrm>
            <a:off x="1486700" y="383750"/>
            <a:ext cx="6426300" cy="135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ato"/>
                <a:ea typeface="Lato"/>
                <a:cs typeface="Lato"/>
                <a:sym typeface="Lato"/>
              </a:rPr>
              <a:t>acid 	calcium 		down 			hard 	hydrogen less 		lithium 		magnesium 		more 	not 		      up		potassium 	reactive 			soft 	 	unreactive sodium	oxygen 		easily			oil</a:t>
            </a:r>
            <a:endParaRPr b="1" i="0" sz="1800" u="none" cap="none" strike="noStrike">
              <a:solidFill>
                <a:srgbClr val="FFFFFF"/>
              </a:solidFill>
              <a:latin typeface="Lato"/>
              <a:ea typeface="Lato"/>
              <a:cs typeface="Lato"/>
              <a:sym typeface="Lato"/>
            </a:endParaRPr>
          </a:p>
        </p:txBody>
      </p:sp>
      <p:sp>
        <p:nvSpPr>
          <p:cNvPr id="2969" name="Google Shape;2969;p25"/>
          <p:cNvSpPr txBox="1"/>
          <p:nvPr/>
        </p:nvSpPr>
        <p:spPr>
          <a:xfrm>
            <a:off x="977150" y="3365575"/>
            <a:ext cx="7445400" cy="109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000000"/>
                </a:solidFill>
                <a:latin typeface="Lato"/>
                <a:ea typeface="Lato"/>
                <a:cs typeface="Lato"/>
                <a:sym typeface="Lato"/>
              </a:rPr>
              <a:t>The elements are </a:t>
            </a:r>
            <a:r>
              <a:rPr b="1" i="0" lang="en" sz="3000" u="none" cap="none" strike="noStrike">
                <a:solidFill>
                  <a:srgbClr val="E8004C"/>
                </a:solidFill>
                <a:latin typeface="Lato"/>
                <a:ea typeface="Lato"/>
                <a:cs typeface="Lato"/>
                <a:sym typeface="Lato"/>
              </a:rPr>
              <a:t>more/less</a:t>
            </a:r>
            <a:r>
              <a:rPr b="0" i="0" lang="en" sz="3000" u="none" cap="none" strike="noStrike">
                <a:solidFill>
                  <a:srgbClr val="000000"/>
                </a:solidFill>
                <a:latin typeface="Lato"/>
                <a:ea typeface="Lato"/>
                <a:cs typeface="Lato"/>
                <a:sym typeface="Lato"/>
              </a:rPr>
              <a:t> reactive with water as you go </a:t>
            </a:r>
            <a:r>
              <a:rPr b="1" i="0" lang="en" sz="3000" u="none" cap="none" strike="noStrike">
                <a:solidFill>
                  <a:srgbClr val="E8004C"/>
                </a:solidFill>
                <a:latin typeface="Lato"/>
                <a:ea typeface="Lato"/>
                <a:cs typeface="Lato"/>
                <a:sym typeface="Lato"/>
              </a:rPr>
              <a:t>down/up</a:t>
            </a:r>
            <a:r>
              <a:rPr b="0" i="0" lang="en" sz="3000" u="none" cap="none" strike="noStrike">
                <a:solidFill>
                  <a:srgbClr val="000000"/>
                </a:solidFill>
                <a:latin typeface="Lato"/>
                <a:ea typeface="Lato"/>
                <a:cs typeface="Lato"/>
                <a:sym typeface="Lato"/>
              </a:rPr>
              <a:t> the group.</a:t>
            </a:r>
            <a:endParaRPr b="0" i="0" sz="3000" u="none" cap="none" strike="noStrike">
              <a:solidFill>
                <a:srgbClr val="000000"/>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9"/>
                                        </p:tgtEl>
                                        <p:attrNameLst>
                                          <p:attrName>style.visibility</p:attrName>
                                        </p:attrNameLst>
                                      </p:cBhvr>
                                      <p:to>
                                        <p:strVal val="visible"/>
                                      </p:to>
                                    </p:set>
                                    <p:animEffect filter="fade" transition="in">
                                      <p:cBhvr>
                                        <p:cTn dur="1000"/>
                                        <p:tgtEl>
                                          <p:spTgt spid="29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3" name="Shape 2973"/>
        <p:cNvGrpSpPr/>
        <p:nvPr/>
      </p:nvGrpSpPr>
      <p:grpSpPr>
        <a:xfrm>
          <a:off x="0" y="0"/>
          <a:ext cx="0" cy="0"/>
          <a:chOff x="0" y="0"/>
          <a:chExt cx="0" cy="0"/>
        </a:xfrm>
      </p:grpSpPr>
      <p:sp>
        <p:nvSpPr>
          <p:cNvPr id="2974" name="Google Shape;2974;p26"/>
          <p:cNvSpPr txBox="1"/>
          <p:nvPr>
            <p:ph idx="1" type="body"/>
          </p:nvPr>
        </p:nvSpPr>
        <p:spPr>
          <a:xfrm>
            <a:off x="4557800" y="891775"/>
            <a:ext cx="4040400" cy="2165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600"/>
              </a:spcBef>
              <a:spcAft>
                <a:spcPts val="0"/>
              </a:spcAft>
              <a:buSzPts val="2000"/>
              <a:buNone/>
            </a:pPr>
            <a:r>
              <a:rPr lang="en" sz="3200">
                <a:solidFill>
                  <a:srgbClr val="000000"/>
                </a:solidFill>
                <a:latin typeface="Lato"/>
                <a:ea typeface="Lato"/>
                <a:cs typeface="Lato"/>
                <a:sym typeface="Lato"/>
              </a:rPr>
              <a:t>Thumbs up or down to show ‘</a:t>
            </a:r>
            <a:r>
              <a:rPr b="1" lang="en" sz="3200">
                <a:solidFill>
                  <a:srgbClr val="00B050"/>
                </a:solidFill>
                <a:latin typeface="Lato"/>
                <a:ea typeface="Lato"/>
                <a:cs typeface="Lato"/>
                <a:sym typeface="Lato"/>
              </a:rPr>
              <a:t>true</a:t>
            </a:r>
            <a:r>
              <a:rPr lang="en" sz="3200">
                <a:solidFill>
                  <a:srgbClr val="000000"/>
                </a:solidFill>
                <a:latin typeface="Lato"/>
                <a:ea typeface="Lato"/>
                <a:cs typeface="Lato"/>
                <a:sym typeface="Lato"/>
              </a:rPr>
              <a:t>’ or ‘</a:t>
            </a:r>
            <a:r>
              <a:rPr b="1" lang="en" sz="3200">
                <a:solidFill>
                  <a:srgbClr val="CC0000"/>
                </a:solidFill>
                <a:latin typeface="Lato"/>
                <a:ea typeface="Lato"/>
                <a:cs typeface="Lato"/>
                <a:sym typeface="Lato"/>
              </a:rPr>
              <a:t>false</a:t>
            </a:r>
            <a:r>
              <a:rPr lang="en" sz="3200">
                <a:solidFill>
                  <a:srgbClr val="000000"/>
                </a:solidFill>
                <a:latin typeface="Lato"/>
                <a:ea typeface="Lato"/>
                <a:cs typeface="Lato"/>
                <a:sym typeface="Lato"/>
              </a:rPr>
              <a:t>’ for the following statements.</a:t>
            </a:r>
            <a:endParaRPr sz="3200">
              <a:solidFill>
                <a:srgbClr val="000000"/>
              </a:solidFill>
              <a:latin typeface="Lato"/>
              <a:ea typeface="Lato"/>
              <a:cs typeface="Lato"/>
              <a:sym typeface="Lato"/>
            </a:endParaRPr>
          </a:p>
        </p:txBody>
      </p:sp>
      <p:sp>
        <p:nvSpPr>
          <p:cNvPr id="2975" name="Google Shape;2975;p26"/>
          <p:cNvSpPr txBox="1"/>
          <p:nvPr/>
        </p:nvSpPr>
        <p:spPr>
          <a:xfrm>
            <a:off x="1167800" y="1620450"/>
            <a:ext cx="2479800" cy="1902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Lato"/>
                <a:ea typeface="Lato"/>
                <a:cs typeface="Lato"/>
                <a:sym typeface="Lato"/>
              </a:rPr>
              <a:t>TRUE OR FALSE</a:t>
            </a:r>
            <a:endParaRPr b="1" i="0" sz="4800" u="none" cap="none" strike="noStrike">
              <a:solidFill>
                <a:srgbClr val="FFFFFF"/>
              </a:solidFill>
              <a:latin typeface="Lato"/>
              <a:ea typeface="Lato"/>
              <a:cs typeface="Lato"/>
              <a:sym typeface="Lato"/>
            </a:endParaRPr>
          </a:p>
        </p:txBody>
      </p:sp>
      <p:pic>
        <p:nvPicPr>
          <p:cNvPr id="2976" name="Google Shape;2976;p26"/>
          <p:cNvPicPr preferRelativeResize="0"/>
          <p:nvPr/>
        </p:nvPicPr>
        <p:blipFill rotWithShape="1">
          <a:blip r:embed="rId3">
            <a:alphaModFix/>
          </a:blip>
          <a:srcRect b="20578" l="7036" r="7684" t="20407"/>
          <a:stretch/>
        </p:blipFill>
        <p:spPr>
          <a:xfrm>
            <a:off x="5212450" y="3266900"/>
            <a:ext cx="2555250" cy="11802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0" name="Shape 2980"/>
        <p:cNvGrpSpPr/>
        <p:nvPr/>
      </p:nvGrpSpPr>
      <p:grpSpPr>
        <a:xfrm>
          <a:off x="0" y="0"/>
          <a:ext cx="0" cy="0"/>
          <a:chOff x="0" y="0"/>
          <a:chExt cx="0" cy="0"/>
        </a:xfrm>
      </p:grpSpPr>
      <p:sp>
        <p:nvSpPr>
          <p:cNvPr id="2981" name="Google Shape;2981;p27"/>
          <p:cNvSpPr txBox="1"/>
          <p:nvPr>
            <p:ph type="ctrTitle"/>
          </p:nvPr>
        </p:nvSpPr>
        <p:spPr>
          <a:xfrm>
            <a:off x="2255425" y="1991825"/>
            <a:ext cx="4633200" cy="1159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4800"/>
              <a:buNone/>
            </a:pPr>
            <a:r>
              <a:rPr b="1" lang="en" sz="3600">
                <a:solidFill>
                  <a:srgbClr val="ED4A00"/>
                </a:solidFill>
                <a:latin typeface="Lato"/>
                <a:ea typeface="Lato"/>
                <a:cs typeface="Lato"/>
                <a:sym typeface="Lato"/>
              </a:rPr>
              <a:t>Group 1 elements are metals.</a:t>
            </a:r>
            <a:endParaRPr b="1" sz="3600">
              <a:solidFill>
                <a:srgbClr val="ED4A00"/>
              </a:solidFill>
              <a:latin typeface="Lato"/>
              <a:ea typeface="Lato"/>
              <a:cs typeface="Lato"/>
              <a:sym typeface="Lato"/>
            </a:endParaRPr>
          </a:p>
        </p:txBody>
      </p:sp>
      <p:pic>
        <p:nvPicPr>
          <p:cNvPr id="2982" name="Google Shape;2982;p27"/>
          <p:cNvPicPr preferRelativeResize="0"/>
          <p:nvPr/>
        </p:nvPicPr>
        <p:blipFill rotWithShape="1">
          <a:blip r:embed="rId3">
            <a:alphaModFix/>
          </a:blip>
          <a:srcRect b="0" l="0" r="0" t="0"/>
          <a:stretch/>
        </p:blipFill>
        <p:spPr>
          <a:xfrm>
            <a:off x="3447300" y="154950"/>
            <a:ext cx="2249399" cy="16870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2"/>
                                        </p:tgtEl>
                                        <p:attrNameLst>
                                          <p:attrName>style.visibility</p:attrName>
                                        </p:attrNameLst>
                                      </p:cBhvr>
                                      <p:to>
                                        <p:strVal val="visible"/>
                                      </p:to>
                                    </p:set>
                                    <p:animEffect filter="fade" transition="in">
                                      <p:cBhvr>
                                        <p:cTn dur="1000"/>
                                        <p:tgtEl>
                                          <p:spTgt spid="29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6" name="Shape 2986"/>
        <p:cNvGrpSpPr/>
        <p:nvPr/>
      </p:nvGrpSpPr>
      <p:grpSpPr>
        <a:xfrm>
          <a:off x="0" y="0"/>
          <a:ext cx="0" cy="0"/>
          <a:chOff x="0" y="0"/>
          <a:chExt cx="0" cy="0"/>
        </a:xfrm>
      </p:grpSpPr>
      <p:sp>
        <p:nvSpPr>
          <p:cNvPr id="2987" name="Google Shape;2987;p28"/>
          <p:cNvSpPr txBox="1"/>
          <p:nvPr>
            <p:ph type="ctrTitle"/>
          </p:nvPr>
        </p:nvSpPr>
        <p:spPr>
          <a:xfrm>
            <a:off x="1918100" y="2132875"/>
            <a:ext cx="5596500" cy="11598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SzPts val="3600"/>
              <a:buNone/>
            </a:pPr>
            <a:r>
              <a:rPr b="1" lang="en">
                <a:solidFill>
                  <a:srgbClr val="65BB48"/>
                </a:solidFill>
                <a:latin typeface="Lato"/>
                <a:ea typeface="Lato"/>
                <a:cs typeface="Lato"/>
                <a:sym typeface="Lato"/>
              </a:rPr>
              <a:t>Group 1 elements are hard.</a:t>
            </a:r>
            <a:endParaRPr b="1">
              <a:solidFill>
                <a:srgbClr val="65BB48"/>
              </a:solidFill>
              <a:latin typeface="Lato"/>
              <a:ea typeface="Lato"/>
              <a:cs typeface="Lato"/>
              <a:sym typeface="Lato"/>
            </a:endParaRPr>
          </a:p>
        </p:txBody>
      </p:sp>
      <p:pic>
        <p:nvPicPr>
          <p:cNvPr id="2988" name="Google Shape;2988;p28"/>
          <p:cNvPicPr preferRelativeResize="0"/>
          <p:nvPr/>
        </p:nvPicPr>
        <p:blipFill rotWithShape="1">
          <a:blip r:embed="rId3">
            <a:alphaModFix/>
          </a:blip>
          <a:srcRect b="0" l="0" r="0" t="0"/>
          <a:stretch/>
        </p:blipFill>
        <p:spPr>
          <a:xfrm>
            <a:off x="3387738" y="144325"/>
            <a:ext cx="2368524" cy="17763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8"/>
                                        </p:tgtEl>
                                        <p:attrNameLst>
                                          <p:attrName>style.visibility</p:attrName>
                                        </p:attrNameLst>
                                      </p:cBhvr>
                                      <p:to>
                                        <p:strVal val="visible"/>
                                      </p:to>
                                    </p:set>
                                    <p:animEffect filter="fade" transition="in">
                                      <p:cBhvr>
                                        <p:cTn dur="1000"/>
                                        <p:tgtEl>
                                          <p:spTgt spid="29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2" name="Shape 2992"/>
        <p:cNvGrpSpPr/>
        <p:nvPr/>
      </p:nvGrpSpPr>
      <p:grpSpPr>
        <a:xfrm>
          <a:off x="0" y="0"/>
          <a:ext cx="0" cy="0"/>
          <a:chOff x="0" y="0"/>
          <a:chExt cx="0" cy="0"/>
        </a:xfrm>
      </p:grpSpPr>
      <p:sp>
        <p:nvSpPr>
          <p:cNvPr id="2993" name="Google Shape;2993;p29"/>
          <p:cNvSpPr txBox="1"/>
          <p:nvPr>
            <p:ph type="ctrTitle"/>
          </p:nvPr>
        </p:nvSpPr>
        <p:spPr>
          <a:xfrm>
            <a:off x="1613900" y="2061800"/>
            <a:ext cx="5812800" cy="1159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SzPts val="4800"/>
              <a:buNone/>
            </a:pPr>
            <a:r>
              <a:rPr b="1" lang="en" sz="3600">
                <a:solidFill>
                  <a:srgbClr val="ED4A00"/>
                </a:solidFill>
                <a:latin typeface="Lato"/>
                <a:ea typeface="Lato"/>
                <a:cs typeface="Lato"/>
                <a:sym typeface="Lato"/>
              </a:rPr>
              <a:t>Group 1 elements become less reactive down the group.</a:t>
            </a:r>
            <a:endParaRPr b="1" sz="3600">
              <a:solidFill>
                <a:srgbClr val="ED4A00"/>
              </a:solidFill>
              <a:latin typeface="Lato"/>
              <a:ea typeface="Lato"/>
              <a:cs typeface="Lato"/>
              <a:sym typeface="Lato"/>
            </a:endParaRPr>
          </a:p>
        </p:txBody>
      </p:sp>
      <p:pic>
        <p:nvPicPr>
          <p:cNvPr id="2994" name="Google Shape;2994;p29"/>
          <p:cNvPicPr preferRelativeResize="0"/>
          <p:nvPr/>
        </p:nvPicPr>
        <p:blipFill rotWithShape="1">
          <a:blip r:embed="rId3">
            <a:alphaModFix/>
          </a:blip>
          <a:srcRect b="0" l="0" r="0" t="0"/>
          <a:stretch/>
        </p:blipFill>
        <p:spPr>
          <a:xfrm>
            <a:off x="3387738" y="144325"/>
            <a:ext cx="2368524" cy="17763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4"/>
                                        </p:tgtEl>
                                        <p:attrNameLst>
                                          <p:attrName>style.visibility</p:attrName>
                                        </p:attrNameLst>
                                      </p:cBhvr>
                                      <p:to>
                                        <p:strVal val="visible"/>
                                      </p:to>
                                    </p:set>
                                    <p:animEffect filter="fade" transition="in">
                                      <p:cBhvr>
                                        <p:cTn dur="1000"/>
                                        <p:tgtEl>
                                          <p:spTgt spid="29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8" name="Shape 2998"/>
        <p:cNvGrpSpPr/>
        <p:nvPr/>
      </p:nvGrpSpPr>
      <p:grpSpPr>
        <a:xfrm>
          <a:off x="0" y="0"/>
          <a:ext cx="0" cy="0"/>
          <a:chOff x="0" y="0"/>
          <a:chExt cx="0" cy="0"/>
        </a:xfrm>
      </p:grpSpPr>
      <p:sp>
        <p:nvSpPr>
          <p:cNvPr id="2999" name="Google Shape;2999;p30"/>
          <p:cNvSpPr txBox="1"/>
          <p:nvPr>
            <p:ph type="ctrTitle"/>
          </p:nvPr>
        </p:nvSpPr>
        <p:spPr>
          <a:xfrm>
            <a:off x="1527900" y="1991850"/>
            <a:ext cx="6088200" cy="11598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SzPts val="3600"/>
              <a:buNone/>
            </a:pPr>
            <a:r>
              <a:rPr b="1" lang="en">
                <a:solidFill>
                  <a:srgbClr val="65BB48"/>
                </a:solidFill>
                <a:latin typeface="Lato"/>
                <a:ea typeface="Lato"/>
                <a:cs typeface="Lato"/>
                <a:sym typeface="Lato"/>
              </a:rPr>
              <a:t>Group 1 elements can conduct heat and electricity.</a:t>
            </a:r>
            <a:endParaRPr b="1">
              <a:solidFill>
                <a:srgbClr val="65BB48"/>
              </a:solidFill>
              <a:latin typeface="Lato"/>
              <a:ea typeface="Lato"/>
              <a:cs typeface="Lato"/>
              <a:sym typeface="Lato"/>
            </a:endParaRPr>
          </a:p>
        </p:txBody>
      </p:sp>
      <p:pic>
        <p:nvPicPr>
          <p:cNvPr id="3000" name="Google Shape;3000;p30"/>
          <p:cNvPicPr preferRelativeResize="0"/>
          <p:nvPr/>
        </p:nvPicPr>
        <p:blipFill rotWithShape="1">
          <a:blip r:embed="rId3">
            <a:alphaModFix/>
          </a:blip>
          <a:srcRect b="0" l="0" r="0" t="0"/>
          <a:stretch/>
        </p:blipFill>
        <p:spPr>
          <a:xfrm>
            <a:off x="3447300" y="154950"/>
            <a:ext cx="2249399" cy="16870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0"/>
                                        </p:tgtEl>
                                        <p:attrNameLst>
                                          <p:attrName>style.visibility</p:attrName>
                                        </p:attrNameLst>
                                      </p:cBhvr>
                                      <p:to>
                                        <p:strVal val="visible"/>
                                      </p:to>
                                    </p:set>
                                    <p:animEffect filter="fade" transition="in">
                                      <p:cBhvr>
                                        <p:cTn dur="1000"/>
                                        <p:tgtEl>
                                          <p:spTgt spid="30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4" name="Shape 3004"/>
        <p:cNvGrpSpPr/>
        <p:nvPr/>
      </p:nvGrpSpPr>
      <p:grpSpPr>
        <a:xfrm>
          <a:off x="0" y="0"/>
          <a:ext cx="0" cy="0"/>
          <a:chOff x="0" y="0"/>
          <a:chExt cx="0" cy="0"/>
        </a:xfrm>
      </p:grpSpPr>
      <p:sp>
        <p:nvSpPr>
          <p:cNvPr id="3005" name="Google Shape;3005;p31"/>
          <p:cNvSpPr txBox="1"/>
          <p:nvPr>
            <p:ph type="ctrTitle"/>
          </p:nvPr>
        </p:nvSpPr>
        <p:spPr>
          <a:xfrm>
            <a:off x="1640150" y="1991825"/>
            <a:ext cx="6035700" cy="1159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SzPts val="4800"/>
              <a:buNone/>
            </a:pPr>
            <a:r>
              <a:rPr b="1" lang="en" sz="3600">
                <a:solidFill>
                  <a:srgbClr val="ED4A00"/>
                </a:solidFill>
                <a:latin typeface="Lato"/>
                <a:ea typeface="Lato"/>
                <a:cs typeface="Lato"/>
                <a:sym typeface="Lato"/>
              </a:rPr>
              <a:t>Group 1 elements react with water to produce metal hydroxides and hydrogen.</a:t>
            </a:r>
            <a:endParaRPr b="1" sz="3600">
              <a:solidFill>
                <a:srgbClr val="ED4A00"/>
              </a:solidFill>
              <a:latin typeface="Lato"/>
              <a:ea typeface="Lato"/>
              <a:cs typeface="Lato"/>
              <a:sym typeface="Lato"/>
            </a:endParaRPr>
          </a:p>
        </p:txBody>
      </p:sp>
      <p:pic>
        <p:nvPicPr>
          <p:cNvPr id="3006" name="Google Shape;3006;p31"/>
          <p:cNvPicPr preferRelativeResize="0"/>
          <p:nvPr/>
        </p:nvPicPr>
        <p:blipFill rotWithShape="1">
          <a:blip r:embed="rId3">
            <a:alphaModFix/>
          </a:blip>
          <a:srcRect b="0" l="0" r="0" t="0"/>
          <a:stretch/>
        </p:blipFill>
        <p:spPr>
          <a:xfrm>
            <a:off x="3447288" y="89325"/>
            <a:ext cx="2249432" cy="16870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6"/>
                                        </p:tgtEl>
                                        <p:attrNameLst>
                                          <p:attrName>style.visibility</p:attrName>
                                        </p:attrNameLst>
                                      </p:cBhvr>
                                      <p:to>
                                        <p:strVal val="visible"/>
                                      </p:to>
                                    </p:set>
                                    <p:animEffect filter="fade" transition="in">
                                      <p:cBhvr>
                                        <p:cTn dur="1000"/>
                                        <p:tgtEl>
                                          <p:spTgt spid="30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0" name="Shape 3010"/>
        <p:cNvGrpSpPr/>
        <p:nvPr/>
      </p:nvGrpSpPr>
      <p:grpSpPr>
        <a:xfrm>
          <a:off x="0" y="0"/>
          <a:ext cx="0" cy="0"/>
          <a:chOff x="0" y="0"/>
          <a:chExt cx="0" cy="0"/>
        </a:xfrm>
      </p:grpSpPr>
      <p:sp>
        <p:nvSpPr>
          <p:cNvPr id="3011" name="Google Shape;3011;p32"/>
          <p:cNvSpPr txBox="1"/>
          <p:nvPr>
            <p:ph type="ctrTitle"/>
          </p:nvPr>
        </p:nvSpPr>
        <p:spPr>
          <a:xfrm>
            <a:off x="1773750" y="2421550"/>
            <a:ext cx="5596500" cy="11598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SzPts val="3600"/>
              <a:buNone/>
            </a:pPr>
            <a:r>
              <a:rPr b="1" lang="en">
                <a:solidFill>
                  <a:srgbClr val="65BB48"/>
                </a:solidFill>
                <a:latin typeface="Lato"/>
                <a:ea typeface="Lato"/>
                <a:cs typeface="Lato"/>
                <a:sym typeface="Lato"/>
              </a:rPr>
              <a:t>Group 1 elements' boiling points increase down the group.</a:t>
            </a:r>
            <a:endParaRPr b="1">
              <a:solidFill>
                <a:srgbClr val="65BB48"/>
              </a:solidFill>
              <a:latin typeface="Lato"/>
              <a:ea typeface="Lato"/>
              <a:cs typeface="Lato"/>
              <a:sym typeface="Lato"/>
            </a:endParaRPr>
          </a:p>
        </p:txBody>
      </p:sp>
      <p:pic>
        <p:nvPicPr>
          <p:cNvPr id="3012" name="Google Shape;3012;p32"/>
          <p:cNvPicPr preferRelativeResize="0"/>
          <p:nvPr/>
        </p:nvPicPr>
        <p:blipFill rotWithShape="1">
          <a:blip r:embed="rId3">
            <a:alphaModFix/>
          </a:blip>
          <a:srcRect b="0" l="0" r="0" t="0"/>
          <a:stretch/>
        </p:blipFill>
        <p:spPr>
          <a:xfrm>
            <a:off x="3387738" y="144325"/>
            <a:ext cx="2368524" cy="17763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2"/>
                                        </p:tgtEl>
                                        <p:attrNameLst>
                                          <p:attrName>style.visibility</p:attrName>
                                        </p:attrNameLst>
                                      </p:cBhvr>
                                      <p:to>
                                        <p:strVal val="visible"/>
                                      </p:to>
                                    </p:set>
                                    <p:animEffect filter="fade" transition="in">
                                      <p:cBhvr>
                                        <p:cTn dur="1000"/>
                                        <p:tgtEl>
                                          <p:spTgt spid="30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6" name="Shape 3016"/>
        <p:cNvGrpSpPr/>
        <p:nvPr/>
      </p:nvGrpSpPr>
      <p:grpSpPr>
        <a:xfrm>
          <a:off x="0" y="0"/>
          <a:ext cx="0" cy="0"/>
          <a:chOff x="0" y="0"/>
          <a:chExt cx="0" cy="0"/>
        </a:xfrm>
      </p:grpSpPr>
      <p:sp>
        <p:nvSpPr>
          <p:cNvPr id="3017" name="Google Shape;3017;g3ed01901b3b_0_1592"/>
          <p:cNvSpPr txBox="1"/>
          <p:nvPr>
            <p:ph type="title"/>
          </p:nvPr>
        </p:nvSpPr>
        <p:spPr>
          <a:xfrm>
            <a:off x="459000" y="73800"/>
            <a:ext cx="6600600" cy="814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3018" name="Google Shape;3018;g3ed01901b3b_0_1592" title="Screenshot 2026-06-08 at 2.27.18 PM.png"/>
          <p:cNvPicPr preferRelativeResize="0"/>
          <p:nvPr/>
        </p:nvPicPr>
        <p:blipFill>
          <a:blip r:embed="rId3">
            <a:alphaModFix/>
          </a:blip>
          <a:stretch>
            <a:fillRect/>
          </a:stretch>
        </p:blipFill>
        <p:spPr>
          <a:xfrm>
            <a:off x="150425" y="0"/>
            <a:ext cx="7966524" cy="4887024"/>
          </a:xfrm>
          <a:prstGeom prst="rect">
            <a:avLst/>
          </a:prstGeom>
          <a:noFill/>
          <a:ln>
            <a:noFill/>
          </a:ln>
        </p:spPr>
      </p:pic>
      <p:sp>
        <p:nvSpPr>
          <p:cNvPr id="3019" name="Google Shape;3019;g3ed01901b3b_0_1592"/>
          <p:cNvSpPr/>
          <p:nvPr/>
        </p:nvSpPr>
        <p:spPr>
          <a:xfrm>
            <a:off x="224238" y="1159575"/>
            <a:ext cx="7818900" cy="712200"/>
          </a:xfrm>
          <a:prstGeom prst="rect">
            <a:avLst/>
          </a:prstGeom>
          <a:noFill/>
          <a:ln cap="flat" cmpd="sng" w="38100">
            <a:solidFill>
              <a:srgbClr val="FFAC3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Puck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