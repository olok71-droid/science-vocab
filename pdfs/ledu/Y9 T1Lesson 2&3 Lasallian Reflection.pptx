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embeddedFontLst>
    <p:embeddedFont>
      <p:font typeface="Patrick Hand"/>
      <p:regular r:id="rId30"/>
    </p:embeddedFont>
    <p:embeddedFont>
      <p:font typeface="Raleway"/>
      <p:regular r:id="rId31"/>
      <p:bold r:id="rId32"/>
      <p:italic r:id="rId33"/>
      <p:boldItalic r:id="rId34"/>
    </p:embeddedFont>
    <p:embeddedFont>
      <p:font typeface="DM Sans Black"/>
      <p:bold r:id="rId35"/>
      <p:boldItalic r:id="rId36"/>
    </p:embeddedFont>
    <p:embeddedFont>
      <p:font typeface="Aladin"/>
      <p:regular r:id="rId37"/>
    </p:embeddedFont>
    <p:embeddedFont>
      <p:font typeface="Titillium Web Black"/>
      <p:bold r:id="rId38"/>
    </p:embeddedFont>
    <p:embeddedFont>
      <p:font typeface="DM Sans"/>
      <p:regular r:id="rId39"/>
      <p:bold r:id="rId40"/>
      <p:italic r:id="rId41"/>
      <p:boldItalic r:id="rId42"/>
    </p:embeddedFont>
    <p:embeddedFont>
      <p:font typeface="Century Gothic"/>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7" roundtripDataSignature="AMtx7mjvVNH0vbIToE8yR8h1BK6nEMYG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A60D50-88EE-49FE-B4CD-C03BA5C15EF8}">
  <a:tblStyle styleId="{BFA60D50-88EE-49FE-B4CD-C03BA5C15EF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bold.fntdata"/><Relationship Id="rId20" Type="http://schemas.openxmlformats.org/officeDocument/2006/relationships/slide" Target="slides/slide13.xml"/><Relationship Id="rId42" Type="http://schemas.openxmlformats.org/officeDocument/2006/relationships/font" Target="fonts/DMSans-boldItalic.fntdata"/><Relationship Id="rId41" Type="http://schemas.openxmlformats.org/officeDocument/2006/relationships/font" Target="fonts/DMSans-italic.fntdata"/><Relationship Id="rId22" Type="http://schemas.openxmlformats.org/officeDocument/2006/relationships/slide" Target="slides/slide15.xml"/><Relationship Id="rId44" Type="http://schemas.openxmlformats.org/officeDocument/2006/relationships/font" Target="fonts/CenturyGothic-bold.fntdata"/><Relationship Id="rId21" Type="http://schemas.openxmlformats.org/officeDocument/2006/relationships/slide" Target="slides/slide14.xml"/><Relationship Id="rId43" Type="http://schemas.openxmlformats.org/officeDocument/2006/relationships/font" Target="fonts/CenturyGothic-regular.fntdata"/><Relationship Id="rId24" Type="http://schemas.openxmlformats.org/officeDocument/2006/relationships/slide" Target="slides/slide17.xml"/><Relationship Id="rId46" Type="http://schemas.openxmlformats.org/officeDocument/2006/relationships/font" Target="fonts/CenturyGothic-boldItalic.fntdata"/><Relationship Id="rId23" Type="http://schemas.openxmlformats.org/officeDocument/2006/relationships/slide" Target="slides/slide16.xml"/><Relationship Id="rId45" Type="http://schemas.openxmlformats.org/officeDocument/2006/relationships/font" Target="fonts/CenturyGothic-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47" Type="http://customschemas.google.com/relationships/presentationmetadata" Target="meta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aleway-regular.fntdata"/><Relationship Id="rId30" Type="http://schemas.openxmlformats.org/officeDocument/2006/relationships/font" Target="fonts/PatrickHand-regular.fntdata"/><Relationship Id="rId11" Type="http://schemas.openxmlformats.org/officeDocument/2006/relationships/slide" Target="slides/slide4.xml"/><Relationship Id="rId33" Type="http://schemas.openxmlformats.org/officeDocument/2006/relationships/font" Target="fonts/Raleway-italic.fntdata"/><Relationship Id="rId10" Type="http://schemas.openxmlformats.org/officeDocument/2006/relationships/slide" Target="slides/slide3.xml"/><Relationship Id="rId32" Type="http://schemas.openxmlformats.org/officeDocument/2006/relationships/font" Target="fonts/Raleway-bold.fntdata"/><Relationship Id="rId13" Type="http://schemas.openxmlformats.org/officeDocument/2006/relationships/slide" Target="slides/slide6.xml"/><Relationship Id="rId35" Type="http://schemas.openxmlformats.org/officeDocument/2006/relationships/font" Target="fonts/DMSansBlack-bold.fntdata"/><Relationship Id="rId12" Type="http://schemas.openxmlformats.org/officeDocument/2006/relationships/slide" Target="slides/slide5.xml"/><Relationship Id="rId34" Type="http://schemas.openxmlformats.org/officeDocument/2006/relationships/font" Target="fonts/Raleway-boldItalic.fntdata"/><Relationship Id="rId15" Type="http://schemas.openxmlformats.org/officeDocument/2006/relationships/slide" Target="slides/slide8.xml"/><Relationship Id="rId37" Type="http://schemas.openxmlformats.org/officeDocument/2006/relationships/font" Target="fonts/Aladin-regular.fntdata"/><Relationship Id="rId14" Type="http://schemas.openxmlformats.org/officeDocument/2006/relationships/slide" Target="slides/slide7.xml"/><Relationship Id="rId36" Type="http://schemas.openxmlformats.org/officeDocument/2006/relationships/font" Target="fonts/DMSansBlack-boldItalic.fntdata"/><Relationship Id="rId17" Type="http://schemas.openxmlformats.org/officeDocument/2006/relationships/slide" Target="slides/slide10.xml"/><Relationship Id="rId39" Type="http://schemas.openxmlformats.org/officeDocument/2006/relationships/font" Target="fonts/DMSans-regular.fntdata"/><Relationship Id="rId16" Type="http://schemas.openxmlformats.org/officeDocument/2006/relationships/slide" Target="slides/slide9.xml"/><Relationship Id="rId38" Type="http://schemas.openxmlformats.org/officeDocument/2006/relationships/font" Target="fonts/TitilliumWebBlack-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83c9f18d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f83c9f18db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83c9f18d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3f83c9f18db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ace803e0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g3face803e0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5" name="Google Shape;29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0" name="Google Shape;310;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Example of how we imagine the LEDU TALKS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0" name="Google Shape;36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ace803e0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face803e0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8" name="Google Shape;37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1" name="Google Shape;39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4" name="Google Shape;40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7" name="Google Shape;417;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0" name="Google Shape;43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3" name="Google Shape;443;p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2"/>
          <p:cNvSpPr txBox="1"/>
          <p:nvPr>
            <p:ph type="ctrTitle"/>
          </p:nvPr>
        </p:nvSpPr>
        <p:spPr>
          <a:xfrm>
            <a:off x="342900" y="1065213"/>
            <a:ext cx="3886200" cy="7350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3" name="Google Shape;13;p22"/>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lnSpc>
                <a:spcPct val="100000"/>
              </a:lnSpc>
              <a:spcBef>
                <a:spcPts val="300"/>
              </a:spcBef>
              <a:spcAft>
                <a:spcPts val="0"/>
              </a:spcAft>
              <a:buClr>
                <a:srgbClr val="888888"/>
              </a:buClr>
              <a:buSzPts val="1600"/>
              <a:buNone/>
              <a:defRPr>
                <a:solidFill>
                  <a:srgbClr val="888888"/>
                </a:solidFill>
              </a:defRPr>
            </a:lvl1pPr>
            <a:lvl2pPr lvl="1" algn="ctr">
              <a:lnSpc>
                <a:spcPct val="100000"/>
              </a:lnSpc>
              <a:spcBef>
                <a:spcPts val="300"/>
              </a:spcBef>
              <a:spcAft>
                <a:spcPts val="0"/>
              </a:spcAft>
              <a:buClr>
                <a:srgbClr val="888888"/>
              </a:buClr>
              <a:buSzPts val="1400"/>
              <a:buNone/>
              <a:defRPr>
                <a:solidFill>
                  <a:srgbClr val="888888"/>
                </a:solidFill>
              </a:defRPr>
            </a:lvl2pPr>
            <a:lvl3pPr lvl="2" algn="ctr">
              <a:lnSpc>
                <a:spcPct val="100000"/>
              </a:lnSpc>
              <a:spcBef>
                <a:spcPts val="200"/>
              </a:spcBef>
              <a:spcAft>
                <a:spcPts val="0"/>
              </a:spcAft>
              <a:buClr>
                <a:srgbClr val="888888"/>
              </a:buClr>
              <a:buSzPts val="1200"/>
              <a:buNone/>
              <a:defRPr>
                <a:solidFill>
                  <a:srgbClr val="888888"/>
                </a:solidFill>
              </a:defRPr>
            </a:lvl3pPr>
            <a:lvl4pPr lvl="3" algn="ctr">
              <a:lnSpc>
                <a:spcPct val="100000"/>
              </a:lnSpc>
              <a:spcBef>
                <a:spcPts val="200"/>
              </a:spcBef>
              <a:spcAft>
                <a:spcPts val="0"/>
              </a:spcAft>
              <a:buClr>
                <a:srgbClr val="888888"/>
              </a:buClr>
              <a:buSzPts val="10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200"/>
              </a:spcBef>
              <a:spcAft>
                <a:spcPts val="0"/>
              </a:spcAft>
              <a:buClr>
                <a:srgbClr val="888888"/>
              </a:buClr>
              <a:buSzPts val="1000"/>
              <a:buNone/>
              <a:defRPr>
                <a:solidFill>
                  <a:srgbClr val="888888"/>
                </a:solidFill>
              </a:defRPr>
            </a:lvl6pPr>
            <a:lvl7pPr lvl="6" algn="ctr">
              <a:lnSpc>
                <a:spcPct val="100000"/>
              </a:lnSpc>
              <a:spcBef>
                <a:spcPts val="200"/>
              </a:spcBef>
              <a:spcAft>
                <a:spcPts val="0"/>
              </a:spcAft>
              <a:buClr>
                <a:srgbClr val="888888"/>
              </a:buClr>
              <a:buSzPts val="1000"/>
              <a:buNone/>
              <a:defRPr>
                <a:solidFill>
                  <a:srgbClr val="888888"/>
                </a:solidFill>
              </a:defRPr>
            </a:lvl7pPr>
            <a:lvl8pPr lvl="7" algn="ctr">
              <a:lnSpc>
                <a:spcPct val="100000"/>
              </a:lnSpc>
              <a:spcBef>
                <a:spcPts val="200"/>
              </a:spcBef>
              <a:spcAft>
                <a:spcPts val="0"/>
              </a:spcAft>
              <a:buClr>
                <a:srgbClr val="888888"/>
              </a:buClr>
              <a:buSzPts val="1000"/>
              <a:buNone/>
              <a:defRPr>
                <a:solidFill>
                  <a:srgbClr val="888888"/>
                </a:solidFill>
              </a:defRPr>
            </a:lvl8pPr>
            <a:lvl9pPr lvl="8" algn="ctr">
              <a:lnSpc>
                <a:spcPct val="100000"/>
              </a:lnSpc>
              <a:spcBef>
                <a:spcPts val="200"/>
              </a:spcBef>
              <a:spcAft>
                <a:spcPts val="0"/>
              </a:spcAft>
              <a:buClr>
                <a:srgbClr val="888888"/>
              </a:buClr>
              <a:buSzPts val="1000"/>
              <a:buNone/>
              <a:defRPr>
                <a:solidFill>
                  <a:srgbClr val="888888"/>
                </a:solidFill>
              </a:defRPr>
            </a:lvl9pPr>
          </a:lstStyle>
          <a:p/>
        </p:txBody>
      </p:sp>
      <p:sp>
        <p:nvSpPr>
          <p:cNvPr id="14" name="Google Shape;14;p2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5" name="Google Shape;15;p2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6" name="Google Shape;16;p2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2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9" name="Google Shape;19;p2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0" name="Google Shape;20;p2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4"/>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3" name="Google Shape;23;p24"/>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24" name="Google Shape;24;p2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5" name="Google Shape;25;p2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6" name="Google Shape;26;p2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361156" y="2203450"/>
            <a:ext cx="3886200" cy="681000"/>
          </a:xfrm>
          <a:prstGeom prst="rect">
            <a:avLst/>
          </a:prstGeom>
          <a:noFill/>
          <a:ln>
            <a:noFill/>
          </a:ln>
        </p:spPr>
        <p:txBody>
          <a:bodyPr anchorCtr="0" anchor="t" bIns="22850" lIns="45725" spcFirstLastPara="1" rIns="45725" wrap="square" tIns="22850">
            <a:norm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9" name="Google Shape;29;p25"/>
          <p:cNvSpPr txBox="1"/>
          <p:nvPr>
            <p:ph idx="1" type="body"/>
          </p:nvPr>
        </p:nvSpPr>
        <p:spPr>
          <a:xfrm>
            <a:off x="361156" y="1453357"/>
            <a:ext cx="3886200" cy="7503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rgbClr val="888888"/>
              </a:buClr>
              <a:buSzPts val="1000"/>
              <a:buNone/>
              <a:defRPr sz="1000">
                <a:solidFill>
                  <a:srgbClr val="888888"/>
                </a:solidFill>
              </a:defRPr>
            </a:lvl1pPr>
            <a:lvl2pPr indent="-228600" lvl="1" marL="914400" algn="l">
              <a:lnSpc>
                <a:spcPct val="100000"/>
              </a:lnSpc>
              <a:spcBef>
                <a:spcPts val="200"/>
              </a:spcBef>
              <a:spcAft>
                <a:spcPts val="0"/>
              </a:spcAft>
              <a:buClr>
                <a:srgbClr val="888888"/>
              </a:buClr>
              <a:buSzPts val="900"/>
              <a:buNone/>
              <a:defRPr sz="900">
                <a:solidFill>
                  <a:srgbClr val="888888"/>
                </a:solidFill>
              </a:defRPr>
            </a:lvl2pPr>
            <a:lvl3pPr indent="-228600" lvl="2" marL="1371600" algn="l">
              <a:lnSpc>
                <a:spcPct val="100000"/>
              </a:lnSpc>
              <a:spcBef>
                <a:spcPts val="200"/>
              </a:spcBef>
              <a:spcAft>
                <a:spcPts val="0"/>
              </a:spcAft>
              <a:buClr>
                <a:srgbClr val="888888"/>
              </a:buClr>
              <a:buSzPts val="800"/>
              <a:buNone/>
              <a:defRPr sz="800">
                <a:solidFill>
                  <a:srgbClr val="888888"/>
                </a:solidFill>
              </a:defRPr>
            </a:lvl3pPr>
            <a:lvl4pPr indent="-228600" lvl="3" marL="1828800" algn="l">
              <a:lnSpc>
                <a:spcPct val="100000"/>
              </a:lnSpc>
              <a:spcBef>
                <a:spcPts val="100"/>
              </a:spcBef>
              <a:spcAft>
                <a:spcPts val="0"/>
              </a:spcAft>
              <a:buClr>
                <a:srgbClr val="888888"/>
              </a:buClr>
              <a:buSzPts val="700"/>
              <a:buNone/>
              <a:defRPr sz="700">
                <a:solidFill>
                  <a:srgbClr val="888888"/>
                </a:solidFill>
              </a:defRPr>
            </a:lvl4pPr>
            <a:lvl5pPr indent="-228600" lvl="4" marL="2286000" algn="l">
              <a:lnSpc>
                <a:spcPct val="100000"/>
              </a:lnSpc>
              <a:spcBef>
                <a:spcPts val="100"/>
              </a:spcBef>
              <a:spcAft>
                <a:spcPts val="0"/>
              </a:spcAft>
              <a:buClr>
                <a:srgbClr val="888888"/>
              </a:buClr>
              <a:buSzPts val="700"/>
              <a:buNone/>
              <a:defRPr sz="700">
                <a:solidFill>
                  <a:srgbClr val="888888"/>
                </a:solidFill>
              </a:defRPr>
            </a:lvl5pPr>
            <a:lvl6pPr indent="-228600" lvl="5" marL="2743200" algn="l">
              <a:lnSpc>
                <a:spcPct val="100000"/>
              </a:lnSpc>
              <a:spcBef>
                <a:spcPts val="100"/>
              </a:spcBef>
              <a:spcAft>
                <a:spcPts val="0"/>
              </a:spcAft>
              <a:buClr>
                <a:srgbClr val="888888"/>
              </a:buClr>
              <a:buSzPts val="700"/>
              <a:buNone/>
              <a:defRPr sz="700">
                <a:solidFill>
                  <a:srgbClr val="888888"/>
                </a:solidFill>
              </a:defRPr>
            </a:lvl6pPr>
            <a:lvl7pPr indent="-228600" lvl="6" marL="3200400" algn="l">
              <a:lnSpc>
                <a:spcPct val="100000"/>
              </a:lnSpc>
              <a:spcBef>
                <a:spcPts val="100"/>
              </a:spcBef>
              <a:spcAft>
                <a:spcPts val="0"/>
              </a:spcAft>
              <a:buClr>
                <a:srgbClr val="888888"/>
              </a:buClr>
              <a:buSzPts val="700"/>
              <a:buNone/>
              <a:defRPr sz="700">
                <a:solidFill>
                  <a:srgbClr val="888888"/>
                </a:solidFill>
              </a:defRPr>
            </a:lvl7pPr>
            <a:lvl8pPr indent="-228600" lvl="7" marL="3657600" algn="l">
              <a:lnSpc>
                <a:spcPct val="100000"/>
              </a:lnSpc>
              <a:spcBef>
                <a:spcPts val="100"/>
              </a:spcBef>
              <a:spcAft>
                <a:spcPts val="0"/>
              </a:spcAft>
              <a:buClr>
                <a:srgbClr val="888888"/>
              </a:buClr>
              <a:buSzPts val="700"/>
              <a:buNone/>
              <a:defRPr sz="700">
                <a:solidFill>
                  <a:srgbClr val="888888"/>
                </a:solidFill>
              </a:defRPr>
            </a:lvl8pPr>
            <a:lvl9pPr indent="-228600" lvl="8" marL="4114800" algn="l">
              <a:lnSpc>
                <a:spcPct val="100000"/>
              </a:lnSpc>
              <a:spcBef>
                <a:spcPts val="100"/>
              </a:spcBef>
              <a:spcAft>
                <a:spcPts val="0"/>
              </a:spcAft>
              <a:buClr>
                <a:srgbClr val="888888"/>
              </a:buClr>
              <a:buSzPts val="700"/>
              <a:buNone/>
              <a:defRPr sz="700">
                <a:solidFill>
                  <a:srgbClr val="888888"/>
                </a:solidFill>
              </a:defRPr>
            </a:lvl9pPr>
          </a:lstStyle>
          <a:p/>
        </p:txBody>
      </p:sp>
      <p:sp>
        <p:nvSpPr>
          <p:cNvPr id="30" name="Google Shape;30;p2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1" name="Google Shape;31;p2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2" name="Google Shape;32;p2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5" name="Google Shape;35;p26"/>
          <p:cNvSpPr txBox="1"/>
          <p:nvPr>
            <p:ph idx="1" type="body"/>
          </p:nvPr>
        </p:nvSpPr>
        <p:spPr>
          <a:xfrm>
            <a:off x="2286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36" name="Google Shape;36;p26"/>
          <p:cNvSpPr txBox="1"/>
          <p:nvPr>
            <p:ph idx="2" type="body"/>
          </p:nvPr>
        </p:nvSpPr>
        <p:spPr>
          <a:xfrm>
            <a:off x="23241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37" name="Google Shape;37;p2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8" name="Google Shape;38;p2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9" name="Google Shape;39;p2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2200"/>
              <a:buFont typeface="Calibri"/>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2" name="Google Shape;42;p27"/>
          <p:cNvSpPr txBox="1"/>
          <p:nvPr>
            <p:ph idx="1" type="body"/>
          </p:nvPr>
        </p:nvSpPr>
        <p:spPr>
          <a:xfrm>
            <a:off x="228600" y="767556"/>
            <a:ext cx="2020200" cy="3201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43" name="Google Shape;43;p27"/>
          <p:cNvSpPr txBox="1"/>
          <p:nvPr>
            <p:ph idx="2" type="body"/>
          </p:nvPr>
        </p:nvSpPr>
        <p:spPr>
          <a:xfrm>
            <a:off x="228600" y="1087438"/>
            <a:ext cx="2020200" cy="197580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44" name="Google Shape;44;p27"/>
          <p:cNvSpPr txBox="1"/>
          <p:nvPr>
            <p:ph idx="3" type="body"/>
          </p:nvPr>
        </p:nvSpPr>
        <p:spPr>
          <a:xfrm>
            <a:off x="2322513" y="767556"/>
            <a:ext cx="2021100" cy="3201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45" name="Google Shape;45;p27"/>
          <p:cNvSpPr txBox="1"/>
          <p:nvPr>
            <p:ph idx="4" type="body"/>
          </p:nvPr>
        </p:nvSpPr>
        <p:spPr>
          <a:xfrm>
            <a:off x="2322513" y="1087438"/>
            <a:ext cx="2021100" cy="197580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46" name="Google Shape;46;p27"/>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7" name="Google Shape;47;p27"/>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8" name="Google Shape;48;p27"/>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1" name="Google Shape;51;p28"/>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2" name="Google Shape;52;p28"/>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3" name="Google Shape;53;p2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228600" y="136525"/>
            <a:ext cx="1504200" cy="581100"/>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6" name="Google Shape;56;p29"/>
          <p:cNvSpPr txBox="1"/>
          <p:nvPr>
            <p:ph idx="1" type="body"/>
          </p:nvPr>
        </p:nvSpPr>
        <p:spPr>
          <a:xfrm>
            <a:off x="1787525" y="136525"/>
            <a:ext cx="2556000" cy="2926500"/>
          </a:xfrm>
          <a:prstGeom prst="rect">
            <a:avLst/>
          </a:prstGeom>
          <a:noFill/>
          <a:ln>
            <a:noFill/>
          </a:ln>
        </p:spPr>
        <p:txBody>
          <a:bodyPr anchorCtr="0" anchor="t" bIns="22850" lIns="45725" spcFirstLastPara="1" rIns="45725" wrap="square" tIns="22850">
            <a:normAutofit/>
          </a:bodyPr>
          <a:lstStyle>
            <a:lvl1pPr indent="-330200" lvl="0" marL="457200" algn="l">
              <a:lnSpc>
                <a:spcPct val="100000"/>
              </a:lnSpc>
              <a:spcBef>
                <a:spcPts val="300"/>
              </a:spcBef>
              <a:spcAft>
                <a:spcPts val="0"/>
              </a:spcAft>
              <a:buClr>
                <a:schemeClr val="dk1"/>
              </a:buClr>
              <a:buSzPts val="1600"/>
              <a:buChar char="•"/>
              <a:defRPr sz="1600"/>
            </a:lvl1pPr>
            <a:lvl2pPr indent="-317500" lvl="1" marL="914400" algn="l">
              <a:lnSpc>
                <a:spcPct val="100000"/>
              </a:lnSpc>
              <a:spcBef>
                <a:spcPts val="300"/>
              </a:spcBef>
              <a:spcAft>
                <a:spcPts val="0"/>
              </a:spcAft>
              <a:buClr>
                <a:schemeClr val="dk1"/>
              </a:buClr>
              <a:buSzPts val="1400"/>
              <a:buChar char="–"/>
              <a:defRPr sz="1400"/>
            </a:lvl2pPr>
            <a:lvl3pPr indent="-304800" lvl="2" marL="1371600" algn="l">
              <a:lnSpc>
                <a:spcPct val="100000"/>
              </a:lnSpc>
              <a:spcBef>
                <a:spcPts val="200"/>
              </a:spcBef>
              <a:spcAft>
                <a:spcPts val="0"/>
              </a:spcAft>
              <a:buClr>
                <a:schemeClr val="dk1"/>
              </a:buClr>
              <a:buSzPts val="1200"/>
              <a:buChar char="•"/>
              <a:defRPr sz="1200"/>
            </a:lvl3pPr>
            <a:lvl4pPr indent="-292100" lvl="3" marL="1828800" algn="l">
              <a:lnSpc>
                <a:spcPct val="100000"/>
              </a:lnSpc>
              <a:spcBef>
                <a:spcPts val="200"/>
              </a:spcBef>
              <a:spcAft>
                <a:spcPts val="0"/>
              </a:spcAft>
              <a:buClr>
                <a:schemeClr val="dk1"/>
              </a:buClr>
              <a:buSzPts val="1000"/>
              <a:buChar char="–"/>
              <a:defRPr sz="1000"/>
            </a:lvl4pPr>
            <a:lvl5pPr indent="-292100" lvl="4" marL="2286000" algn="l">
              <a:lnSpc>
                <a:spcPct val="100000"/>
              </a:lnSpc>
              <a:spcBef>
                <a:spcPts val="200"/>
              </a:spcBef>
              <a:spcAft>
                <a:spcPts val="0"/>
              </a:spcAft>
              <a:buClr>
                <a:schemeClr val="dk1"/>
              </a:buClr>
              <a:buSzPts val="1000"/>
              <a:buChar char="»"/>
              <a:defRPr sz="1000"/>
            </a:lvl5pPr>
            <a:lvl6pPr indent="-292100" lvl="5" marL="2743200" algn="l">
              <a:lnSpc>
                <a:spcPct val="100000"/>
              </a:lnSpc>
              <a:spcBef>
                <a:spcPts val="200"/>
              </a:spcBef>
              <a:spcAft>
                <a:spcPts val="0"/>
              </a:spcAft>
              <a:buClr>
                <a:schemeClr val="dk1"/>
              </a:buClr>
              <a:buSzPts val="1000"/>
              <a:buChar char="•"/>
              <a:defRPr sz="1000"/>
            </a:lvl6pPr>
            <a:lvl7pPr indent="-292100" lvl="6" marL="3200400" algn="l">
              <a:lnSpc>
                <a:spcPct val="100000"/>
              </a:lnSpc>
              <a:spcBef>
                <a:spcPts val="200"/>
              </a:spcBef>
              <a:spcAft>
                <a:spcPts val="0"/>
              </a:spcAft>
              <a:buClr>
                <a:schemeClr val="dk1"/>
              </a:buClr>
              <a:buSzPts val="1000"/>
              <a:buChar char="•"/>
              <a:defRPr sz="1000"/>
            </a:lvl7pPr>
            <a:lvl8pPr indent="-292100" lvl="7" marL="3657600" algn="l">
              <a:lnSpc>
                <a:spcPct val="100000"/>
              </a:lnSpc>
              <a:spcBef>
                <a:spcPts val="200"/>
              </a:spcBef>
              <a:spcAft>
                <a:spcPts val="0"/>
              </a:spcAft>
              <a:buClr>
                <a:schemeClr val="dk1"/>
              </a:buClr>
              <a:buSzPts val="1000"/>
              <a:buChar char="•"/>
              <a:defRPr sz="1000"/>
            </a:lvl8pPr>
            <a:lvl9pPr indent="-292100" lvl="8" marL="4114800" algn="l">
              <a:lnSpc>
                <a:spcPct val="100000"/>
              </a:lnSpc>
              <a:spcBef>
                <a:spcPts val="200"/>
              </a:spcBef>
              <a:spcAft>
                <a:spcPts val="0"/>
              </a:spcAft>
              <a:buClr>
                <a:schemeClr val="dk1"/>
              </a:buClr>
              <a:buSzPts val="1000"/>
              <a:buChar char="•"/>
              <a:defRPr sz="1000"/>
            </a:lvl9pPr>
          </a:lstStyle>
          <a:p/>
        </p:txBody>
      </p:sp>
      <p:sp>
        <p:nvSpPr>
          <p:cNvPr id="57" name="Google Shape;57;p29"/>
          <p:cNvSpPr txBox="1"/>
          <p:nvPr>
            <p:ph idx="2" type="body"/>
          </p:nvPr>
        </p:nvSpPr>
        <p:spPr>
          <a:xfrm>
            <a:off x="228600" y="717550"/>
            <a:ext cx="1504200" cy="2345700"/>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58" name="Google Shape;58;p29"/>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9" name="Google Shape;59;p29"/>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0" name="Google Shape;60;p29"/>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896144" y="2400300"/>
            <a:ext cx="2743200" cy="283500"/>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3" name="Google Shape;63;p30"/>
          <p:cNvSpPr/>
          <p:nvPr>
            <p:ph idx="2" type="pic"/>
          </p:nvPr>
        </p:nvSpPr>
        <p:spPr>
          <a:xfrm>
            <a:off x="896144" y="306388"/>
            <a:ext cx="2743200" cy="2057400"/>
          </a:xfrm>
          <a:prstGeom prst="rect">
            <a:avLst/>
          </a:prstGeom>
          <a:noFill/>
          <a:ln>
            <a:noFill/>
          </a:ln>
        </p:spPr>
      </p:sp>
      <p:sp>
        <p:nvSpPr>
          <p:cNvPr id="64" name="Google Shape;64;p30"/>
          <p:cNvSpPr txBox="1"/>
          <p:nvPr>
            <p:ph idx="1" type="body"/>
          </p:nvPr>
        </p:nvSpPr>
        <p:spPr>
          <a:xfrm>
            <a:off x="896144" y="2683669"/>
            <a:ext cx="2743200" cy="402600"/>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65" name="Google Shape;65;p30"/>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6" name="Google Shape;66;p30"/>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7" name="Google Shape;67;p3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0" name="Google Shape;70;p31"/>
          <p:cNvSpPr txBox="1"/>
          <p:nvPr>
            <p:ph idx="1" type="body"/>
          </p:nvPr>
        </p:nvSpPr>
        <p:spPr>
          <a:xfrm rot="5400000">
            <a:off x="1154400" y="-125700"/>
            <a:ext cx="2263200" cy="41148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71" name="Google Shape;71;p31"/>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2" name="Google Shape;72;p31"/>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3" name="Google Shape;73;p3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2366100" y="1085919"/>
            <a:ext cx="2925900" cy="10287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6" name="Google Shape;76;p32"/>
          <p:cNvSpPr txBox="1"/>
          <p:nvPr>
            <p:ph idx="1" type="body"/>
          </p:nvPr>
        </p:nvSpPr>
        <p:spPr>
          <a:xfrm rot="5400000">
            <a:off x="270600" y="95319"/>
            <a:ext cx="2925900" cy="30099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77" name="Google Shape;77;p3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8" name="Google Shape;78;p3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9" name="Google Shape;79;p3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4" name="Shape 84"/>
        <p:cNvGrpSpPr/>
        <p:nvPr/>
      </p:nvGrpSpPr>
      <p:grpSpPr>
        <a:xfrm>
          <a:off x="0" y="0"/>
          <a:ext cx="0" cy="0"/>
          <a:chOff x="0" y="0"/>
          <a:chExt cx="0" cy="0"/>
        </a:xfrm>
      </p:grpSpPr>
      <p:sp>
        <p:nvSpPr>
          <p:cNvPr id="85" name="Google Shape;85;g3f83c9f18db_0_13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86" name="Google Shape;86;g3f83c9f18db_0_13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87" name="Google Shape;87;g3f83c9f18db_0_1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8" name="Shape 88"/>
        <p:cNvGrpSpPr/>
        <p:nvPr/>
      </p:nvGrpSpPr>
      <p:grpSpPr>
        <a:xfrm>
          <a:off x="0" y="0"/>
          <a:ext cx="0" cy="0"/>
          <a:chOff x="0" y="0"/>
          <a:chExt cx="0" cy="0"/>
        </a:xfrm>
      </p:grpSpPr>
      <p:sp>
        <p:nvSpPr>
          <p:cNvPr id="89" name="Google Shape;89;g3f83c9f18db_0_13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0" name="Google Shape;90;g3f83c9f18db_0_1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1" name="Shape 91"/>
        <p:cNvGrpSpPr/>
        <p:nvPr/>
      </p:nvGrpSpPr>
      <p:grpSpPr>
        <a:xfrm>
          <a:off x="0" y="0"/>
          <a:ext cx="0" cy="0"/>
          <a:chOff x="0" y="0"/>
          <a:chExt cx="0" cy="0"/>
        </a:xfrm>
      </p:grpSpPr>
      <p:sp>
        <p:nvSpPr>
          <p:cNvPr id="92" name="Google Shape;92;g3f83c9f18db_0_1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3" name="Google Shape;93;g3f83c9f18db_0_1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4" name="Google Shape;94;g3f83c9f18db_0_1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5" name="Shape 95"/>
        <p:cNvGrpSpPr/>
        <p:nvPr/>
      </p:nvGrpSpPr>
      <p:grpSpPr>
        <a:xfrm>
          <a:off x="0" y="0"/>
          <a:ext cx="0" cy="0"/>
          <a:chOff x="0" y="0"/>
          <a:chExt cx="0" cy="0"/>
        </a:xfrm>
      </p:grpSpPr>
      <p:sp>
        <p:nvSpPr>
          <p:cNvPr id="96" name="Google Shape;96;g3f83c9f18db_0_1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7" name="Google Shape;97;g3f83c9f18db_0_14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8" name="Google Shape;98;g3f83c9f18db_0_14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9" name="Google Shape;99;g3f83c9f18db_0_1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 name="Shape 100"/>
        <p:cNvGrpSpPr/>
        <p:nvPr/>
      </p:nvGrpSpPr>
      <p:grpSpPr>
        <a:xfrm>
          <a:off x="0" y="0"/>
          <a:ext cx="0" cy="0"/>
          <a:chOff x="0" y="0"/>
          <a:chExt cx="0" cy="0"/>
        </a:xfrm>
      </p:grpSpPr>
      <p:sp>
        <p:nvSpPr>
          <p:cNvPr id="101" name="Google Shape;101;g3f83c9f18db_0_1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2" name="Google Shape;102;g3f83c9f18db_0_1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3" name="Shape 103"/>
        <p:cNvGrpSpPr/>
        <p:nvPr/>
      </p:nvGrpSpPr>
      <p:grpSpPr>
        <a:xfrm>
          <a:off x="0" y="0"/>
          <a:ext cx="0" cy="0"/>
          <a:chOff x="0" y="0"/>
          <a:chExt cx="0" cy="0"/>
        </a:xfrm>
      </p:grpSpPr>
      <p:sp>
        <p:nvSpPr>
          <p:cNvPr id="104" name="Google Shape;104;g3f83c9f18db_0_15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g3f83c9f18db_0_15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g3f83c9f18db_0_1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7" name="Shape 107"/>
        <p:cNvGrpSpPr/>
        <p:nvPr/>
      </p:nvGrpSpPr>
      <p:grpSpPr>
        <a:xfrm>
          <a:off x="0" y="0"/>
          <a:ext cx="0" cy="0"/>
          <a:chOff x="0" y="0"/>
          <a:chExt cx="0" cy="0"/>
        </a:xfrm>
      </p:grpSpPr>
      <p:sp>
        <p:nvSpPr>
          <p:cNvPr id="108" name="Google Shape;108;g3f83c9f18db_0_15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9" name="Google Shape;109;g3f83c9f18db_0_1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0" name="Shape 110"/>
        <p:cNvGrpSpPr/>
        <p:nvPr/>
      </p:nvGrpSpPr>
      <p:grpSpPr>
        <a:xfrm>
          <a:off x="0" y="0"/>
          <a:ext cx="0" cy="0"/>
          <a:chOff x="0" y="0"/>
          <a:chExt cx="0" cy="0"/>
        </a:xfrm>
      </p:grpSpPr>
      <p:sp>
        <p:nvSpPr>
          <p:cNvPr id="111" name="Google Shape;111;g3f83c9f18db_0_15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f83c9f18db_0_15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3" name="Google Shape;113;g3f83c9f18db_0_15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4" name="Google Shape;114;g3f83c9f18db_0_15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5" name="Google Shape;115;g3f83c9f18db_0_1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6" name="Shape 116"/>
        <p:cNvGrpSpPr/>
        <p:nvPr/>
      </p:nvGrpSpPr>
      <p:grpSpPr>
        <a:xfrm>
          <a:off x="0" y="0"/>
          <a:ext cx="0" cy="0"/>
          <a:chOff x="0" y="0"/>
          <a:chExt cx="0" cy="0"/>
        </a:xfrm>
      </p:grpSpPr>
      <p:sp>
        <p:nvSpPr>
          <p:cNvPr id="117" name="Google Shape;117;g3f83c9f18db_0_16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18" name="Google Shape;118;g3f83c9f18db_0_1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9" name="Shape 119"/>
        <p:cNvGrpSpPr/>
        <p:nvPr/>
      </p:nvGrpSpPr>
      <p:grpSpPr>
        <a:xfrm>
          <a:off x="0" y="0"/>
          <a:ext cx="0" cy="0"/>
          <a:chOff x="0" y="0"/>
          <a:chExt cx="0" cy="0"/>
        </a:xfrm>
      </p:grpSpPr>
      <p:sp>
        <p:nvSpPr>
          <p:cNvPr id="120" name="Google Shape;120;g3f83c9f18db_0_16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1" name="Google Shape;121;g3f83c9f18db_0_16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22" name="Google Shape;122;g3f83c9f18db_0_1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3" name="Shape 123"/>
        <p:cNvGrpSpPr/>
        <p:nvPr/>
      </p:nvGrpSpPr>
      <p:grpSpPr>
        <a:xfrm>
          <a:off x="0" y="0"/>
          <a:ext cx="0" cy="0"/>
          <a:chOff x="0" y="0"/>
          <a:chExt cx="0" cy="0"/>
        </a:xfrm>
      </p:grpSpPr>
      <p:sp>
        <p:nvSpPr>
          <p:cNvPr id="124" name="Google Shape;124;g3f83c9f18db_0_1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lnSpc>
                <a:spcPct val="100000"/>
              </a:lnSpc>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330200" lvl="0" marL="4572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lnSpc>
                <a:spcPct val="100000"/>
              </a:lnSpc>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100000"/>
              </a:lnSpc>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marR="0" rtl="0" algn="l">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marR="0" rtl="0" algn="ctr">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2600">
        <p14:gallery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0" name="Shape 80"/>
        <p:cNvGrpSpPr/>
        <p:nvPr/>
      </p:nvGrpSpPr>
      <p:grpSpPr>
        <a:xfrm>
          <a:off x="0" y="0"/>
          <a:ext cx="0" cy="0"/>
          <a:chOff x="0" y="0"/>
          <a:chExt cx="0" cy="0"/>
        </a:xfrm>
      </p:grpSpPr>
      <p:sp>
        <p:nvSpPr>
          <p:cNvPr id="81" name="Google Shape;81;g3f83c9f18db_0_1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2" name="Google Shape;82;g3f83c9f18db_0_1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3" name="Google Shape;83;g3f83c9f18db_0_1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6.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6.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www.youtube.com/watch?v=pdPacGFJnDA" TargetMode="External"/><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f83c9f18db_0_87"/>
          <p:cNvSpPr/>
          <p:nvPr/>
        </p:nvSpPr>
        <p:spPr>
          <a:xfrm>
            <a:off x="1188151" y="1019673"/>
            <a:ext cx="6767700" cy="244800"/>
          </a:xfrm>
          <a:prstGeom prst="rect">
            <a:avLst/>
          </a:prstGeom>
          <a:solidFill>
            <a:srgbClr val="2FB260"/>
          </a:solidFill>
          <a:ln cap="flat" cmpd="sng" w="9525">
            <a:solidFill>
              <a:srgbClr val="595959"/>
            </a:solidFill>
            <a:prstDash val="solid"/>
            <a:round/>
            <a:headEnd len="sm" w="sm" type="none"/>
            <a:tailEnd len="sm" w="sm" type="none"/>
          </a:ln>
        </p:spPr>
        <p:txBody>
          <a:bodyPr anchorCtr="0" anchor="ctr" bIns="63925" lIns="63925" spcFirstLastPara="1" rIns="63925" wrap="square" tIns="63925">
            <a:noAutofit/>
          </a:bodyPr>
          <a:lstStyle/>
          <a:p>
            <a:pPr indent="0" lvl="0" marL="0" marR="0" rtl="0" algn="ctr">
              <a:lnSpc>
                <a:spcPct val="100000"/>
              </a:lnSpc>
              <a:spcBef>
                <a:spcPts val="0"/>
              </a:spcBef>
              <a:spcAft>
                <a:spcPts val="0"/>
              </a:spcAft>
              <a:buClr>
                <a:srgbClr val="000000"/>
              </a:buClr>
              <a:buSzPts val="1066"/>
              <a:buFont typeface="Arial"/>
              <a:buNone/>
            </a:pPr>
            <a:r>
              <a:rPr b="1" i="0" lang="en" sz="1066" u="none" cap="none" strike="noStrike">
                <a:solidFill>
                  <a:srgbClr val="FFFFFF"/>
                </a:solidFill>
                <a:latin typeface="Century Gothic"/>
                <a:ea typeface="Century Gothic"/>
                <a:cs typeface="Century Gothic"/>
                <a:sym typeface="Century Gothic"/>
              </a:rPr>
              <a:t>WHITEBOARD</a:t>
            </a:r>
            <a:endParaRPr b="1" i="0" sz="1066" u="none" cap="none" strike="noStrike">
              <a:solidFill>
                <a:srgbClr val="FFFFFF"/>
              </a:solidFill>
              <a:latin typeface="Century Gothic"/>
              <a:ea typeface="Century Gothic"/>
              <a:cs typeface="Century Gothic"/>
              <a:sym typeface="Century Gothic"/>
            </a:endParaRPr>
          </a:p>
        </p:txBody>
      </p:sp>
      <p:graphicFrame>
        <p:nvGraphicFramePr>
          <p:cNvPr id="130" name="Google Shape;130;g3f83c9f18db_0_87"/>
          <p:cNvGraphicFramePr/>
          <p:nvPr/>
        </p:nvGraphicFramePr>
        <p:xfrm>
          <a:off x="344588" y="1660750"/>
          <a:ext cx="3000000" cy="3000000"/>
        </p:xfrm>
        <a:graphic>
          <a:graphicData uri="http://schemas.openxmlformats.org/drawingml/2006/table">
            <a:tbl>
              <a:tblPr>
                <a:noFill/>
                <a:tableStyleId>{BFA60D50-88EE-49FE-B4CD-C03BA5C15EF8}</a:tableStyleId>
              </a:tblPr>
              <a:tblGrid>
                <a:gridCol w="996900"/>
                <a:gridCol w="996900"/>
                <a:gridCol w="996900"/>
                <a:gridCol w="996900"/>
              </a:tblGrid>
              <a:tr h="519050">
                <a:tc>
                  <a:txBody>
                    <a:bodyPr/>
                    <a:lstStyle/>
                    <a:p>
                      <a:pPr indent="0" lvl="0" marL="0" marR="0" rtl="0" algn="ctr">
                        <a:lnSpc>
                          <a:spcPct val="100000"/>
                        </a:lnSpc>
                        <a:spcBef>
                          <a:spcPts val="0"/>
                        </a:spcBef>
                        <a:spcAft>
                          <a:spcPts val="0"/>
                        </a:spcAft>
                        <a:buClr>
                          <a:srgbClr val="000000"/>
                        </a:buClr>
                        <a:buSzPts val="1300"/>
                        <a:buFont typeface="Arial"/>
                        <a:buNone/>
                      </a:pPr>
                      <a:r>
                        <a:t/>
                      </a:r>
                      <a:endParaRPr sz="13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John</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Marcus</a:t>
                      </a:r>
                      <a:endParaRPr sz="1400" u="none" cap="none" strike="noStrike">
                        <a:latin typeface="DM Sans Black"/>
                        <a:ea typeface="DM Sans Black"/>
                        <a:cs typeface="DM Sans Black"/>
                        <a:sym typeface="DM Sans Black"/>
                      </a:endParaRPr>
                    </a:p>
                  </a:txBody>
                  <a:tcPr marT="91425" marB="91425" marR="91425" marL="91425" anchor="ctr"/>
                </a:tc>
              </a:tr>
            </a:tbl>
          </a:graphicData>
        </a:graphic>
      </p:graphicFrame>
      <p:graphicFrame>
        <p:nvGraphicFramePr>
          <p:cNvPr id="131" name="Google Shape;131;g3f83c9f18db_0_87"/>
          <p:cNvGraphicFramePr/>
          <p:nvPr/>
        </p:nvGraphicFramePr>
        <p:xfrm>
          <a:off x="4811813" y="1660750"/>
          <a:ext cx="3000000" cy="3000000"/>
        </p:xfrm>
        <a:graphic>
          <a:graphicData uri="http://schemas.openxmlformats.org/drawingml/2006/table">
            <a:tbl>
              <a:tblPr>
                <a:noFill/>
                <a:tableStyleId>{BFA60D50-88EE-49FE-B4CD-C03BA5C15EF8}</a:tableStyleId>
              </a:tblPr>
              <a:tblGrid>
                <a:gridCol w="996900"/>
                <a:gridCol w="996900"/>
                <a:gridCol w="996900"/>
                <a:gridCol w="996900"/>
              </a:tblGrid>
              <a:tr h="519050">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sz="1200">
                          <a:latin typeface="DM Sans Black"/>
                          <a:ea typeface="DM Sans Black"/>
                          <a:cs typeface="DM Sans Black"/>
                          <a:sym typeface="DM Sans Black"/>
                        </a:rPr>
                        <a:t>Donnacha</a:t>
                      </a:r>
                      <a:endParaRPr sz="12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William</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300"/>
                        <a:buFont typeface="Arial"/>
                        <a:buNone/>
                      </a:pPr>
                      <a:r>
                        <a:rPr lang="en" sz="1300">
                          <a:latin typeface="DM Sans Black"/>
                          <a:ea typeface="DM Sans Black"/>
                          <a:cs typeface="DM Sans Black"/>
                          <a:sym typeface="DM Sans Black"/>
                        </a:rPr>
                        <a:t>Ben</a:t>
                      </a:r>
                      <a:endParaRPr sz="1300" u="none" cap="none" strike="noStrike">
                        <a:latin typeface="DM Sans Black"/>
                        <a:ea typeface="DM Sans Black"/>
                        <a:cs typeface="DM Sans Black"/>
                        <a:sym typeface="DM Sans Black"/>
                      </a:endParaRPr>
                    </a:p>
                  </a:txBody>
                  <a:tcPr marT="91425" marB="91425" marR="91425" marL="91425" anchor="ctr"/>
                </a:tc>
              </a:tr>
            </a:tbl>
          </a:graphicData>
        </a:graphic>
      </p:graphicFrame>
      <p:graphicFrame>
        <p:nvGraphicFramePr>
          <p:cNvPr id="132" name="Google Shape;132;g3f83c9f18db_0_87"/>
          <p:cNvGraphicFramePr/>
          <p:nvPr/>
        </p:nvGraphicFramePr>
        <p:xfrm>
          <a:off x="344575" y="2576075"/>
          <a:ext cx="3000000" cy="3000000"/>
        </p:xfrm>
        <a:graphic>
          <a:graphicData uri="http://schemas.openxmlformats.org/drawingml/2006/table">
            <a:tbl>
              <a:tblPr>
                <a:noFill/>
                <a:tableStyleId>{BFA60D50-88EE-49FE-B4CD-C03BA5C15EF8}</a:tableStyleId>
              </a:tblPr>
              <a:tblGrid>
                <a:gridCol w="996900"/>
                <a:gridCol w="996900"/>
                <a:gridCol w="996900"/>
                <a:gridCol w="996900"/>
              </a:tblGrid>
              <a:tr h="609550">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DM Sans Black"/>
                        <a:ea typeface="DM Sans Black"/>
                        <a:cs typeface="DM Sans Black"/>
                        <a:sym typeface="DM Sans Black"/>
                      </a:endParaRPr>
                    </a:p>
                  </a:txBody>
                  <a:tcPr marT="91425" marB="91425" marR="91425" marL="91425"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Jeffery</a:t>
                      </a:r>
                      <a:endParaRPr sz="1400" u="none" cap="none" strike="noStrike">
                        <a:latin typeface="DM Sans Black"/>
                        <a:ea typeface="DM Sans Black"/>
                        <a:cs typeface="DM Sans Black"/>
                        <a:sym typeface="DM Sans Black"/>
                      </a:endParaRPr>
                    </a:p>
                  </a:txBody>
                  <a:tcPr marT="91425" marB="91425" marR="91425" marL="91425"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Da Feng</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Ryan</a:t>
                      </a:r>
                      <a:endParaRPr sz="1400" u="none" cap="none" strike="noStrike">
                        <a:latin typeface="DM Sans Black"/>
                        <a:ea typeface="DM Sans Black"/>
                        <a:cs typeface="DM Sans Black"/>
                        <a:sym typeface="DM Sans Black"/>
                      </a:endParaRPr>
                    </a:p>
                  </a:txBody>
                  <a:tcPr marT="91425" marB="91425" marR="91425" marL="91425" anchor="ctr"/>
                </a:tc>
              </a:tr>
            </a:tbl>
          </a:graphicData>
        </a:graphic>
      </p:graphicFrame>
      <p:graphicFrame>
        <p:nvGraphicFramePr>
          <p:cNvPr id="133" name="Google Shape;133;g3f83c9f18db_0_87"/>
          <p:cNvGraphicFramePr/>
          <p:nvPr/>
        </p:nvGraphicFramePr>
        <p:xfrm>
          <a:off x="4811800" y="2576075"/>
          <a:ext cx="3000000" cy="3000000"/>
        </p:xfrm>
        <a:graphic>
          <a:graphicData uri="http://schemas.openxmlformats.org/drawingml/2006/table">
            <a:tbl>
              <a:tblPr>
                <a:noFill/>
                <a:tableStyleId>{BFA60D50-88EE-49FE-B4CD-C03BA5C15EF8}</a:tableStyleId>
              </a:tblPr>
              <a:tblGrid>
                <a:gridCol w="996900"/>
                <a:gridCol w="996900"/>
                <a:gridCol w="996900"/>
                <a:gridCol w="996900"/>
              </a:tblGrid>
              <a:tr h="519050">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Ariel</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Nano</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Ziyi</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Grace</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134" name="Google Shape;134;g3f83c9f18db_0_87"/>
          <p:cNvGraphicFramePr/>
          <p:nvPr/>
        </p:nvGraphicFramePr>
        <p:xfrm>
          <a:off x="344575" y="3604775"/>
          <a:ext cx="3000000" cy="3000000"/>
        </p:xfrm>
        <a:graphic>
          <a:graphicData uri="http://schemas.openxmlformats.org/drawingml/2006/table">
            <a:tbl>
              <a:tblPr>
                <a:noFill/>
                <a:tableStyleId>{BFA60D50-88EE-49FE-B4CD-C03BA5C15EF8}</a:tableStyleId>
              </a:tblPr>
              <a:tblGrid>
                <a:gridCol w="996900"/>
                <a:gridCol w="996900"/>
                <a:gridCol w="996900"/>
                <a:gridCol w="996900"/>
              </a:tblGrid>
              <a:tr h="519050">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Yui</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Heidi</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Talia</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Xiao Hui</a:t>
                      </a:r>
                      <a:endParaRPr sz="1400" u="none" cap="none" strike="noStrike">
                        <a:latin typeface="DM Sans Black"/>
                        <a:ea typeface="DM Sans Black"/>
                        <a:cs typeface="DM Sans Black"/>
                        <a:sym typeface="DM Sans Black"/>
                      </a:endParaRPr>
                    </a:p>
                  </a:txBody>
                  <a:tcPr marT="91425" marB="91425" marR="91425" marL="91425" anchor="ctr"/>
                </a:tc>
              </a:tr>
            </a:tbl>
          </a:graphicData>
        </a:graphic>
      </p:graphicFrame>
      <p:graphicFrame>
        <p:nvGraphicFramePr>
          <p:cNvPr id="135" name="Google Shape;135;g3f83c9f18db_0_87"/>
          <p:cNvGraphicFramePr/>
          <p:nvPr/>
        </p:nvGraphicFramePr>
        <p:xfrm>
          <a:off x="4811800" y="3604775"/>
          <a:ext cx="3000000" cy="3000000"/>
        </p:xfrm>
        <a:graphic>
          <a:graphicData uri="http://schemas.openxmlformats.org/drawingml/2006/table">
            <a:tbl>
              <a:tblPr>
                <a:noFill/>
                <a:tableStyleId>{BFA60D50-88EE-49FE-B4CD-C03BA5C15EF8}</a:tableStyleId>
              </a:tblPr>
              <a:tblGrid>
                <a:gridCol w="996900"/>
                <a:gridCol w="996900"/>
                <a:gridCol w="996900"/>
                <a:gridCol w="996900"/>
              </a:tblGrid>
              <a:tr h="519050">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Brandon</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DJ</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Jin Heng</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t/>
                      </a:r>
                      <a:endParaRPr sz="13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36" name="Google Shape;136;g3f83c9f18db_0_87"/>
          <p:cNvSpPr/>
          <p:nvPr/>
        </p:nvSpPr>
        <p:spPr>
          <a:xfrm>
            <a:off x="6805600" y="4562925"/>
            <a:ext cx="1993500" cy="244800"/>
          </a:xfrm>
          <a:prstGeom prst="rect">
            <a:avLst/>
          </a:prstGeom>
          <a:solidFill>
            <a:srgbClr val="2FB260"/>
          </a:solidFill>
          <a:ln cap="flat" cmpd="sng" w="9525">
            <a:solidFill>
              <a:srgbClr val="595959"/>
            </a:solidFill>
            <a:prstDash val="solid"/>
            <a:round/>
            <a:headEnd len="sm" w="sm" type="none"/>
            <a:tailEnd len="sm" w="sm" type="none"/>
          </a:ln>
        </p:spPr>
        <p:txBody>
          <a:bodyPr anchorCtr="0" anchor="ctr" bIns="63925" lIns="63925" spcFirstLastPara="1" rIns="63925" wrap="square" tIns="63925">
            <a:noAutofit/>
          </a:bodyPr>
          <a:lstStyle/>
          <a:p>
            <a:pPr indent="0" lvl="0" marL="0" marR="0" rtl="0" algn="ctr">
              <a:lnSpc>
                <a:spcPct val="100000"/>
              </a:lnSpc>
              <a:spcBef>
                <a:spcPts val="0"/>
              </a:spcBef>
              <a:spcAft>
                <a:spcPts val="0"/>
              </a:spcAft>
              <a:buClr>
                <a:srgbClr val="000000"/>
              </a:buClr>
              <a:buSzPts val="1066"/>
              <a:buFont typeface="Arial"/>
              <a:buNone/>
            </a:pPr>
            <a:r>
              <a:rPr b="1" i="0" lang="en" sz="1066" u="none" cap="none" strike="noStrike">
                <a:solidFill>
                  <a:srgbClr val="FFFFFF"/>
                </a:solidFill>
                <a:latin typeface="Century Gothic"/>
                <a:ea typeface="Century Gothic"/>
                <a:cs typeface="Century Gothic"/>
                <a:sym typeface="Century Gothic"/>
              </a:rPr>
              <a:t>TEACHER’S TABLE</a:t>
            </a:r>
            <a:endParaRPr b="1" i="0" sz="1066" u="none" cap="none" strike="noStrike">
              <a:solidFill>
                <a:srgbClr val="FFFFFF"/>
              </a:solidFill>
              <a:latin typeface="Century Gothic"/>
              <a:ea typeface="Century Gothic"/>
              <a:cs typeface="Century Gothic"/>
              <a:sym typeface="Century Gothic"/>
            </a:endParaRPr>
          </a:p>
        </p:txBody>
      </p:sp>
      <p:sp>
        <p:nvSpPr>
          <p:cNvPr id="137" name="Google Shape;137;g3f83c9f18db_0_87"/>
          <p:cNvSpPr txBox="1"/>
          <p:nvPr/>
        </p:nvSpPr>
        <p:spPr>
          <a:xfrm>
            <a:off x="150900" y="161925"/>
            <a:ext cx="48780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1" lang="en" sz="1800" u="none" cap="none" strike="noStrike">
                <a:solidFill>
                  <a:schemeClr val="dk2"/>
                </a:solidFill>
                <a:latin typeface="DM Sans"/>
                <a:ea typeface="DM Sans"/>
                <a:cs typeface="DM Sans"/>
                <a:sym typeface="DM Sans"/>
              </a:rPr>
              <a:t>Monday (P1)</a:t>
            </a:r>
            <a:r>
              <a:rPr b="0" i="0" lang="en" sz="1800" u="none" cap="none" strike="noStrike">
                <a:solidFill>
                  <a:schemeClr val="dk2"/>
                </a:solidFill>
                <a:latin typeface="DM Sans"/>
                <a:ea typeface="DM Sans"/>
                <a:cs typeface="DM Sans"/>
                <a:sym typeface="DM Sans"/>
              </a:rPr>
              <a:t>, </a:t>
            </a:r>
            <a:r>
              <a:rPr b="1" i="0" lang="en" sz="1800" u="none" cap="none" strike="noStrike">
                <a:solidFill>
                  <a:schemeClr val="dk2"/>
                </a:solidFill>
                <a:latin typeface="DM Sans"/>
                <a:ea typeface="DM Sans"/>
                <a:cs typeface="DM Sans"/>
                <a:sym typeface="DM Sans"/>
              </a:rPr>
              <a:t>9A Lasallian Education</a:t>
            </a:r>
            <a:endParaRPr b="1" i="0" sz="1800" u="none" cap="none" strike="noStrike">
              <a:solidFill>
                <a:schemeClr val="dk2"/>
              </a:solidFill>
              <a:latin typeface="DM Sans"/>
              <a:ea typeface="DM Sans"/>
              <a:cs typeface="DM Sans"/>
              <a:sym typeface="DM Sans"/>
            </a:endParaRPr>
          </a:p>
        </p:txBody>
      </p:sp>
      <p:pic>
        <p:nvPicPr>
          <p:cNvPr id="138" name="Google Shape;138;g3f83c9f18db_0_87" title="noun-graduate-6879188.png"/>
          <p:cNvPicPr preferRelativeResize="0"/>
          <p:nvPr/>
        </p:nvPicPr>
        <p:blipFill rotWithShape="1">
          <a:blip r:embed="rId3">
            <a:alphaModFix/>
          </a:blip>
          <a:srcRect b="29254" l="0" r="0" t="0"/>
          <a:stretch/>
        </p:blipFill>
        <p:spPr>
          <a:xfrm>
            <a:off x="344600" y="4524450"/>
            <a:ext cx="232955" cy="164801"/>
          </a:xfrm>
          <a:prstGeom prst="rect">
            <a:avLst/>
          </a:prstGeom>
          <a:noFill/>
          <a:ln>
            <a:noFill/>
          </a:ln>
        </p:spPr>
      </p:pic>
      <p:pic>
        <p:nvPicPr>
          <p:cNvPr id="139" name="Google Shape;139;g3f83c9f18db_0_87" title="noun-star-4960592.png"/>
          <p:cNvPicPr preferRelativeResize="0"/>
          <p:nvPr/>
        </p:nvPicPr>
        <p:blipFill rotWithShape="1">
          <a:blip r:embed="rId4">
            <a:alphaModFix/>
          </a:blip>
          <a:srcRect b="18289" l="12027" r="12473" t="6815"/>
          <a:stretch/>
        </p:blipFill>
        <p:spPr>
          <a:xfrm>
            <a:off x="378003" y="4750179"/>
            <a:ext cx="166140" cy="164801"/>
          </a:xfrm>
          <a:prstGeom prst="rect">
            <a:avLst/>
          </a:prstGeom>
          <a:noFill/>
          <a:ln>
            <a:noFill/>
          </a:ln>
        </p:spPr>
      </p:pic>
      <p:pic>
        <p:nvPicPr>
          <p:cNvPr id="140" name="Google Shape;140;g3f83c9f18db_0_87" title="noun-speech-bubble-7832289.png"/>
          <p:cNvPicPr preferRelativeResize="0"/>
          <p:nvPr/>
        </p:nvPicPr>
        <p:blipFill rotWithShape="1">
          <a:blip r:embed="rId5">
            <a:alphaModFix/>
          </a:blip>
          <a:srcRect b="16241" l="0" r="0" t="0"/>
          <a:stretch/>
        </p:blipFill>
        <p:spPr>
          <a:xfrm>
            <a:off x="1107369" y="4546130"/>
            <a:ext cx="166150" cy="139151"/>
          </a:xfrm>
          <a:prstGeom prst="rect">
            <a:avLst/>
          </a:prstGeom>
          <a:noFill/>
          <a:ln>
            <a:noFill/>
          </a:ln>
        </p:spPr>
      </p:pic>
      <p:pic>
        <p:nvPicPr>
          <p:cNvPr id="141" name="Google Shape;141;g3f83c9f18db_0_87" title="noun-eye-8202488.png"/>
          <p:cNvPicPr preferRelativeResize="0"/>
          <p:nvPr/>
        </p:nvPicPr>
        <p:blipFill rotWithShape="1">
          <a:blip r:embed="rId6">
            <a:alphaModFix/>
          </a:blip>
          <a:srcRect b="29535" l="9493" r="10128" t="14770"/>
          <a:stretch/>
        </p:blipFill>
        <p:spPr>
          <a:xfrm>
            <a:off x="1760075" y="4558143"/>
            <a:ext cx="166150" cy="115127"/>
          </a:xfrm>
          <a:prstGeom prst="rect">
            <a:avLst/>
          </a:prstGeom>
          <a:noFill/>
          <a:ln>
            <a:noFill/>
          </a:ln>
        </p:spPr>
      </p:pic>
      <p:sp>
        <p:nvSpPr>
          <p:cNvPr id="142" name="Google Shape;142;g3f83c9f18db_0_87"/>
          <p:cNvSpPr txBox="1"/>
          <p:nvPr/>
        </p:nvSpPr>
        <p:spPr>
          <a:xfrm>
            <a:off x="572463" y="4549283"/>
            <a:ext cx="458400" cy="164700"/>
          </a:xfrm>
          <a:prstGeom prst="rect">
            <a:avLst/>
          </a:prstGeom>
          <a:noFill/>
          <a:ln>
            <a:noFill/>
          </a:ln>
        </p:spPr>
        <p:txBody>
          <a:bodyPr anchorCtr="0" anchor="ctr" bIns="54125" lIns="54125" spcFirstLastPara="1" rIns="54125" wrap="square" tIns="54125">
            <a:noAutofit/>
          </a:bodyPr>
          <a:lstStyle/>
          <a:p>
            <a:pPr indent="0" lvl="0" marL="0" marR="0" rtl="0" algn="l">
              <a:lnSpc>
                <a:spcPct val="100000"/>
              </a:lnSpc>
              <a:spcBef>
                <a:spcPts val="0"/>
              </a:spcBef>
              <a:spcAft>
                <a:spcPts val="0"/>
              </a:spcAft>
              <a:buClr>
                <a:srgbClr val="000000"/>
              </a:buClr>
              <a:buSzPts val="1066"/>
              <a:buFont typeface="Arial"/>
              <a:buNone/>
            </a:pPr>
            <a:r>
              <a:rPr b="0" i="0" lang="en" sz="1066" u="none" cap="none" strike="noStrike">
                <a:solidFill>
                  <a:srgbClr val="000000"/>
                </a:solidFill>
                <a:latin typeface="Patrick Hand"/>
                <a:ea typeface="Patrick Hand"/>
                <a:cs typeface="Patrick Hand"/>
                <a:sym typeface="Patrick Hand"/>
              </a:rPr>
              <a:t>= HiPo</a:t>
            </a:r>
            <a:endParaRPr b="0" i="0" sz="1066" u="none" cap="none" strike="noStrike">
              <a:solidFill>
                <a:srgbClr val="000000"/>
              </a:solidFill>
              <a:latin typeface="Patrick Hand"/>
              <a:ea typeface="Patrick Hand"/>
              <a:cs typeface="Patrick Hand"/>
              <a:sym typeface="Patrick Hand"/>
            </a:endParaRPr>
          </a:p>
        </p:txBody>
      </p:sp>
      <p:sp>
        <p:nvSpPr>
          <p:cNvPr id="143" name="Google Shape;143;g3f83c9f18db_0_87"/>
          <p:cNvSpPr txBox="1"/>
          <p:nvPr/>
        </p:nvSpPr>
        <p:spPr>
          <a:xfrm>
            <a:off x="572463" y="4750178"/>
            <a:ext cx="458400" cy="164700"/>
          </a:xfrm>
          <a:prstGeom prst="rect">
            <a:avLst/>
          </a:prstGeom>
          <a:noFill/>
          <a:ln>
            <a:noFill/>
          </a:ln>
        </p:spPr>
        <p:txBody>
          <a:bodyPr anchorCtr="0" anchor="ctr" bIns="54125" lIns="54125" spcFirstLastPara="1" rIns="54125" wrap="square" tIns="54125">
            <a:noAutofit/>
          </a:bodyPr>
          <a:lstStyle/>
          <a:p>
            <a:pPr indent="0" lvl="0" marL="0" marR="0" rtl="0" algn="l">
              <a:lnSpc>
                <a:spcPct val="100000"/>
              </a:lnSpc>
              <a:spcBef>
                <a:spcPts val="0"/>
              </a:spcBef>
              <a:spcAft>
                <a:spcPts val="0"/>
              </a:spcAft>
              <a:buClr>
                <a:srgbClr val="000000"/>
              </a:buClr>
              <a:buSzPts val="1066"/>
              <a:buFont typeface="Arial"/>
              <a:buNone/>
            </a:pPr>
            <a:r>
              <a:rPr b="0" i="0" lang="en" sz="1066" u="none" cap="none" strike="noStrike">
                <a:solidFill>
                  <a:srgbClr val="000000"/>
                </a:solidFill>
                <a:latin typeface="Patrick Hand"/>
                <a:ea typeface="Patrick Hand"/>
                <a:cs typeface="Patrick Hand"/>
                <a:sym typeface="Patrick Hand"/>
              </a:rPr>
              <a:t>= SEN</a:t>
            </a:r>
            <a:endParaRPr b="0" i="0" sz="1066" u="none" cap="none" strike="noStrike">
              <a:solidFill>
                <a:srgbClr val="000000"/>
              </a:solidFill>
              <a:latin typeface="Patrick Hand"/>
              <a:ea typeface="Patrick Hand"/>
              <a:cs typeface="Patrick Hand"/>
              <a:sym typeface="Patrick Hand"/>
            </a:endParaRPr>
          </a:p>
        </p:txBody>
      </p:sp>
      <p:sp>
        <p:nvSpPr>
          <p:cNvPr id="144" name="Google Shape;144;g3f83c9f18db_0_87"/>
          <p:cNvSpPr txBox="1"/>
          <p:nvPr/>
        </p:nvSpPr>
        <p:spPr>
          <a:xfrm>
            <a:off x="1940308" y="4542979"/>
            <a:ext cx="458400" cy="164700"/>
          </a:xfrm>
          <a:prstGeom prst="rect">
            <a:avLst/>
          </a:prstGeom>
          <a:noFill/>
          <a:ln>
            <a:noFill/>
          </a:ln>
        </p:spPr>
        <p:txBody>
          <a:bodyPr anchorCtr="0" anchor="ctr" bIns="54125" lIns="54125" spcFirstLastPara="1" rIns="54125" wrap="square" tIns="54125">
            <a:noAutofit/>
          </a:bodyPr>
          <a:lstStyle/>
          <a:p>
            <a:pPr indent="0" lvl="0" marL="0" marR="0" rtl="0" algn="l">
              <a:lnSpc>
                <a:spcPct val="100000"/>
              </a:lnSpc>
              <a:spcBef>
                <a:spcPts val="0"/>
              </a:spcBef>
              <a:spcAft>
                <a:spcPts val="0"/>
              </a:spcAft>
              <a:buClr>
                <a:srgbClr val="000000"/>
              </a:buClr>
              <a:buSzPts val="1066"/>
              <a:buFont typeface="Arial"/>
              <a:buNone/>
            </a:pPr>
            <a:r>
              <a:rPr b="0" i="0" lang="en" sz="1066" u="none" cap="none" strike="noStrike">
                <a:solidFill>
                  <a:srgbClr val="000000"/>
                </a:solidFill>
                <a:latin typeface="Patrick Hand"/>
                <a:ea typeface="Patrick Hand"/>
                <a:cs typeface="Patrick Hand"/>
                <a:sym typeface="Patrick Hand"/>
              </a:rPr>
              <a:t>= Beh</a:t>
            </a:r>
            <a:endParaRPr b="0" i="0" sz="1066" u="none" cap="none" strike="noStrike">
              <a:solidFill>
                <a:srgbClr val="000000"/>
              </a:solidFill>
              <a:latin typeface="Patrick Hand"/>
              <a:ea typeface="Patrick Hand"/>
              <a:cs typeface="Patrick Hand"/>
              <a:sym typeface="Patrick Hand"/>
            </a:endParaRPr>
          </a:p>
        </p:txBody>
      </p:sp>
      <p:sp>
        <p:nvSpPr>
          <p:cNvPr id="145" name="Google Shape;145;g3f83c9f18db_0_87"/>
          <p:cNvSpPr txBox="1"/>
          <p:nvPr/>
        </p:nvSpPr>
        <p:spPr>
          <a:xfrm>
            <a:off x="1287608" y="4542974"/>
            <a:ext cx="458400" cy="164700"/>
          </a:xfrm>
          <a:prstGeom prst="rect">
            <a:avLst/>
          </a:prstGeom>
          <a:noFill/>
          <a:ln>
            <a:noFill/>
          </a:ln>
        </p:spPr>
        <p:txBody>
          <a:bodyPr anchorCtr="0" anchor="ctr" bIns="54125" lIns="54125" spcFirstLastPara="1" rIns="54125" wrap="square" tIns="54125">
            <a:noAutofit/>
          </a:bodyPr>
          <a:lstStyle/>
          <a:p>
            <a:pPr indent="0" lvl="0" marL="0" marR="0" rtl="0" algn="l">
              <a:lnSpc>
                <a:spcPct val="100000"/>
              </a:lnSpc>
              <a:spcBef>
                <a:spcPts val="0"/>
              </a:spcBef>
              <a:spcAft>
                <a:spcPts val="0"/>
              </a:spcAft>
              <a:buClr>
                <a:srgbClr val="000000"/>
              </a:buClr>
              <a:buSzPts val="1066"/>
              <a:buFont typeface="Arial"/>
              <a:buNone/>
            </a:pPr>
            <a:r>
              <a:rPr b="0" i="0" lang="en" sz="1066" u="none" cap="none" strike="noStrike">
                <a:solidFill>
                  <a:srgbClr val="000000"/>
                </a:solidFill>
                <a:latin typeface="Patrick Hand"/>
                <a:ea typeface="Patrick Hand"/>
                <a:cs typeface="Patrick Hand"/>
                <a:sym typeface="Patrick Hand"/>
              </a:rPr>
              <a:t>= EAL</a:t>
            </a:r>
            <a:endParaRPr b="0" i="0" sz="1066" u="none" cap="none" strike="noStrike">
              <a:solidFill>
                <a:srgbClr val="000000"/>
              </a:solidFill>
              <a:latin typeface="Patrick Hand"/>
              <a:ea typeface="Patrick Hand"/>
              <a:cs typeface="Patrick Hand"/>
              <a:sym typeface="Patrick Hand"/>
            </a:endParaRPr>
          </a:p>
        </p:txBody>
      </p:sp>
      <p:graphicFrame>
        <p:nvGraphicFramePr>
          <p:cNvPr id="146" name="Google Shape;146;g3f83c9f18db_0_87"/>
          <p:cNvGraphicFramePr/>
          <p:nvPr/>
        </p:nvGraphicFramePr>
        <p:xfrm>
          <a:off x="1121450" y="4746213"/>
          <a:ext cx="3000000" cy="3000000"/>
        </p:xfrm>
        <a:graphic>
          <a:graphicData uri="http://schemas.openxmlformats.org/drawingml/2006/table">
            <a:tbl>
              <a:tblPr>
                <a:noFill/>
                <a:tableStyleId>{BFA60D50-88EE-49FE-B4CD-C03BA5C15EF8}</a:tableStyleId>
              </a:tblPr>
              <a:tblGrid>
                <a:gridCol w="382850"/>
                <a:gridCol w="382850"/>
                <a:gridCol w="382850"/>
                <a:gridCol w="382850"/>
              </a:tblGrid>
              <a:tr h="139150">
                <a:tc>
                  <a:txBody>
                    <a:bodyPr/>
                    <a:lstStyle/>
                    <a:p>
                      <a:pPr indent="0" lvl="0" marL="0" marR="0" rtl="0" algn="ctr">
                        <a:lnSpc>
                          <a:spcPct val="10000"/>
                        </a:lnSpc>
                        <a:spcBef>
                          <a:spcPts val="0"/>
                        </a:spcBef>
                        <a:spcAft>
                          <a:spcPts val="0"/>
                        </a:spcAft>
                        <a:buClr>
                          <a:srgbClr val="000000"/>
                        </a:buClr>
                        <a:buSzPts val="600"/>
                        <a:buFont typeface="Arial"/>
                        <a:buNone/>
                      </a:pPr>
                      <a:r>
                        <a:rPr lang="en" sz="600" u="none" cap="none" strike="noStrike">
                          <a:latin typeface="Aladin"/>
                          <a:ea typeface="Aladin"/>
                          <a:cs typeface="Aladin"/>
                          <a:sym typeface="Aladin"/>
                        </a:rPr>
                        <a:t>EALT1</a:t>
                      </a:r>
                      <a:endParaRPr sz="600" u="none" cap="none" strike="noStrike">
                        <a:latin typeface="Aladin"/>
                        <a:ea typeface="Aladin"/>
                        <a:cs typeface="Aladin"/>
                        <a:sym typeface="Aladin"/>
                      </a:endParaRPr>
                    </a:p>
                  </a:txBody>
                  <a:tcPr marT="91425" marB="91425" marR="91425" marL="91425" anchor="ctr">
                    <a:solidFill>
                      <a:srgbClr val="D9EAD3"/>
                    </a:solidFill>
                  </a:tcPr>
                </a:tc>
                <a:tc>
                  <a:txBody>
                    <a:bodyPr/>
                    <a:lstStyle/>
                    <a:p>
                      <a:pPr indent="0" lvl="0" marL="0" marR="0" rtl="0" algn="ctr">
                        <a:lnSpc>
                          <a:spcPct val="10000"/>
                        </a:lnSpc>
                        <a:spcBef>
                          <a:spcPts val="0"/>
                        </a:spcBef>
                        <a:spcAft>
                          <a:spcPts val="0"/>
                        </a:spcAft>
                        <a:buClr>
                          <a:srgbClr val="000000"/>
                        </a:buClr>
                        <a:buSzPts val="600"/>
                        <a:buFont typeface="Arial"/>
                        <a:buNone/>
                      </a:pPr>
                      <a:r>
                        <a:rPr lang="en" sz="600" u="none" cap="none" strike="noStrike">
                          <a:latin typeface="Aladin"/>
                          <a:ea typeface="Aladin"/>
                          <a:cs typeface="Aladin"/>
                          <a:sym typeface="Aladin"/>
                        </a:rPr>
                        <a:t>EALT2</a:t>
                      </a:r>
                      <a:endParaRPr sz="600" u="none" cap="none" strike="noStrike">
                        <a:latin typeface="Aladin"/>
                        <a:ea typeface="Aladin"/>
                        <a:cs typeface="Aladin"/>
                        <a:sym typeface="Aladin"/>
                      </a:endParaRPr>
                    </a:p>
                  </a:txBody>
                  <a:tcPr marT="91425" marB="91425" marR="91425" marL="91425" anchor="ctr">
                    <a:solidFill>
                      <a:srgbClr val="D9D2E9"/>
                    </a:solidFill>
                  </a:tcPr>
                </a:tc>
                <a:tc>
                  <a:txBody>
                    <a:bodyPr/>
                    <a:lstStyle/>
                    <a:p>
                      <a:pPr indent="0" lvl="0" marL="0" marR="0" rtl="0" algn="ctr">
                        <a:lnSpc>
                          <a:spcPct val="10000"/>
                        </a:lnSpc>
                        <a:spcBef>
                          <a:spcPts val="0"/>
                        </a:spcBef>
                        <a:spcAft>
                          <a:spcPts val="0"/>
                        </a:spcAft>
                        <a:buClr>
                          <a:srgbClr val="000000"/>
                        </a:buClr>
                        <a:buSzPts val="600"/>
                        <a:buFont typeface="Arial"/>
                        <a:buNone/>
                      </a:pPr>
                      <a:r>
                        <a:rPr lang="en" sz="600" u="none" cap="none" strike="noStrike">
                          <a:latin typeface="Aladin"/>
                          <a:ea typeface="Aladin"/>
                          <a:cs typeface="Aladin"/>
                          <a:sym typeface="Aladin"/>
                        </a:rPr>
                        <a:t>EALT3</a:t>
                      </a:r>
                      <a:endParaRPr sz="600" u="none" cap="none" strike="noStrike">
                        <a:latin typeface="Aladin"/>
                        <a:ea typeface="Aladin"/>
                        <a:cs typeface="Aladin"/>
                        <a:sym typeface="Aladin"/>
                      </a:endParaRPr>
                    </a:p>
                  </a:txBody>
                  <a:tcPr marT="91425" marB="91425" marR="91425" marL="91425" anchor="ctr">
                    <a:solidFill>
                      <a:srgbClr val="FFF2CC"/>
                    </a:solidFill>
                  </a:tcPr>
                </a:tc>
                <a:tc>
                  <a:txBody>
                    <a:bodyPr/>
                    <a:lstStyle/>
                    <a:p>
                      <a:pPr indent="0" lvl="0" marL="0" marR="0" rtl="0" algn="ctr">
                        <a:lnSpc>
                          <a:spcPct val="10000"/>
                        </a:lnSpc>
                        <a:spcBef>
                          <a:spcPts val="0"/>
                        </a:spcBef>
                        <a:spcAft>
                          <a:spcPts val="0"/>
                        </a:spcAft>
                        <a:buClr>
                          <a:srgbClr val="000000"/>
                        </a:buClr>
                        <a:buSzPts val="600"/>
                        <a:buFont typeface="Arial"/>
                        <a:buNone/>
                      </a:pPr>
                      <a:r>
                        <a:rPr lang="en" sz="600" u="none" cap="none" strike="noStrike">
                          <a:latin typeface="Aladin"/>
                          <a:ea typeface="Aladin"/>
                          <a:cs typeface="Aladin"/>
                          <a:sym typeface="Aladin"/>
                        </a:rPr>
                        <a:t>EALT4</a:t>
                      </a:r>
                      <a:endParaRPr sz="600" u="none" cap="none" strike="noStrike">
                        <a:latin typeface="Aladin"/>
                        <a:ea typeface="Aladin"/>
                        <a:cs typeface="Aladin"/>
                        <a:sym typeface="Aladin"/>
                      </a:endParaRPr>
                    </a:p>
                  </a:txBody>
                  <a:tcPr marT="91425" marB="91425" marR="91425" marL="91425" anchor="ctr">
                    <a:solidFill>
                      <a:srgbClr val="CFE2F3"/>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f83c9f18db_0_108"/>
          <p:cNvSpPr/>
          <p:nvPr/>
        </p:nvSpPr>
        <p:spPr>
          <a:xfrm>
            <a:off x="1188151" y="1019673"/>
            <a:ext cx="6767700" cy="244800"/>
          </a:xfrm>
          <a:prstGeom prst="rect">
            <a:avLst/>
          </a:prstGeom>
          <a:solidFill>
            <a:srgbClr val="2FB260"/>
          </a:solidFill>
          <a:ln cap="flat" cmpd="sng" w="9525">
            <a:solidFill>
              <a:srgbClr val="595959"/>
            </a:solidFill>
            <a:prstDash val="solid"/>
            <a:round/>
            <a:headEnd len="sm" w="sm" type="none"/>
            <a:tailEnd len="sm" w="sm" type="none"/>
          </a:ln>
        </p:spPr>
        <p:txBody>
          <a:bodyPr anchorCtr="0" anchor="ctr" bIns="63925" lIns="63925" spcFirstLastPara="1" rIns="63925" wrap="square" tIns="63925">
            <a:noAutofit/>
          </a:bodyPr>
          <a:lstStyle/>
          <a:p>
            <a:pPr indent="0" lvl="0" marL="0" marR="0" rtl="0" algn="ctr">
              <a:lnSpc>
                <a:spcPct val="100000"/>
              </a:lnSpc>
              <a:spcBef>
                <a:spcPts val="0"/>
              </a:spcBef>
              <a:spcAft>
                <a:spcPts val="0"/>
              </a:spcAft>
              <a:buClr>
                <a:srgbClr val="000000"/>
              </a:buClr>
              <a:buSzPts val="1066"/>
              <a:buFont typeface="Arial"/>
              <a:buNone/>
            </a:pPr>
            <a:r>
              <a:rPr b="1" i="0" lang="en" sz="1066" u="none" cap="none" strike="noStrike">
                <a:solidFill>
                  <a:srgbClr val="FFFFFF"/>
                </a:solidFill>
                <a:latin typeface="Century Gothic"/>
                <a:ea typeface="Century Gothic"/>
                <a:cs typeface="Century Gothic"/>
                <a:sym typeface="Century Gothic"/>
              </a:rPr>
              <a:t>WHITEBOARD</a:t>
            </a:r>
            <a:endParaRPr b="1" i="0" sz="1066" u="none" cap="none" strike="noStrike">
              <a:solidFill>
                <a:srgbClr val="FFFFFF"/>
              </a:solidFill>
              <a:latin typeface="Century Gothic"/>
              <a:ea typeface="Century Gothic"/>
              <a:cs typeface="Century Gothic"/>
              <a:sym typeface="Century Gothic"/>
            </a:endParaRPr>
          </a:p>
        </p:txBody>
      </p:sp>
      <p:graphicFrame>
        <p:nvGraphicFramePr>
          <p:cNvPr id="152" name="Google Shape;152;g3f83c9f18db_0_108"/>
          <p:cNvGraphicFramePr/>
          <p:nvPr/>
        </p:nvGraphicFramePr>
        <p:xfrm>
          <a:off x="344588" y="1660750"/>
          <a:ext cx="3000000" cy="3000000"/>
        </p:xfrm>
        <a:graphic>
          <a:graphicData uri="http://schemas.openxmlformats.org/drawingml/2006/table">
            <a:tbl>
              <a:tblPr>
                <a:noFill/>
                <a:tableStyleId>{BFA60D50-88EE-49FE-B4CD-C03BA5C15EF8}</a:tableStyleId>
              </a:tblPr>
              <a:tblGrid>
                <a:gridCol w="996900"/>
                <a:gridCol w="996900"/>
                <a:gridCol w="996900"/>
                <a:gridCol w="996900"/>
              </a:tblGrid>
              <a:tr h="519050">
                <a:tc>
                  <a:txBody>
                    <a:bodyPr/>
                    <a:lstStyle/>
                    <a:p>
                      <a:pPr indent="0" lvl="0" marL="0" marR="0" rtl="0" algn="ctr">
                        <a:lnSpc>
                          <a:spcPct val="100000"/>
                        </a:lnSpc>
                        <a:spcBef>
                          <a:spcPts val="0"/>
                        </a:spcBef>
                        <a:spcAft>
                          <a:spcPts val="0"/>
                        </a:spcAft>
                        <a:buClr>
                          <a:srgbClr val="000000"/>
                        </a:buClr>
                        <a:buSzPts val="1300"/>
                        <a:buFont typeface="Arial"/>
                        <a:buNone/>
                      </a:pPr>
                      <a:r>
                        <a:t/>
                      </a:r>
                      <a:endParaRPr sz="13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rtl="0" algn="ctr">
                        <a:spcBef>
                          <a:spcPts val="0"/>
                        </a:spcBef>
                        <a:spcAft>
                          <a:spcPts val="0"/>
                        </a:spcAft>
                        <a:buClr>
                          <a:schemeClr val="dk1"/>
                        </a:buClr>
                        <a:buSzPts val="1400"/>
                        <a:buFont typeface="Arial"/>
                        <a:buNone/>
                      </a:pPr>
                      <a:r>
                        <a:rPr lang="en">
                          <a:solidFill>
                            <a:schemeClr val="dk1"/>
                          </a:solidFill>
                          <a:latin typeface="DM Sans Black"/>
                          <a:ea typeface="DM Sans Black"/>
                          <a:cs typeface="DM Sans Black"/>
                          <a:sym typeface="DM Sans Black"/>
                        </a:rPr>
                        <a:t>Kai Jie</a:t>
                      </a:r>
                      <a:endParaRPr sz="1400" u="none" cap="none" strike="noStrike">
                        <a:latin typeface="DM Sans Black"/>
                        <a:ea typeface="DM Sans Black"/>
                        <a:cs typeface="DM Sans Black"/>
                        <a:sym typeface="DM Sans Black"/>
                      </a:endParaRPr>
                    </a:p>
                  </a:txBody>
                  <a:tcPr marT="91425" marB="91425" marR="91425" marL="91425" anchor="ctr"/>
                </a:tc>
              </a:tr>
            </a:tbl>
          </a:graphicData>
        </a:graphic>
      </p:graphicFrame>
      <p:graphicFrame>
        <p:nvGraphicFramePr>
          <p:cNvPr id="153" name="Google Shape;153;g3f83c9f18db_0_108"/>
          <p:cNvGraphicFramePr/>
          <p:nvPr/>
        </p:nvGraphicFramePr>
        <p:xfrm>
          <a:off x="4811813" y="1660750"/>
          <a:ext cx="3000000" cy="3000000"/>
        </p:xfrm>
        <a:graphic>
          <a:graphicData uri="http://schemas.openxmlformats.org/drawingml/2006/table">
            <a:tbl>
              <a:tblPr>
                <a:noFill/>
                <a:tableStyleId>{BFA60D50-88EE-49FE-B4CD-C03BA5C15EF8}</a:tableStyleId>
              </a:tblPr>
              <a:tblGrid>
                <a:gridCol w="996900"/>
                <a:gridCol w="996900"/>
                <a:gridCol w="996900"/>
                <a:gridCol w="996900"/>
              </a:tblGrid>
              <a:tr h="519050">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Furina</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Maya</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Amy</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300"/>
                        <a:buFont typeface="Arial"/>
                        <a:buNone/>
                      </a:pPr>
                      <a:r>
                        <a:rPr lang="en" sz="1300">
                          <a:latin typeface="DM Sans Black"/>
                          <a:ea typeface="DM Sans Black"/>
                          <a:cs typeface="DM Sans Black"/>
                          <a:sym typeface="DM Sans Black"/>
                        </a:rPr>
                        <a:t>Chloe</a:t>
                      </a:r>
                      <a:endParaRPr sz="1300" u="none" cap="none" strike="noStrike">
                        <a:latin typeface="DM Sans Black"/>
                        <a:ea typeface="DM Sans Black"/>
                        <a:cs typeface="DM Sans Black"/>
                        <a:sym typeface="DM Sans Black"/>
                      </a:endParaRPr>
                    </a:p>
                  </a:txBody>
                  <a:tcPr marT="91425" marB="91425" marR="91425" marL="91425" anchor="ctr"/>
                </a:tc>
              </a:tr>
            </a:tbl>
          </a:graphicData>
        </a:graphic>
      </p:graphicFrame>
      <p:graphicFrame>
        <p:nvGraphicFramePr>
          <p:cNvPr id="154" name="Google Shape;154;g3f83c9f18db_0_108"/>
          <p:cNvGraphicFramePr/>
          <p:nvPr/>
        </p:nvGraphicFramePr>
        <p:xfrm>
          <a:off x="344575" y="2576075"/>
          <a:ext cx="3000000" cy="3000000"/>
        </p:xfrm>
        <a:graphic>
          <a:graphicData uri="http://schemas.openxmlformats.org/drawingml/2006/table">
            <a:tbl>
              <a:tblPr>
                <a:noFill/>
                <a:tableStyleId>{BFA60D50-88EE-49FE-B4CD-C03BA5C15EF8}</a:tableStyleId>
              </a:tblPr>
              <a:tblGrid>
                <a:gridCol w="996900"/>
                <a:gridCol w="996900"/>
                <a:gridCol w="996900"/>
                <a:gridCol w="996900"/>
              </a:tblGrid>
              <a:tr h="609550">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Jack</a:t>
                      </a:r>
                      <a:endParaRPr sz="1400" u="none" cap="none" strike="noStrike">
                        <a:latin typeface="DM Sans Black"/>
                        <a:ea typeface="DM Sans Black"/>
                        <a:cs typeface="DM Sans Black"/>
                        <a:sym typeface="DM Sans Black"/>
                      </a:endParaRPr>
                    </a:p>
                  </a:txBody>
                  <a:tcPr marT="91425" marB="91425" marR="91425" marL="91425"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DM Sans Black"/>
                        <a:ea typeface="DM Sans Black"/>
                        <a:cs typeface="DM Sans Black"/>
                        <a:sym typeface="DM Sans Black"/>
                      </a:endParaRPr>
                    </a:p>
                  </a:txBody>
                  <a:tcPr marT="91425" marB="91425" marR="91425" marL="91425" anchor="ctr">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Jingyi</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Lily</a:t>
                      </a:r>
                      <a:endParaRPr sz="1400" u="none" cap="none" strike="noStrike">
                        <a:latin typeface="DM Sans Black"/>
                        <a:ea typeface="DM Sans Black"/>
                        <a:cs typeface="DM Sans Black"/>
                        <a:sym typeface="DM Sans Black"/>
                      </a:endParaRPr>
                    </a:p>
                  </a:txBody>
                  <a:tcPr marT="91425" marB="91425" marR="91425" marL="91425" anchor="ctr"/>
                </a:tc>
              </a:tr>
            </a:tbl>
          </a:graphicData>
        </a:graphic>
      </p:graphicFrame>
      <p:graphicFrame>
        <p:nvGraphicFramePr>
          <p:cNvPr id="155" name="Google Shape;155;g3f83c9f18db_0_108"/>
          <p:cNvGraphicFramePr/>
          <p:nvPr/>
        </p:nvGraphicFramePr>
        <p:xfrm>
          <a:off x="4811800" y="2576075"/>
          <a:ext cx="3000000" cy="3000000"/>
        </p:xfrm>
        <a:graphic>
          <a:graphicData uri="http://schemas.openxmlformats.org/drawingml/2006/table">
            <a:tbl>
              <a:tblPr>
                <a:noFill/>
                <a:tableStyleId>{BFA60D50-88EE-49FE-B4CD-C03BA5C15EF8}</a:tableStyleId>
              </a:tblPr>
              <a:tblGrid>
                <a:gridCol w="996900"/>
                <a:gridCol w="996900"/>
                <a:gridCol w="996900"/>
                <a:gridCol w="996900"/>
              </a:tblGrid>
              <a:tr h="519050">
                <a:tc>
                  <a:txBody>
                    <a:bodyPr/>
                    <a:lstStyle/>
                    <a:p>
                      <a:pPr indent="0" lvl="0" marL="0" marR="0" rtl="0" algn="l">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Celine</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Letitia</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Lydia</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Keira</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156" name="Google Shape;156;g3f83c9f18db_0_108"/>
          <p:cNvGraphicFramePr/>
          <p:nvPr/>
        </p:nvGraphicFramePr>
        <p:xfrm>
          <a:off x="344575" y="3604775"/>
          <a:ext cx="3000000" cy="3000000"/>
        </p:xfrm>
        <a:graphic>
          <a:graphicData uri="http://schemas.openxmlformats.org/drawingml/2006/table">
            <a:tbl>
              <a:tblPr>
                <a:noFill/>
                <a:tableStyleId>{BFA60D50-88EE-49FE-B4CD-C03BA5C15EF8}</a:tableStyleId>
              </a:tblPr>
              <a:tblGrid>
                <a:gridCol w="996900"/>
                <a:gridCol w="996900"/>
                <a:gridCol w="996900"/>
                <a:gridCol w="996900"/>
              </a:tblGrid>
              <a:tr h="519050">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Ray</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Damon</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Jonas</a:t>
                      </a:r>
                      <a:endParaRPr sz="1400" u="none" cap="none" strike="noStrike">
                        <a:latin typeface="DM Sans Black"/>
                        <a:ea typeface="DM Sans Black"/>
                        <a:cs typeface="DM Sans Black"/>
                        <a:sym typeface="DM Sans Black"/>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Brian</a:t>
                      </a:r>
                      <a:endParaRPr sz="1400" u="none" cap="none" strike="noStrike">
                        <a:latin typeface="DM Sans Black"/>
                        <a:ea typeface="DM Sans Black"/>
                        <a:cs typeface="DM Sans Black"/>
                        <a:sym typeface="DM Sans Black"/>
                      </a:endParaRPr>
                    </a:p>
                  </a:txBody>
                  <a:tcPr marT="91425" marB="91425" marR="91425" marL="91425" anchor="ctr"/>
                </a:tc>
              </a:tr>
            </a:tbl>
          </a:graphicData>
        </a:graphic>
      </p:graphicFrame>
      <p:graphicFrame>
        <p:nvGraphicFramePr>
          <p:cNvPr id="157" name="Google Shape;157;g3f83c9f18db_0_108"/>
          <p:cNvGraphicFramePr/>
          <p:nvPr/>
        </p:nvGraphicFramePr>
        <p:xfrm>
          <a:off x="4811800" y="3604775"/>
          <a:ext cx="3000000" cy="3000000"/>
        </p:xfrm>
        <a:graphic>
          <a:graphicData uri="http://schemas.openxmlformats.org/drawingml/2006/table">
            <a:tbl>
              <a:tblPr>
                <a:noFill/>
                <a:tableStyleId>{BFA60D50-88EE-49FE-B4CD-C03BA5C15EF8}</a:tableStyleId>
              </a:tblPr>
              <a:tblGrid>
                <a:gridCol w="996900"/>
                <a:gridCol w="996900"/>
                <a:gridCol w="996900"/>
                <a:gridCol w="996900"/>
              </a:tblGrid>
              <a:tr h="51905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DM Sans Black"/>
                          <a:ea typeface="DM Sans Black"/>
                          <a:cs typeface="DM Sans Black"/>
                          <a:sym typeface="DM Sans Black"/>
                        </a:rPr>
                        <a:t>Jing Le</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James</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a:latin typeface="DM Sans Black"/>
                          <a:ea typeface="DM Sans Black"/>
                          <a:cs typeface="DM Sans Black"/>
                          <a:sym typeface="DM Sans Black"/>
                        </a:rPr>
                        <a:t>Yu-Joh</a:t>
                      </a:r>
                      <a:endParaRPr sz="14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a:latin typeface="DM Sans Black"/>
                          <a:ea typeface="DM Sans Black"/>
                          <a:cs typeface="DM Sans Black"/>
                          <a:sym typeface="DM Sans Black"/>
                        </a:rPr>
                        <a:t>Aditya</a:t>
                      </a:r>
                      <a:endParaRPr sz="1300" u="none" cap="none" strike="noStrike">
                        <a:latin typeface="DM Sans Black"/>
                        <a:ea typeface="DM Sans Black"/>
                        <a:cs typeface="DM Sans Black"/>
                        <a:sym typeface="DM Sans Black"/>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58" name="Google Shape;158;g3f83c9f18db_0_108"/>
          <p:cNvSpPr/>
          <p:nvPr/>
        </p:nvSpPr>
        <p:spPr>
          <a:xfrm>
            <a:off x="6805600" y="4562925"/>
            <a:ext cx="1993500" cy="244800"/>
          </a:xfrm>
          <a:prstGeom prst="rect">
            <a:avLst/>
          </a:prstGeom>
          <a:solidFill>
            <a:srgbClr val="2FB260"/>
          </a:solidFill>
          <a:ln cap="flat" cmpd="sng" w="9525">
            <a:solidFill>
              <a:srgbClr val="595959"/>
            </a:solidFill>
            <a:prstDash val="solid"/>
            <a:round/>
            <a:headEnd len="sm" w="sm" type="none"/>
            <a:tailEnd len="sm" w="sm" type="none"/>
          </a:ln>
        </p:spPr>
        <p:txBody>
          <a:bodyPr anchorCtr="0" anchor="ctr" bIns="63925" lIns="63925" spcFirstLastPara="1" rIns="63925" wrap="square" tIns="63925">
            <a:noAutofit/>
          </a:bodyPr>
          <a:lstStyle/>
          <a:p>
            <a:pPr indent="0" lvl="0" marL="0" marR="0" rtl="0" algn="ctr">
              <a:lnSpc>
                <a:spcPct val="100000"/>
              </a:lnSpc>
              <a:spcBef>
                <a:spcPts val="0"/>
              </a:spcBef>
              <a:spcAft>
                <a:spcPts val="0"/>
              </a:spcAft>
              <a:buClr>
                <a:srgbClr val="000000"/>
              </a:buClr>
              <a:buSzPts val="1066"/>
              <a:buFont typeface="Arial"/>
              <a:buNone/>
            </a:pPr>
            <a:r>
              <a:rPr b="1" i="0" lang="en" sz="1066" u="none" cap="none" strike="noStrike">
                <a:solidFill>
                  <a:srgbClr val="FFFFFF"/>
                </a:solidFill>
                <a:latin typeface="Century Gothic"/>
                <a:ea typeface="Century Gothic"/>
                <a:cs typeface="Century Gothic"/>
                <a:sym typeface="Century Gothic"/>
              </a:rPr>
              <a:t>TEACHER’S TABLE</a:t>
            </a:r>
            <a:endParaRPr b="1" i="0" sz="1066" u="none" cap="none" strike="noStrike">
              <a:solidFill>
                <a:srgbClr val="FFFFFF"/>
              </a:solidFill>
              <a:latin typeface="Century Gothic"/>
              <a:ea typeface="Century Gothic"/>
              <a:cs typeface="Century Gothic"/>
              <a:sym typeface="Century Gothic"/>
            </a:endParaRPr>
          </a:p>
        </p:txBody>
      </p:sp>
      <p:sp>
        <p:nvSpPr>
          <p:cNvPr id="159" name="Google Shape;159;g3f83c9f18db_0_108"/>
          <p:cNvSpPr txBox="1"/>
          <p:nvPr/>
        </p:nvSpPr>
        <p:spPr>
          <a:xfrm>
            <a:off x="150900" y="161925"/>
            <a:ext cx="48780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1" lang="en" sz="1800" u="none" cap="none" strike="noStrike">
                <a:solidFill>
                  <a:schemeClr val="dk2"/>
                </a:solidFill>
                <a:latin typeface="DM Sans"/>
                <a:ea typeface="DM Sans"/>
                <a:cs typeface="DM Sans"/>
                <a:sym typeface="DM Sans"/>
              </a:rPr>
              <a:t>Monday (P2)</a:t>
            </a:r>
            <a:r>
              <a:rPr b="0" i="0" lang="en" sz="1800" u="none" cap="none" strike="noStrike">
                <a:solidFill>
                  <a:schemeClr val="dk2"/>
                </a:solidFill>
                <a:latin typeface="DM Sans"/>
                <a:ea typeface="DM Sans"/>
                <a:cs typeface="DM Sans"/>
                <a:sym typeface="DM Sans"/>
              </a:rPr>
              <a:t>, </a:t>
            </a:r>
            <a:r>
              <a:rPr b="1" i="0" lang="en" sz="1800" u="none" cap="none" strike="noStrike">
                <a:solidFill>
                  <a:schemeClr val="dk2"/>
                </a:solidFill>
                <a:latin typeface="DM Sans"/>
                <a:ea typeface="DM Sans"/>
                <a:cs typeface="DM Sans"/>
                <a:sym typeface="DM Sans"/>
              </a:rPr>
              <a:t>9E Lasallian Education</a:t>
            </a:r>
            <a:endParaRPr b="1" i="0" sz="1800" u="none" cap="none" strike="noStrike">
              <a:solidFill>
                <a:schemeClr val="dk2"/>
              </a:solidFill>
              <a:latin typeface="DM Sans"/>
              <a:ea typeface="DM Sans"/>
              <a:cs typeface="DM Sans"/>
              <a:sym typeface="DM Sans"/>
            </a:endParaRPr>
          </a:p>
        </p:txBody>
      </p:sp>
      <p:pic>
        <p:nvPicPr>
          <p:cNvPr id="160" name="Google Shape;160;g3f83c9f18db_0_108" title="noun-graduate-6879188.png"/>
          <p:cNvPicPr preferRelativeResize="0"/>
          <p:nvPr/>
        </p:nvPicPr>
        <p:blipFill rotWithShape="1">
          <a:blip r:embed="rId3">
            <a:alphaModFix/>
          </a:blip>
          <a:srcRect b="29254" l="0" r="0" t="0"/>
          <a:stretch/>
        </p:blipFill>
        <p:spPr>
          <a:xfrm>
            <a:off x="344600" y="4524450"/>
            <a:ext cx="232955" cy="164801"/>
          </a:xfrm>
          <a:prstGeom prst="rect">
            <a:avLst/>
          </a:prstGeom>
          <a:noFill/>
          <a:ln>
            <a:noFill/>
          </a:ln>
        </p:spPr>
      </p:pic>
      <p:pic>
        <p:nvPicPr>
          <p:cNvPr id="161" name="Google Shape;161;g3f83c9f18db_0_108" title="noun-star-4960592.png"/>
          <p:cNvPicPr preferRelativeResize="0"/>
          <p:nvPr/>
        </p:nvPicPr>
        <p:blipFill rotWithShape="1">
          <a:blip r:embed="rId4">
            <a:alphaModFix/>
          </a:blip>
          <a:srcRect b="18289" l="12027" r="12473" t="6815"/>
          <a:stretch/>
        </p:blipFill>
        <p:spPr>
          <a:xfrm>
            <a:off x="378003" y="4750179"/>
            <a:ext cx="166140" cy="164801"/>
          </a:xfrm>
          <a:prstGeom prst="rect">
            <a:avLst/>
          </a:prstGeom>
          <a:noFill/>
          <a:ln>
            <a:noFill/>
          </a:ln>
        </p:spPr>
      </p:pic>
      <p:pic>
        <p:nvPicPr>
          <p:cNvPr id="162" name="Google Shape;162;g3f83c9f18db_0_108" title="noun-speech-bubble-7832289.png"/>
          <p:cNvPicPr preferRelativeResize="0"/>
          <p:nvPr/>
        </p:nvPicPr>
        <p:blipFill rotWithShape="1">
          <a:blip r:embed="rId5">
            <a:alphaModFix/>
          </a:blip>
          <a:srcRect b="16241" l="0" r="0" t="0"/>
          <a:stretch/>
        </p:blipFill>
        <p:spPr>
          <a:xfrm>
            <a:off x="1107369" y="4546130"/>
            <a:ext cx="166150" cy="139151"/>
          </a:xfrm>
          <a:prstGeom prst="rect">
            <a:avLst/>
          </a:prstGeom>
          <a:noFill/>
          <a:ln>
            <a:noFill/>
          </a:ln>
        </p:spPr>
      </p:pic>
      <p:pic>
        <p:nvPicPr>
          <p:cNvPr id="163" name="Google Shape;163;g3f83c9f18db_0_108" title="noun-eye-8202488.png"/>
          <p:cNvPicPr preferRelativeResize="0"/>
          <p:nvPr/>
        </p:nvPicPr>
        <p:blipFill rotWithShape="1">
          <a:blip r:embed="rId6">
            <a:alphaModFix/>
          </a:blip>
          <a:srcRect b="29535" l="9493" r="10128" t="14770"/>
          <a:stretch/>
        </p:blipFill>
        <p:spPr>
          <a:xfrm>
            <a:off x="1760075" y="4558143"/>
            <a:ext cx="166150" cy="115127"/>
          </a:xfrm>
          <a:prstGeom prst="rect">
            <a:avLst/>
          </a:prstGeom>
          <a:noFill/>
          <a:ln>
            <a:noFill/>
          </a:ln>
        </p:spPr>
      </p:pic>
      <p:sp>
        <p:nvSpPr>
          <p:cNvPr id="164" name="Google Shape;164;g3f83c9f18db_0_108"/>
          <p:cNvSpPr txBox="1"/>
          <p:nvPr/>
        </p:nvSpPr>
        <p:spPr>
          <a:xfrm>
            <a:off x="572463" y="4549283"/>
            <a:ext cx="458400" cy="164700"/>
          </a:xfrm>
          <a:prstGeom prst="rect">
            <a:avLst/>
          </a:prstGeom>
          <a:noFill/>
          <a:ln>
            <a:noFill/>
          </a:ln>
        </p:spPr>
        <p:txBody>
          <a:bodyPr anchorCtr="0" anchor="ctr" bIns="54125" lIns="54125" spcFirstLastPara="1" rIns="54125" wrap="square" tIns="54125">
            <a:noAutofit/>
          </a:bodyPr>
          <a:lstStyle/>
          <a:p>
            <a:pPr indent="0" lvl="0" marL="0" marR="0" rtl="0" algn="l">
              <a:lnSpc>
                <a:spcPct val="100000"/>
              </a:lnSpc>
              <a:spcBef>
                <a:spcPts val="0"/>
              </a:spcBef>
              <a:spcAft>
                <a:spcPts val="0"/>
              </a:spcAft>
              <a:buClr>
                <a:srgbClr val="000000"/>
              </a:buClr>
              <a:buSzPts val="1066"/>
              <a:buFont typeface="Arial"/>
              <a:buNone/>
            </a:pPr>
            <a:r>
              <a:rPr b="0" i="0" lang="en" sz="1066" u="none" cap="none" strike="noStrike">
                <a:solidFill>
                  <a:srgbClr val="000000"/>
                </a:solidFill>
                <a:latin typeface="Patrick Hand"/>
                <a:ea typeface="Patrick Hand"/>
                <a:cs typeface="Patrick Hand"/>
                <a:sym typeface="Patrick Hand"/>
              </a:rPr>
              <a:t>= HiPo</a:t>
            </a:r>
            <a:endParaRPr b="0" i="0" sz="1066" u="none" cap="none" strike="noStrike">
              <a:solidFill>
                <a:srgbClr val="000000"/>
              </a:solidFill>
              <a:latin typeface="Patrick Hand"/>
              <a:ea typeface="Patrick Hand"/>
              <a:cs typeface="Patrick Hand"/>
              <a:sym typeface="Patrick Hand"/>
            </a:endParaRPr>
          </a:p>
        </p:txBody>
      </p:sp>
      <p:sp>
        <p:nvSpPr>
          <p:cNvPr id="165" name="Google Shape;165;g3f83c9f18db_0_108"/>
          <p:cNvSpPr txBox="1"/>
          <p:nvPr/>
        </p:nvSpPr>
        <p:spPr>
          <a:xfrm>
            <a:off x="572463" y="4750178"/>
            <a:ext cx="458400" cy="164700"/>
          </a:xfrm>
          <a:prstGeom prst="rect">
            <a:avLst/>
          </a:prstGeom>
          <a:noFill/>
          <a:ln>
            <a:noFill/>
          </a:ln>
        </p:spPr>
        <p:txBody>
          <a:bodyPr anchorCtr="0" anchor="ctr" bIns="54125" lIns="54125" spcFirstLastPara="1" rIns="54125" wrap="square" tIns="54125">
            <a:noAutofit/>
          </a:bodyPr>
          <a:lstStyle/>
          <a:p>
            <a:pPr indent="0" lvl="0" marL="0" marR="0" rtl="0" algn="l">
              <a:lnSpc>
                <a:spcPct val="100000"/>
              </a:lnSpc>
              <a:spcBef>
                <a:spcPts val="0"/>
              </a:spcBef>
              <a:spcAft>
                <a:spcPts val="0"/>
              </a:spcAft>
              <a:buClr>
                <a:srgbClr val="000000"/>
              </a:buClr>
              <a:buSzPts val="1066"/>
              <a:buFont typeface="Arial"/>
              <a:buNone/>
            </a:pPr>
            <a:r>
              <a:rPr b="0" i="0" lang="en" sz="1066" u="none" cap="none" strike="noStrike">
                <a:solidFill>
                  <a:srgbClr val="000000"/>
                </a:solidFill>
                <a:latin typeface="Patrick Hand"/>
                <a:ea typeface="Patrick Hand"/>
                <a:cs typeface="Patrick Hand"/>
                <a:sym typeface="Patrick Hand"/>
              </a:rPr>
              <a:t>= SEN</a:t>
            </a:r>
            <a:endParaRPr b="0" i="0" sz="1066" u="none" cap="none" strike="noStrike">
              <a:solidFill>
                <a:srgbClr val="000000"/>
              </a:solidFill>
              <a:latin typeface="Patrick Hand"/>
              <a:ea typeface="Patrick Hand"/>
              <a:cs typeface="Patrick Hand"/>
              <a:sym typeface="Patrick Hand"/>
            </a:endParaRPr>
          </a:p>
        </p:txBody>
      </p:sp>
      <p:sp>
        <p:nvSpPr>
          <p:cNvPr id="166" name="Google Shape;166;g3f83c9f18db_0_108"/>
          <p:cNvSpPr txBox="1"/>
          <p:nvPr/>
        </p:nvSpPr>
        <p:spPr>
          <a:xfrm>
            <a:off x="1940308" y="4542979"/>
            <a:ext cx="458400" cy="164700"/>
          </a:xfrm>
          <a:prstGeom prst="rect">
            <a:avLst/>
          </a:prstGeom>
          <a:noFill/>
          <a:ln>
            <a:noFill/>
          </a:ln>
        </p:spPr>
        <p:txBody>
          <a:bodyPr anchorCtr="0" anchor="ctr" bIns="54125" lIns="54125" spcFirstLastPara="1" rIns="54125" wrap="square" tIns="54125">
            <a:noAutofit/>
          </a:bodyPr>
          <a:lstStyle/>
          <a:p>
            <a:pPr indent="0" lvl="0" marL="0" marR="0" rtl="0" algn="l">
              <a:lnSpc>
                <a:spcPct val="100000"/>
              </a:lnSpc>
              <a:spcBef>
                <a:spcPts val="0"/>
              </a:spcBef>
              <a:spcAft>
                <a:spcPts val="0"/>
              </a:spcAft>
              <a:buClr>
                <a:srgbClr val="000000"/>
              </a:buClr>
              <a:buSzPts val="1066"/>
              <a:buFont typeface="Arial"/>
              <a:buNone/>
            </a:pPr>
            <a:r>
              <a:rPr b="0" i="0" lang="en" sz="1066" u="none" cap="none" strike="noStrike">
                <a:solidFill>
                  <a:srgbClr val="000000"/>
                </a:solidFill>
                <a:latin typeface="Patrick Hand"/>
                <a:ea typeface="Patrick Hand"/>
                <a:cs typeface="Patrick Hand"/>
                <a:sym typeface="Patrick Hand"/>
              </a:rPr>
              <a:t>= Beh</a:t>
            </a:r>
            <a:endParaRPr b="0" i="0" sz="1066" u="none" cap="none" strike="noStrike">
              <a:solidFill>
                <a:srgbClr val="000000"/>
              </a:solidFill>
              <a:latin typeface="Patrick Hand"/>
              <a:ea typeface="Patrick Hand"/>
              <a:cs typeface="Patrick Hand"/>
              <a:sym typeface="Patrick Hand"/>
            </a:endParaRPr>
          </a:p>
        </p:txBody>
      </p:sp>
      <p:sp>
        <p:nvSpPr>
          <p:cNvPr id="167" name="Google Shape;167;g3f83c9f18db_0_108"/>
          <p:cNvSpPr txBox="1"/>
          <p:nvPr/>
        </p:nvSpPr>
        <p:spPr>
          <a:xfrm>
            <a:off x="1287608" y="4542974"/>
            <a:ext cx="458400" cy="164700"/>
          </a:xfrm>
          <a:prstGeom prst="rect">
            <a:avLst/>
          </a:prstGeom>
          <a:noFill/>
          <a:ln>
            <a:noFill/>
          </a:ln>
        </p:spPr>
        <p:txBody>
          <a:bodyPr anchorCtr="0" anchor="ctr" bIns="54125" lIns="54125" spcFirstLastPara="1" rIns="54125" wrap="square" tIns="54125">
            <a:noAutofit/>
          </a:bodyPr>
          <a:lstStyle/>
          <a:p>
            <a:pPr indent="0" lvl="0" marL="0" marR="0" rtl="0" algn="l">
              <a:lnSpc>
                <a:spcPct val="100000"/>
              </a:lnSpc>
              <a:spcBef>
                <a:spcPts val="0"/>
              </a:spcBef>
              <a:spcAft>
                <a:spcPts val="0"/>
              </a:spcAft>
              <a:buClr>
                <a:srgbClr val="000000"/>
              </a:buClr>
              <a:buSzPts val="1066"/>
              <a:buFont typeface="Arial"/>
              <a:buNone/>
            </a:pPr>
            <a:r>
              <a:rPr b="0" i="0" lang="en" sz="1066" u="none" cap="none" strike="noStrike">
                <a:solidFill>
                  <a:srgbClr val="000000"/>
                </a:solidFill>
                <a:latin typeface="Patrick Hand"/>
                <a:ea typeface="Patrick Hand"/>
                <a:cs typeface="Patrick Hand"/>
                <a:sym typeface="Patrick Hand"/>
              </a:rPr>
              <a:t>= EAL</a:t>
            </a:r>
            <a:endParaRPr b="0" i="0" sz="1066" u="none" cap="none" strike="noStrike">
              <a:solidFill>
                <a:srgbClr val="000000"/>
              </a:solidFill>
              <a:latin typeface="Patrick Hand"/>
              <a:ea typeface="Patrick Hand"/>
              <a:cs typeface="Patrick Hand"/>
              <a:sym typeface="Patrick Hand"/>
            </a:endParaRPr>
          </a:p>
        </p:txBody>
      </p:sp>
      <p:graphicFrame>
        <p:nvGraphicFramePr>
          <p:cNvPr id="168" name="Google Shape;168;g3f83c9f18db_0_108"/>
          <p:cNvGraphicFramePr/>
          <p:nvPr/>
        </p:nvGraphicFramePr>
        <p:xfrm>
          <a:off x="1121450" y="4746213"/>
          <a:ext cx="3000000" cy="3000000"/>
        </p:xfrm>
        <a:graphic>
          <a:graphicData uri="http://schemas.openxmlformats.org/drawingml/2006/table">
            <a:tbl>
              <a:tblPr>
                <a:noFill/>
                <a:tableStyleId>{BFA60D50-88EE-49FE-B4CD-C03BA5C15EF8}</a:tableStyleId>
              </a:tblPr>
              <a:tblGrid>
                <a:gridCol w="382850"/>
                <a:gridCol w="382850"/>
                <a:gridCol w="382850"/>
                <a:gridCol w="382850"/>
              </a:tblGrid>
              <a:tr h="139150">
                <a:tc>
                  <a:txBody>
                    <a:bodyPr/>
                    <a:lstStyle/>
                    <a:p>
                      <a:pPr indent="0" lvl="0" marL="0" marR="0" rtl="0" algn="ctr">
                        <a:lnSpc>
                          <a:spcPct val="10000"/>
                        </a:lnSpc>
                        <a:spcBef>
                          <a:spcPts val="0"/>
                        </a:spcBef>
                        <a:spcAft>
                          <a:spcPts val="0"/>
                        </a:spcAft>
                        <a:buClr>
                          <a:srgbClr val="000000"/>
                        </a:buClr>
                        <a:buSzPts val="600"/>
                        <a:buFont typeface="Arial"/>
                        <a:buNone/>
                      </a:pPr>
                      <a:r>
                        <a:rPr lang="en" sz="600" u="none" cap="none" strike="noStrike">
                          <a:latin typeface="Aladin"/>
                          <a:ea typeface="Aladin"/>
                          <a:cs typeface="Aladin"/>
                          <a:sym typeface="Aladin"/>
                        </a:rPr>
                        <a:t>EALT1</a:t>
                      </a:r>
                      <a:endParaRPr sz="600" u="none" cap="none" strike="noStrike">
                        <a:latin typeface="Aladin"/>
                        <a:ea typeface="Aladin"/>
                        <a:cs typeface="Aladin"/>
                        <a:sym typeface="Aladin"/>
                      </a:endParaRPr>
                    </a:p>
                  </a:txBody>
                  <a:tcPr marT="91425" marB="91425" marR="91425" marL="91425" anchor="ctr">
                    <a:solidFill>
                      <a:srgbClr val="D9EAD3"/>
                    </a:solidFill>
                  </a:tcPr>
                </a:tc>
                <a:tc>
                  <a:txBody>
                    <a:bodyPr/>
                    <a:lstStyle/>
                    <a:p>
                      <a:pPr indent="0" lvl="0" marL="0" marR="0" rtl="0" algn="ctr">
                        <a:lnSpc>
                          <a:spcPct val="10000"/>
                        </a:lnSpc>
                        <a:spcBef>
                          <a:spcPts val="0"/>
                        </a:spcBef>
                        <a:spcAft>
                          <a:spcPts val="0"/>
                        </a:spcAft>
                        <a:buClr>
                          <a:srgbClr val="000000"/>
                        </a:buClr>
                        <a:buSzPts val="600"/>
                        <a:buFont typeface="Arial"/>
                        <a:buNone/>
                      </a:pPr>
                      <a:r>
                        <a:rPr lang="en" sz="600" u="none" cap="none" strike="noStrike">
                          <a:latin typeface="Aladin"/>
                          <a:ea typeface="Aladin"/>
                          <a:cs typeface="Aladin"/>
                          <a:sym typeface="Aladin"/>
                        </a:rPr>
                        <a:t>EALT2</a:t>
                      </a:r>
                      <a:endParaRPr sz="600" u="none" cap="none" strike="noStrike">
                        <a:latin typeface="Aladin"/>
                        <a:ea typeface="Aladin"/>
                        <a:cs typeface="Aladin"/>
                        <a:sym typeface="Aladin"/>
                      </a:endParaRPr>
                    </a:p>
                  </a:txBody>
                  <a:tcPr marT="91425" marB="91425" marR="91425" marL="91425" anchor="ctr">
                    <a:solidFill>
                      <a:srgbClr val="D9D2E9"/>
                    </a:solidFill>
                  </a:tcPr>
                </a:tc>
                <a:tc>
                  <a:txBody>
                    <a:bodyPr/>
                    <a:lstStyle/>
                    <a:p>
                      <a:pPr indent="0" lvl="0" marL="0" marR="0" rtl="0" algn="ctr">
                        <a:lnSpc>
                          <a:spcPct val="10000"/>
                        </a:lnSpc>
                        <a:spcBef>
                          <a:spcPts val="0"/>
                        </a:spcBef>
                        <a:spcAft>
                          <a:spcPts val="0"/>
                        </a:spcAft>
                        <a:buClr>
                          <a:srgbClr val="000000"/>
                        </a:buClr>
                        <a:buSzPts val="600"/>
                        <a:buFont typeface="Arial"/>
                        <a:buNone/>
                      </a:pPr>
                      <a:r>
                        <a:rPr lang="en" sz="600" u="none" cap="none" strike="noStrike">
                          <a:latin typeface="Aladin"/>
                          <a:ea typeface="Aladin"/>
                          <a:cs typeface="Aladin"/>
                          <a:sym typeface="Aladin"/>
                        </a:rPr>
                        <a:t>EALT3</a:t>
                      </a:r>
                      <a:endParaRPr sz="600" u="none" cap="none" strike="noStrike">
                        <a:latin typeface="Aladin"/>
                        <a:ea typeface="Aladin"/>
                        <a:cs typeface="Aladin"/>
                        <a:sym typeface="Aladin"/>
                      </a:endParaRPr>
                    </a:p>
                  </a:txBody>
                  <a:tcPr marT="91425" marB="91425" marR="91425" marL="91425" anchor="ctr">
                    <a:solidFill>
                      <a:srgbClr val="FFF2CC"/>
                    </a:solidFill>
                  </a:tcPr>
                </a:tc>
                <a:tc>
                  <a:txBody>
                    <a:bodyPr/>
                    <a:lstStyle/>
                    <a:p>
                      <a:pPr indent="0" lvl="0" marL="0" marR="0" rtl="0" algn="ctr">
                        <a:lnSpc>
                          <a:spcPct val="10000"/>
                        </a:lnSpc>
                        <a:spcBef>
                          <a:spcPts val="0"/>
                        </a:spcBef>
                        <a:spcAft>
                          <a:spcPts val="0"/>
                        </a:spcAft>
                        <a:buClr>
                          <a:srgbClr val="000000"/>
                        </a:buClr>
                        <a:buSzPts val="600"/>
                        <a:buFont typeface="Arial"/>
                        <a:buNone/>
                      </a:pPr>
                      <a:r>
                        <a:rPr lang="en" sz="600" u="none" cap="none" strike="noStrike">
                          <a:latin typeface="Aladin"/>
                          <a:ea typeface="Aladin"/>
                          <a:cs typeface="Aladin"/>
                          <a:sym typeface="Aladin"/>
                        </a:rPr>
                        <a:t>EALT4</a:t>
                      </a:r>
                      <a:endParaRPr sz="600" u="none" cap="none" strike="noStrike">
                        <a:latin typeface="Aladin"/>
                        <a:ea typeface="Aladin"/>
                        <a:cs typeface="Aladin"/>
                        <a:sym typeface="Aladin"/>
                      </a:endParaRPr>
                    </a:p>
                  </a:txBody>
                  <a:tcPr marT="91425" marB="91425" marR="91425" marL="91425" anchor="ctr">
                    <a:solidFill>
                      <a:srgbClr val="CFE2F3"/>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F"/>
        </a:solidFill>
      </p:bgPr>
    </p:bg>
    <p:spTree>
      <p:nvGrpSpPr>
        <p:cNvPr id="172" name="Shape 172"/>
        <p:cNvGrpSpPr/>
        <p:nvPr/>
      </p:nvGrpSpPr>
      <p:grpSpPr>
        <a:xfrm>
          <a:off x="0" y="0"/>
          <a:ext cx="0" cy="0"/>
          <a:chOff x="0" y="0"/>
          <a:chExt cx="0" cy="0"/>
        </a:xfrm>
      </p:grpSpPr>
      <p:sp>
        <p:nvSpPr>
          <p:cNvPr id="173" name="Google Shape;173;g3face803e0b_0_0"/>
          <p:cNvSpPr/>
          <p:nvPr/>
        </p:nvSpPr>
        <p:spPr>
          <a:xfrm>
            <a:off x="5213395" y="2155825"/>
            <a:ext cx="4475163" cy="3182960"/>
          </a:xfrm>
          <a:custGeom>
            <a:rect b="b" l="l" r="r" t="t"/>
            <a:pathLst>
              <a:path extrusionOk="0" h="6365919" w="8950325">
                <a:moveTo>
                  <a:pt x="0" y="0"/>
                </a:moveTo>
                <a:lnTo>
                  <a:pt x="8950325" y="0"/>
                </a:lnTo>
                <a:lnTo>
                  <a:pt x="8950325" y="6365919"/>
                </a:lnTo>
                <a:lnTo>
                  <a:pt x="0" y="6365919"/>
                </a:lnTo>
                <a:lnTo>
                  <a:pt x="0" y="0"/>
                </a:lnTo>
                <a:close/>
              </a:path>
            </a:pathLst>
          </a:custGeom>
          <a:blipFill rotWithShape="1">
            <a:blip r:embed="rId3">
              <a:alphaModFix/>
            </a:blip>
            <a:stretch>
              <a:fillRect b="0" l="0" r="0" t="0"/>
            </a:stretch>
          </a:blipFill>
          <a:ln>
            <a:noFill/>
          </a:ln>
        </p:spPr>
      </p:sp>
      <p:grpSp>
        <p:nvGrpSpPr>
          <p:cNvPr id="174" name="Google Shape;174;g3face803e0b_0_0"/>
          <p:cNvGrpSpPr/>
          <p:nvPr/>
        </p:nvGrpSpPr>
        <p:grpSpPr>
          <a:xfrm>
            <a:off x="366531" y="3731043"/>
            <a:ext cx="2870137" cy="665356"/>
            <a:chOff x="0" y="-66675"/>
            <a:chExt cx="1511792" cy="350464"/>
          </a:xfrm>
        </p:grpSpPr>
        <p:sp>
          <p:nvSpPr>
            <p:cNvPr id="175" name="Google Shape;175;g3face803e0b_0_0"/>
            <p:cNvSpPr/>
            <p:nvPr/>
          </p:nvSpPr>
          <p:spPr>
            <a:xfrm>
              <a:off x="0" y="0"/>
              <a:ext cx="1511792" cy="283789"/>
            </a:xfrm>
            <a:custGeom>
              <a:rect b="b" l="l" r="r" t="t"/>
              <a:pathLst>
                <a:path extrusionOk="0" h="283789" w="1511792">
                  <a:moveTo>
                    <a:pt x="93063" y="0"/>
                  </a:moveTo>
                  <a:lnTo>
                    <a:pt x="1418729" y="0"/>
                  </a:lnTo>
                  <a:cubicBezTo>
                    <a:pt x="1470126" y="0"/>
                    <a:pt x="1511792" y="41666"/>
                    <a:pt x="1511792" y="93063"/>
                  </a:cubicBezTo>
                  <a:lnTo>
                    <a:pt x="1511792" y="190726"/>
                  </a:lnTo>
                  <a:cubicBezTo>
                    <a:pt x="1511792" y="242124"/>
                    <a:pt x="1470126" y="283789"/>
                    <a:pt x="1418729" y="283789"/>
                  </a:cubicBezTo>
                  <a:lnTo>
                    <a:pt x="93063" y="283789"/>
                  </a:lnTo>
                  <a:cubicBezTo>
                    <a:pt x="41666" y="283789"/>
                    <a:pt x="0" y="242124"/>
                    <a:pt x="0" y="190726"/>
                  </a:cubicBezTo>
                  <a:lnTo>
                    <a:pt x="0" y="93063"/>
                  </a:lnTo>
                  <a:cubicBezTo>
                    <a:pt x="0" y="41666"/>
                    <a:pt x="41666" y="0"/>
                    <a:pt x="93063" y="0"/>
                  </a:cubicBezTo>
                  <a:close/>
                </a:path>
              </a:pathLst>
            </a:custGeom>
            <a:solidFill>
              <a:srgbClr val="FDC500"/>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g3face803e0b_0_0"/>
            <p:cNvSpPr txBox="1"/>
            <p:nvPr/>
          </p:nvSpPr>
          <p:spPr>
            <a:xfrm>
              <a:off x="0" y="-66675"/>
              <a:ext cx="1511700" cy="350400"/>
            </a:xfrm>
            <a:prstGeom prst="rect">
              <a:avLst/>
            </a:prstGeom>
            <a:noFill/>
            <a:ln>
              <a:noFill/>
            </a:ln>
          </p:spPr>
          <p:txBody>
            <a:bodyPr anchorCtr="0" anchor="ctr" bIns="25400" lIns="25400" spcFirstLastPara="1" rIns="25400" wrap="square" tIns="25400">
              <a:noAutofit/>
            </a:bodyPr>
            <a:lstStyle/>
            <a:p>
              <a:pPr indent="0" lvl="0" marL="0" marR="0" rtl="0" algn="ctr">
                <a:lnSpc>
                  <a:spcPct val="140013"/>
                </a:lnSpc>
                <a:spcBef>
                  <a:spcPts val="0"/>
                </a:spcBef>
                <a:spcAft>
                  <a:spcPts val="0"/>
                </a:spcAft>
                <a:buClr>
                  <a:srgbClr val="000000"/>
                </a:buClr>
                <a:buSzPts val="1400"/>
                <a:buFont typeface="Arial"/>
                <a:buNone/>
              </a:pPr>
              <a:br>
                <a:rPr b="1" lang="en" sz="400"/>
              </a:br>
              <a:r>
                <a:rPr b="1" lang="en"/>
                <a:t>Br. Carlo FSC</a:t>
              </a:r>
              <a:endParaRPr b="0" i="0" sz="700" u="none" cap="none" strike="noStrike">
                <a:solidFill>
                  <a:srgbClr val="000000"/>
                </a:solidFill>
                <a:latin typeface="Arial"/>
                <a:ea typeface="Arial"/>
                <a:cs typeface="Arial"/>
                <a:sym typeface="Arial"/>
              </a:endParaRPr>
            </a:p>
          </p:txBody>
        </p:sp>
      </p:grpSp>
      <p:sp>
        <p:nvSpPr>
          <p:cNvPr id="177" name="Google Shape;177;g3face803e0b_0_0"/>
          <p:cNvSpPr/>
          <p:nvPr/>
        </p:nvSpPr>
        <p:spPr>
          <a:xfrm>
            <a:off x="7777294" y="1096157"/>
            <a:ext cx="1911264" cy="1712970"/>
          </a:xfrm>
          <a:custGeom>
            <a:rect b="b" l="l" r="r" t="t"/>
            <a:pathLst>
              <a:path extrusionOk="0" h="3425940" w="3822527">
                <a:moveTo>
                  <a:pt x="0" y="0"/>
                </a:moveTo>
                <a:lnTo>
                  <a:pt x="3822527" y="0"/>
                </a:lnTo>
                <a:lnTo>
                  <a:pt x="3822527" y="3425940"/>
                </a:lnTo>
                <a:lnTo>
                  <a:pt x="0" y="3425940"/>
                </a:lnTo>
                <a:lnTo>
                  <a:pt x="0" y="0"/>
                </a:lnTo>
                <a:close/>
              </a:path>
            </a:pathLst>
          </a:custGeom>
          <a:blipFill rotWithShape="1">
            <a:blip r:embed="rId4">
              <a:alphaModFix/>
            </a:blip>
            <a:stretch>
              <a:fillRect b="0" l="0" r="0" t="0"/>
            </a:stretch>
          </a:blipFill>
          <a:ln>
            <a:noFill/>
          </a:ln>
        </p:spPr>
      </p:sp>
      <p:sp>
        <p:nvSpPr>
          <p:cNvPr id="178" name="Google Shape;178;g3face803e0b_0_0"/>
          <p:cNvSpPr/>
          <p:nvPr/>
        </p:nvSpPr>
        <p:spPr>
          <a:xfrm>
            <a:off x="4411666" y="3857625"/>
            <a:ext cx="1911264" cy="1712970"/>
          </a:xfrm>
          <a:custGeom>
            <a:rect b="b" l="l" r="r" t="t"/>
            <a:pathLst>
              <a:path extrusionOk="0" h="3425940" w="3822527">
                <a:moveTo>
                  <a:pt x="0" y="0"/>
                </a:moveTo>
                <a:lnTo>
                  <a:pt x="3822528" y="0"/>
                </a:lnTo>
                <a:lnTo>
                  <a:pt x="3822528" y="3425940"/>
                </a:lnTo>
                <a:lnTo>
                  <a:pt x="0" y="3425940"/>
                </a:lnTo>
                <a:lnTo>
                  <a:pt x="0" y="0"/>
                </a:lnTo>
                <a:close/>
              </a:path>
            </a:pathLst>
          </a:custGeom>
          <a:blipFill rotWithShape="1">
            <a:blip r:embed="rId5">
              <a:alphaModFix/>
            </a:blip>
            <a:stretch>
              <a:fillRect b="0" l="0" r="0" t="0"/>
            </a:stretch>
          </a:blipFill>
          <a:ln>
            <a:noFill/>
          </a:ln>
        </p:spPr>
      </p:sp>
      <p:sp>
        <p:nvSpPr>
          <p:cNvPr id="179" name="Google Shape;179;g3face803e0b_0_0"/>
          <p:cNvSpPr txBox="1"/>
          <p:nvPr/>
        </p:nvSpPr>
        <p:spPr>
          <a:xfrm>
            <a:off x="225437" y="1034788"/>
            <a:ext cx="6097500" cy="3212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1200"/>
              </a:spcBef>
              <a:spcAft>
                <a:spcPts val="0"/>
              </a:spcAft>
              <a:buClr>
                <a:schemeClr val="dk1"/>
              </a:buClr>
              <a:buSzPts val="1100"/>
              <a:buFont typeface="Arial"/>
              <a:buNone/>
            </a:pPr>
            <a:r>
              <a:rPr b="1" lang="en" sz="3400">
                <a:solidFill>
                  <a:srgbClr val="1B1C1D"/>
                </a:solidFill>
                <a:latin typeface="Raleway"/>
                <a:ea typeface="Raleway"/>
                <a:cs typeface="Raleway"/>
                <a:sym typeface="Raleway"/>
              </a:rPr>
              <a:t>Good morning </a:t>
            </a:r>
            <a:endParaRPr b="1" sz="3400">
              <a:solidFill>
                <a:srgbClr val="1B1C1D"/>
              </a:solidFill>
              <a:latin typeface="Raleway"/>
              <a:ea typeface="Raleway"/>
              <a:cs typeface="Raleway"/>
              <a:sym typeface="Raleway"/>
            </a:endParaRPr>
          </a:p>
          <a:p>
            <a:pPr indent="0" lvl="0" marL="0" marR="0" rtl="0" algn="l">
              <a:lnSpc>
                <a:spcPct val="115000"/>
              </a:lnSpc>
              <a:spcBef>
                <a:spcPts val="1200"/>
              </a:spcBef>
              <a:spcAft>
                <a:spcPts val="0"/>
              </a:spcAft>
              <a:buClr>
                <a:schemeClr val="dk1"/>
              </a:buClr>
              <a:buSzPts val="1100"/>
              <a:buFont typeface="Arial"/>
              <a:buNone/>
            </a:pPr>
            <a:r>
              <a:rPr b="1" lang="en" sz="3400">
                <a:solidFill>
                  <a:srgbClr val="1B1C1D"/>
                </a:solidFill>
                <a:latin typeface="Raleway"/>
                <a:ea typeface="Raleway"/>
                <a:cs typeface="Raleway"/>
                <a:sym typeface="Raleway"/>
              </a:rPr>
              <a:t>Welcome to another </a:t>
            </a:r>
            <a:endParaRPr b="1" sz="3400">
              <a:solidFill>
                <a:srgbClr val="1B1C1D"/>
              </a:solidFill>
              <a:latin typeface="Raleway"/>
              <a:ea typeface="Raleway"/>
              <a:cs typeface="Raleway"/>
              <a:sym typeface="Raleway"/>
            </a:endParaRPr>
          </a:p>
          <a:p>
            <a:pPr indent="0" lvl="0" marL="0" marR="0" rtl="0" algn="l">
              <a:lnSpc>
                <a:spcPct val="115000"/>
              </a:lnSpc>
              <a:spcBef>
                <a:spcPts val="1200"/>
              </a:spcBef>
              <a:spcAft>
                <a:spcPts val="0"/>
              </a:spcAft>
              <a:buClr>
                <a:schemeClr val="dk1"/>
              </a:buClr>
              <a:buSzPts val="1100"/>
              <a:buFont typeface="Arial"/>
              <a:buNone/>
            </a:pPr>
            <a:r>
              <a:rPr b="1" lang="en" sz="3400">
                <a:solidFill>
                  <a:srgbClr val="1B1C1D"/>
                </a:solidFill>
                <a:latin typeface="Raleway"/>
                <a:ea typeface="Raleway"/>
                <a:cs typeface="Raleway"/>
                <a:sym typeface="Raleway"/>
              </a:rPr>
              <a:t>Awesome </a:t>
            </a:r>
            <a:r>
              <a:rPr b="1" lang="en" sz="3400">
                <a:solidFill>
                  <a:srgbClr val="2FB260"/>
                </a:solidFill>
                <a:latin typeface="Raleway"/>
                <a:ea typeface="Raleway"/>
                <a:cs typeface="Raleway"/>
                <a:sym typeface="Raleway"/>
              </a:rPr>
              <a:t>L</a:t>
            </a:r>
            <a:r>
              <a:rPr b="1" lang="en" sz="3400">
                <a:solidFill>
                  <a:srgbClr val="FF0000"/>
                </a:solidFill>
                <a:latin typeface="Raleway"/>
                <a:ea typeface="Raleway"/>
                <a:cs typeface="Raleway"/>
                <a:sym typeface="Raleway"/>
              </a:rPr>
              <a:t>E</a:t>
            </a:r>
            <a:r>
              <a:rPr b="1" lang="en" sz="3400">
                <a:solidFill>
                  <a:srgbClr val="0000FF"/>
                </a:solidFill>
                <a:latin typeface="Raleway"/>
                <a:ea typeface="Raleway"/>
                <a:cs typeface="Raleway"/>
                <a:sym typeface="Raleway"/>
              </a:rPr>
              <a:t>D</a:t>
            </a:r>
            <a:r>
              <a:rPr b="1" lang="en" sz="3400">
                <a:solidFill>
                  <a:srgbClr val="FF00FF"/>
                </a:solidFill>
                <a:latin typeface="Raleway"/>
                <a:ea typeface="Raleway"/>
                <a:cs typeface="Raleway"/>
                <a:sym typeface="Raleway"/>
              </a:rPr>
              <a:t>U</a:t>
            </a:r>
            <a:r>
              <a:rPr b="1" lang="en" sz="3400">
                <a:solidFill>
                  <a:srgbClr val="1B1C1D"/>
                </a:solidFill>
                <a:latin typeface="Raleway"/>
                <a:ea typeface="Raleway"/>
                <a:cs typeface="Raleway"/>
                <a:sym typeface="Raleway"/>
              </a:rPr>
              <a:t> class</a:t>
            </a:r>
            <a:endParaRPr b="1" sz="3400">
              <a:solidFill>
                <a:srgbClr val="1B1C1D"/>
              </a:solidFill>
              <a:latin typeface="Raleway"/>
              <a:ea typeface="Raleway"/>
              <a:cs typeface="Raleway"/>
              <a:sym typeface="Raleway"/>
            </a:endParaRPr>
          </a:p>
          <a:p>
            <a:pPr indent="0" lvl="0" marL="0" marR="0" rtl="0" algn="l">
              <a:lnSpc>
                <a:spcPct val="93005"/>
              </a:lnSpc>
              <a:spcBef>
                <a:spcPts val="1200"/>
              </a:spcBef>
              <a:spcAft>
                <a:spcPts val="0"/>
              </a:spcAft>
              <a:buClr>
                <a:srgbClr val="000000"/>
              </a:buClr>
              <a:buSzPts val="6600"/>
              <a:buFont typeface="Arial"/>
              <a:buNone/>
            </a:pPr>
            <a:r>
              <a:t/>
            </a:r>
            <a:endParaRPr b="1" i="0" sz="6600" u="none" cap="none" strike="noStrike">
              <a:solidFill>
                <a:srgbClr val="11674F"/>
              </a:solidFill>
              <a:latin typeface="Arial"/>
              <a:ea typeface="Arial"/>
              <a:cs typeface="Arial"/>
              <a:sym typeface="Arial"/>
            </a:endParaRPr>
          </a:p>
        </p:txBody>
      </p:sp>
      <p:sp>
        <p:nvSpPr>
          <p:cNvPr id="180" name="Google Shape;180;g3face803e0b_0_0"/>
          <p:cNvSpPr txBox="1"/>
          <p:nvPr/>
        </p:nvSpPr>
        <p:spPr>
          <a:xfrm>
            <a:off x="433388" y="3208122"/>
            <a:ext cx="3978300" cy="257700"/>
          </a:xfrm>
          <a:prstGeom prst="rect">
            <a:avLst/>
          </a:prstGeom>
          <a:noFill/>
          <a:ln>
            <a:noFill/>
          </a:ln>
        </p:spPr>
        <p:txBody>
          <a:bodyPr anchorCtr="0" anchor="t" bIns="0" lIns="0" spcFirstLastPara="1" rIns="0" wrap="square" tIns="0">
            <a:spAutoFit/>
          </a:bodyPr>
          <a:lstStyle/>
          <a:p>
            <a:pPr indent="0" lvl="1" marL="0" marR="0" rtl="0" algn="l">
              <a:lnSpc>
                <a:spcPct val="93014"/>
              </a:lnSpc>
              <a:spcBef>
                <a:spcPts val="0"/>
              </a:spcBef>
              <a:spcAft>
                <a:spcPts val="0"/>
              </a:spcAft>
              <a:buClr>
                <a:srgbClr val="000000"/>
              </a:buClr>
              <a:buSzPts val="1800"/>
              <a:buFont typeface="Arial"/>
              <a:buNone/>
            </a:pPr>
            <a:r>
              <a:rPr b="1" i="0" lang="en" sz="1800" u="none" cap="none" strike="noStrike">
                <a:solidFill>
                  <a:srgbClr val="11674F"/>
                </a:solidFill>
                <a:latin typeface="Arial"/>
                <a:ea typeface="Arial"/>
                <a:cs typeface="Arial"/>
                <a:sym typeface="Arial"/>
              </a:rPr>
              <a:t>Unit 1 | Term 1 | Lesson </a:t>
            </a:r>
            <a:r>
              <a:rPr b="1" lang="en" sz="1800">
                <a:solidFill>
                  <a:srgbClr val="11674F"/>
                </a:solidFill>
              </a:rPr>
              <a:t>2</a:t>
            </a:r>
            <a:r>
              <a:rPr b="1" i="0" lang="en" sz="1800" u="none" cap="none" strike="noStrike">
                <a:solidFill>
                  <a:srgbClr val="11674F"/>
                </a:solidFill>
                <a:latin typeface="Arial"/>
                <a:ea typeface="Arial"/>
                <a:cs typeface="Arial"/>
                <a:sym typeface="Arial"/>
              </a:rPr>
              <a:t> </a:t>
            </a:r>
            <a:endParaRPr b="0" i="0" sz="700" u="none" cap="none" strike="noStrike">
              <a:solidFill>
                <a:srgbClr val="000000"/>
              </a:solidFill>
              <a:latin typeface="Arial"/>
              <a:ea typeface="Arial"/>
              <a:cs typeface="Arial"/>
              <a:sym typeface="Arial"/>
            </a:endParaRPr>
          </a:p>
        </p:txBody>
      </p:sp>
      <p:grpSp>
        <p:nvGrpSpPr>
          <p:cNvPr id="181" name="Google Shape;181;g3face803e0b_0_0"/>
          <p:cNvGrpSpPr/>
          <p:nvPr/>
        </p:nvGrpSpPr>
        <p:grpSpPr>
          <a:xfrm>
            <a:off x="0" y="113385"/>
            <a:ext cx="9223559" cy="982772"/>
            <a:chOff x="0" y="0"/>
            <a:chExt cx="24596156" cy="2620724"/>
          </a:xfrm>
        </p:grpSpPr>
        <p:grpSp>
          <p:nvGrpSpPr>
            <p:cNvPr id="182" name="Google Shape;182;g3face803e0b_0_0"/>
            <p:cNvGrpSpPr/>
            <p:nvPr/>
          </p:nvGrpSpPr>
          <p:grpSpPr>
            <a:xfrm>
              <a:off x="0" y="444203"/>
              <a:ext cx="24596156" cy="1676700"/>
              <a:chOff x="0" y="-38100"/>
              <a:chExt cx="4858500" cy="331200"/>
            </a:xfrm>
          </p:grpSpPr>
          <p:sp>
            <p:nvSpPr>
              <p:cNvPr id="183" name="Google Shape;183;g3face803e0b_0_0"/>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184" name="Google Shape;184;g3face803e0b_0_0"/>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85" name="Google Shape;185;g3face803e0b_0_0"/>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6">
                <a:alphaModFix/>
              </a:blip>
              <a:stretch>
                <a:fillRect b="0" l="0" r="-304776" t="0"/>
              </a:stretch>
            </a:blipFill>
            <a:ln>
              <a:noFill/>
            </a:ln>
          </p:spPr>
        </p:sp>
        <p:sp>
          <p:nvSpPr>
            <p:cNvPr id="186" name="Google Shape;186;g3face803e0b_0_0"/>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LASALLIAN EDUCATION</a:t>
              </a:r>
              <a:endParaRPr b="0" i="0" sz="700" u="none" cap="none" strike="noStrike">
                <a:solidFill>
                  <a:srgbClr val="000000"/>
                </a:solidFill>
                <a:latin typeface="Arial"/>
                <a:ea typeface="Arial"/>
                <a:cs typeface="Arial"/>
                <a:sym typeface="Arial"/>
              </a:endParaRPr>
            </a:p>
          </p:txBody>
        </p:sp>
        <p:sp>
          <p:nvSpPr>
            <p:cNvPr id="187" name="Google Shape;187;g3face803e0b_0_0"/>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188" name="Google Shape;188;g3face803e0b_0_0"/>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6">
                <a:alphaModFix/>
              </a:blip>
              <a:stretch>
                <a:fillRect b="-5691" l="-37840" r="0" t="-39551"/>
              </a:stretch>
            </a:blipFill>
            <a:ln>
              <a:noFill/>
            </a:ln>
          </p:spPr>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F"/>
        </a:solidFill>
      </p:bgPr>
    </p:bg>
    <p:spTree>
      <p:nvGrpSpPr>
        <p:cNvPr id="192" name="Shape 192"/>
        <p:cNvGrpSpPr/>
        <p:nvPr/>
      </p:nvGrpSpPr>
      <p:grpSpPr>
        <a:xfrm>
          <a:off x="0" y="0"/>
          <a:ext cx="0" cy="0"/>
          <a:chOff x="0" y="0"/>
          <a:chExt cx="0" cy="0"/>
        </a:xfrm>
      </p:grpSpPr>
      <p:sp>
        <p:nvSpPr>
          <p:cNvPr id="193" name="Google Shape;193;p3"/>
          <p:cNvSpPr/>
          <p:nvPr/>
        </p:nvSpPr>
        <p:spPr>
          <a:xfrm>
            <a:off x="5213395" y="2155825"/>
            <a:ext cx="4475163" cy="3182960"/>
          </a:xfrm>
          <a:custGeom>
            <a:rect b="b" l="l" r="r" t="t"/>
            <a:pathLst>
              <a:path extrusionOk="0" h="6365919" w="8950325">
                <a:moveTo>
                  <a:pt x="0" y="0"/>
                </a:moveTo>
                <a:lnTo>
                  <a:pt x="8950325" y="0"/>
                </a:lnTo>
                <a:lnTo>
                  <a:pt x="8950325" y="6365919"/>
                </a:lnTo>
                <a:lnTo>
                  <a:pt x="0" y="6365919"/>
                </a:lnTo>
                <a:lnTo>
                  <a:pt x="0" y="0"/>
                </a:lnTo>
                <a:close/>
              </a:path>
            </a:pathLst>
          </a:custGeom>
          <a:blipFill rotWithShape="1">
            <a:blip r:embed="rId3">
              <a:alphaModFix/>
            </a:blip>
            <a:stretch>
              <a:fillRect b="0" l="0" r="0" t="0"/>
            </a:stretch>
          </a:blipFill>
          <a:ln>
            <a:noFill/>
          </a:ln>
        </p:spPr>
      </p:sp>
      <p:sp>
        <p:nvSpPr>
          <p:cNvPr id="194" name="Google Shape;194;p3"/>
          <p:cNvSpPr/>
          <p:nvPr/>
        </p:nvSpPr>
        <p:spPr>
          <a:xfrm>
            <a:off x="7777294" y="1096157"/>
            <a:ext cx="1911264" cy="1712970"/>
          </a:xfrm>
          <a:custGeom>
            <a:rect b="b" l="l" r="r" t="t"/>
            <a:pathLst>
              <a:path extrusionOk="0" h="3425940" w="3822527">
                <a:moveTo>
                  <a:pt x="0" y="0"/>
                </a:moveTo>
                <a:lnTo>
                  <a:pt x="3822527" y="0"/>
                </a:lnTo>
                <a:lnTo>
                  <a:pt x="3822527" y="3425940"/>
                </a:lnTo>
                <a:lnTo>
                  <a:pt x="0" y="3425940"/>
                </a:lnTo>
                <a:lnTo>
                  <a:pt x="0" y="0"/>
                </a:lnTo>
                <a:close/>
              </a:path>
            </a:pathLst>
          </a:custGeom>
          <a:blipFill rotWithShape="1">
            <a:blip r:embed="rId4">
              <a:alphaModFix/>
            </a:blip>
            <a:stretch>
              <a:fillRect b="0" l="0" r="0" t="0"/>
            </a:stretch>
          </a:blipFill>
          <a:ln>
            <a:noFill/>
          </a:ln>
        </p:spPr>
      </p:sp>
      <p:sp>
        <p:nvSpPr>
          <p:cNvPr id="195" name="Google Shape;195;p3"/>
          <p:cNvSpPr/>
          <p:nvPr/>
        </p:nvSpPr>
        <p:spPr>
          <a:xfrm>
            <a:off x="4411666" y="3857625"/>
            <a:ext cx="1911264" cy="1712970"/>
          </a:xfrm>
          <a:custGeom>
            <a:rect b="b" l="l" r="r" t="t"/>
            <a:pathLst>
              <a:path extrusionOk="0" h="3425940" w="3822527">
                <a:moveTo>
                  <a:pt x="0" y="0"/>
                </a:moveTo>
                <a:lnTo>
                  <a:pt x="3822528" y="0"/>
                </a:lnTo>
                <a:lnTo>
                  <a:pt x="3822528" y="3425940"/>
                </a:lnTo>
                <a:lnTo>
                  <a:pt x="0" y="3425940"/>
                </a:lnTo>
                <a:lnTo>
                  <a:pt x="0" y="0"/>
                </a:lnTo>
                <a:close/>
              </a:path>
            </a:pathLst>
          </a:custGeom>
          <a:blipFill rotWithShape="1">
            <a:blip r:embed="rId5">
              <a:alphaModFix/>
            </a:blip>
            <a:stretch>
              <a:fillRect b="0" l="0" r="0" t="0"/>
            </a:stretch>
          </a:blipFill>
          <a:ln>
            <a:noFill/>
          </a:ln>
        </p:spPr>
      </p:sp>
      <p:sp>
        <p:nvSpPr>
          <p:cNvPr id="196" name="Google Shape;196;p3"/>
          <p:cNvSpPr txBox="1"/>
          <p:nvPr/>
        </p:nvSpPr>
        <p:spPr>
          <a:xfrm>
            <a:off x="433387" y="1329283"/>
            <a:ext cx="6097500" cy="1727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1200"/>
              </a:spcBef>
              <a:spcAft>
                <a:spcPts val="0"/>
              </a:spcAft>
              <a:buClr>
                <a:schemeClr val="dk1"/>
              </a:buClr>
              <a:buSzPts val="1100"/>
              <a:buFont typeface="Arial"/>
              <a:buNone/>
            </a:pPr>
            <a:r>
              <a:rPr b="1" i="0" lang="en" sz="3400" u="none" cap="none" strike="noStrike">
                <a:solidFill>
                  <a:srgbClr val="1B1C1D"/>
                </a:solidFill>
                <a:latin typeface="Raleway"/>
                <a:ea typeface="Raleway"/>
                <a:cs typeface="Raleway"/>
                <a:sym typeface="Raleway"/>
              </a:rPr>
              <a:t>The Heart of Service: Nurturing Faith in Our Lasallian </a:t>
            </a:r>
            <a:r>
              <a:rPr b="1" lang="en" sz="3400">
                <a:solidFill>
                  <a:srgbClr val="1B1C1D"/>
                </a:solidFill>
                <a:latin typeface="Raleway"/>
                <a:ea typeface="Raleway"/>
                <a:cs typeface="Raleway"/>
                <a:sym typeface="Raleway"/>
              </a:rPr>
              <a:t>Family</a:t>
            </a:r>
            <a:endParaRPr b="1" i="0" sz="6600" u="none" cap="none" strike="noStrike">
              <a:solidFill>
                <a:srgbClr val="11674F"/>
              </a:solidFill>
              <a:latin typeface="Arial"/>
              <a:ea typeface="Arial"/>
              <a:cs typeface="Arial"/>
              <a:sym typeface="Arial"/>
            </a:endParaRPr>
          </a:p>
        </p:txBody>
      </p:sp>
      <p:sp>
        <p:nvSpPr>
          <p:cNvPr id="197" name="Google Shape;197;p3"/>
          <p:cNvSpPr txBox="1"/>
          <p:nvPr/>
        </p:nvSpPr>
        <p:spPr>
          <a:xfrm>
            <a:off x="433388" y="3208122"/>
            <a:ext cx="3978300" cy="257700"/>
          </a:xfrm>
          <a:prstGeom prst="rect">
            <a:avLst/>
          </a:prstGeom>
          <a:noFill/>
          <a:ln>
            <a:noFill/>
          </a:ln>
        </p:spPr>
        <p:txBody>
          <a:bodyPr anchorCtr="0" anchor="t" bIns="0" lIns="0" spcFirstLastPara="1" rIns="0" wrap="square" tIns="0">
            <a:spAutoFit/>
          </a:bodyPr>
          <a:lstStyle/>
          <a:p>
            <a:pPr indent="0" lvl="1" marL="0" marR="0" rtl="0" algn="l">
              <a:lnSpc>
                <a:spcPct val="93014"/>
              </a:lnSpc>
              <a:spcBef>
                <a:spcPts val="0"/>
              </a:spcBef>
              <a:spcAft>
                <a:spcPts val="0"/>
              </a:spcAft>
              <a:buClr>
                <a:srgbClr val="000000"/>
              </a:buClr>
              <a:buSzPts val="1800"/>
              <a:buFont typeface="Arial"/>
              <a:buNone/>
            </a:pPr>
            <a:r>
              <a:rPr b="1" i="0" lang="en" sz="1800" u="none" cap="none" strike="noStrike">
                <a:solidFill>
                  <a:srgbClr val="11674F"/>
                </a:solidFill>
                <a:latin typeface="Arial"/>
                <a:ea typeface="Arial"/>
                <a:cs typeface="Arial"/>
                <a:sym typeface="Arial"/>
              </a:rPr>
              <a:t>Unit 1 | Term 1 | Lesson </a:t>
            </a:r>
            <a:r>
              <a:rPr b="1" lang="en" sz="1800">
                <a:solidFill>
                  <a:srgbClr val="11674F"/>
                </a:solidFill>
              </a:rPr>
              <a:t>2</a:t>
            </a:r>
            <a:r>
              <a:rPr b="1" i="0" lang="en" sz="1800" u="none" cap="none" strike="noStrike">
                <a:solidFill>
                  <a:srgbClr val="11674F"/>
                </a:solidFill>
                <a:latin typeface="Arial"/>
                <a:ea typeface="Arial"/>
                <a:cs typeface="Arial"/>
                <a:sym typeface="Arial"/>
              </a:rPr>
              <a:t> </a:t>
            </a:r>
            <a:endParaRPr b="0" i="0" sz="700" u="none" cap="none" strike="noStrike">
              <a:solidFill>
                <a:srgbClr val="000000"/>
              </a:solidFill>
              <a:latin typeface="Arial"/>
              <a:ea typeface="Arial"/>
              <a:cs typeface="Arial"/>
              <a:sym typeface="Arial"/>
            </a:endParaRPr>
          </a:p>
        </p:txBody>
      </p:sp>
      <p:grpSp>
        <p:nvGrpSpPr>
          <p:cNvPr id="198" name="Google Shape;198;p3"/>
          <p:cNvGrpSpPr/>
          <p:nvPr/>
        </p:nvGrpSpPr>
        <p:grpSpPr>
          <a:xfrm>
            <a:off x="0" y="113385"/>
            <a:ext cx="9223559" cy="982772"/>
            <a:chOff x="0" y="0"/>
            <a:chExt cx="24596156" cy="2620724"/>
          </a:xfrm>
        </p:grpSpPr>
        <p:grpSp>
          <p:nvGrpSpPr>
            <p:cNvPr id="199" name="Google Shape;199;p3"/>
            <p:cNvGrpSpPr/>
            <p:nvPr/>
          </p:nvGrpSpPr>
          <p:grpSpPr>
            <a:xfrm>
              <a:off x="0" y="444203"/>
              <a:ext cx="24596156" cy="1676700"/>
              <a:chOff x="0" y="-38100"/>
              <a:chExt cx="4858500" cy="331200"/>
            </a:xfrm>
          </p:grpSpPr>
          <p:sp>
            <p:nvSpPr>
              <p:cNvPr id="200" name="Google Shape;200;p3"/>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201" name="Google Shape;201;p3"/>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02" name="Google Shape;202;p3"/>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6">
                <a:alphaModFix/>
              </a:blip>
              <a:stretch>
                <a:fillRect b="0" l="0" r="-304776" t="0"/>
              </a:stretch>
            </a:blipFill>
            <a:ln>
              <a:noFill/>
            </a:ln>
          </p:spPr>
        </p:sp>
        <p:sp>
          <p:nvSpPr>
            <p:cNvPr id="203" name="Google Shape;203;p3"/>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LASALLIAN EDUCATION</a:t>
              </a:r>
              <a:endParaRPr b="0" i="0" sz="700" u="none" cap="none" strike="noStrike">
                <a:solidFill>
                  <a:srgbClr val="000000"/>
                </a:solidFill>
                <a:latin typeface="Arial"/>
                <a:ea typeface="Arial"/>
                <a:cs typeface="Arial"/>
                <a:sym typeface="Arial"/>
              </a:endParaRPr>
            </a:p>
          </p:txBody>
        </p:sp>
        <p:sp>
          <p:nvSpPr>
            <p:cNvPr id="204" name="Google Shape;204;p3"/>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205" name="Google Shape;205;p3"/>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6">
                <a:alphaModFix/>
              </a:blip>
              <a:stretch>
                <a:fillRect b="-5691" l="-37840" r="0" t="-39551"/>
              </a:stretch>
            </a:blipFill>
            <a:ln>
              <a:noFill/>
            </a:ln>
          </p:spPr>
        </p:sp>
      </p:grpSp>
      <p:grpSp>
        <p:nvGrpSpPr>
          <p:cNvPr id="206" name="Google Shape;206;p3"/>
          <p:cNvGrpSpPr/>
          <p:nvPr/>
        </p:nvGrpSpPr>
        <p:grpSpPr>
          <a:xfrm>
            <a:off x="366531" y="3731043"/>
            <a:ext cx="2870137" cy="665356"/>
            <a:chOff x="0" y="-66675"/>
            <a:chExt cx="1511792" cy="350464"/>
          </a:xfrm>
        </p:grpSpPr>
        <p:sp>
          <p:nvSpPr>
            <p:cNvPr id="207" name="Google Shape;207;p3"/>
            <p:cNvSpPr/>
            <p:nvPr/>
          </p:nvSpPr>
          <p:spPr>
            <a:xfrm>
              <a:off x="0" y="0"/>
              <a:ext cx="1511792" cy="283789"/>
            </a:xfrm>
            <a:custGeom>
              <a:rect b="b" l="l" r="r" t="t"/>
              <a:pathLst>
                <a:path extrusionOk="0" h="283789" w="1511792">
                  <a:moveTo>
                    <a:pt x="93063" y="0"/>
                  </a:moveTo>
                  <a:lnTo>
                    <a:pt x="1418729" y="0"/>
                  </a:lnTo>
                  <a:cubicBezTo>
                    <a:pt x="1470126" y="0"/>
                    <a:pt x="1511792" y="41666"/>
                    <a:pt x="1511792" y="93063"/>
                  </a:cubicBezTo>
                  <a:lnTo>
                    <a:pt x="1511792" y="190726"/>
                  </a:lnTo>
                  <a:cubicBezTo>
                    <a:pt x="1511792" y="242124"/>
                    <a:pt x="1470126" y="283789"/>
                    <a:pt x="1418729" y="283789"/>
                  </a:cubicBezTo>
                  <a:lnTo>
                    <a:pt x="93063" y="283789"/>
                  </a:lnTo>
                  <a:cubicBezTo>
                    <a:pt x="41666" y="283789"/>
                    <a:pt x="0" y="242124"/>
                    <a:pt x="0" y="190726"/>
                  </a:cubicBezTo>
                  <a:lnTo>
                    <a:pt x="0" y="93063"/>
                  </a:lnTo>
                  <a:cubicBezTo>
                    <a:pt x="0" y="41666"/>
                    <a:pt x="41666" y="0"/>
                    <a:pt x="93063" y="0"/>
                  </a:cubicBezTo>
                  <a:close/>
                </a:path>
              </a:pathLst>
            </a:custGeom>
            <a:solidFill>
              <a:srgbClr val="FDC500"/>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3"/>
            <p:cNvSpPr txBox="1"/>
            <p:nvPr/>
          </p:nvSpPr>
          <p:spPr>
            <a:xfrm>
              <a:off x="0" y="-66675"/>
              <a:ext cx="1511700" cy="350400"/>
            </a:xfrm>
            <a:prstGeom prst="rect">
              <a:avLst/>
            </a:prstGeom>
            <a:noFill/>
            <a:ln>
              <a:noFill/>
            </a:ln>
          </p:spPr>
          <p:txBody>
            <a:bodyPr anchorCtr="0" anchor="ctr" bIns="25400" lIns="25400" spcFirstLastPara="1" rIns="25400" wrap="square" tIns="25400">
              <a:noAutofit/>
            </a:bodyPr>
            <a:lstStyle/>
            <a:p>
              <a:pPr indent="0" lvl="0" marL="0" marR="0" rtl="0" algn="ctr">
                <a:lnSpc>
                  <a:spcPct val="140013"/>
                </a:lnSpc>
                <a:spcBef>
                  <a:spcPts val="0"/>
                </a:spcBef>
                <a:spcAft>
                  <a:spcPts val="0"/>
                </a:spcAft>
                <a:buClr>
                  <a:srgbClr val="000000"/>
                </a:buClr>
                <a:buSzPts val="1400"/>
                <a:buFont typeface="Arial"/>
                <a:buNone/>
              </a:pPr>
              <a:br>
                <a:rPr b="1" lang="en" sz="400"/>
              </a:br>
              <a:r>
                <a:rPr b="1" lang="en"/>
                <a:t>Br. Carlo FSC</a:t>
              </a:r>
              <a:endParaRPr b="0" i="0" sz="7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F"/>
        </a:solidFill>
      </p:bgPr>
    </p:bg>
    <p:spTree>
      <p:nvGrpSpPr>
        <p:cNvPr id="212" name="Shape 212"/>
        <p:cNvGrpSpPr/>
        <p:nvPr/>
      </p:nvGrpSpPr>
      <p:grpSpPr>
        <a:xfrm>
          <a:off x="0" y="0"/>
          <a:ext cx="0" cy="0"/>
          <a:chOff x="0" y="0"/>
          <a:chExt cx="0" cy="0"/>
        </a:xfrm>
      </p:grpSpPr>
      <p:sp>
        <p:nvSpPr>
          <p:cNvPr id="213" name="Google Shape;213;p4"/>
          <p:cNvSpPr/>
          <p:nvPr/>
        </p:nvSpPr>
        <p:spPr>
          <a:xfrm rot="-1763341">
            <a:off x="5747327" y="3013800"/>
            <a:ext cx="4584925" cy="2903289"/>
          </a:xfrm>
          <a:custGeom>
            <a:rect b="b" l="l" r="r" t="t"/>
            <a:pathLst>
              <a:path extrusionOk="0" h="5800997" w="9183636">
                <a:moveTo>
                  <a:pt x="0" y="0"/>
                </a:moveTo>
                <a:lnTo>
                  <a:pt x="9183636" y="0"/>
                </a:lnTo>
                <a:lnTo>
                  <a:pt x="9183636" y="5800997"/>
                </a:lnTo>
                <a:lnTo>
                  <a:pt x="0" y="5800997"/>
                </a:lnTo>
                <a:lnTo>
                  <a:pt x="0" y="0"/>
                </a:lnTo>
                <a:close/>
              </a:path>
            </a:pathLst>
          </a:custGeom>
          <a:blipFill rotWithShape="1">
            <a:blip r:embed="rId3">
              <a:alphaModFix/>
            </a:blip>
            <a:stretch>
              <a:fillRect b="0" l="0" r="0" t="0"/>
            </a:stretch>
          </a:blipFill>
          <a:ln>
            <a:noFill/>
          </a:ln>
        </p:spPr>
      </p:sp>
      <p:sp>
        <p:nvSpPr>
          <p:cNvPr id="214" name="Google Shape;214;p4"/>
          <p:cNvSpPr txBox="1"/>
          <p:nvPr/>
        </p:nvSpPr>
        <p:spPr>
          <a:xfrm>
            <a:off x="401465" y="1790965"/>
            <a:ext cx="3465600" cy="1717800"/>
          </a:xfrm>
          <a:prstGeom prst="rect">
            <a:avLst/>
          </a:prstGeom>
          <a:noFill/>
          <a:ln>
            <a:noFill/>
          </a:ln>
        </p:spPr>
        <p:txBody>
          <a:bodyPr anchorCtr="0" anchor="t" bIns="0" lIns="0" spcFirstLastPara="1" rIns="0" wrap="square" tIns="0">
            <a:spAutoFit/>
          </a:bodyPr>
          <a:lstStyle/>
          <a:p>
            <a:pPr indent="0" lvl="1" marL="0" marR="0" rtl="0" algn="l">
              <a:lnSpc>
                <a:spcPct val="93004"/>
              </a:lnSpc>
              <a:spcBef>
                <a:spcPts val="0"/>
              </a:spcBef>
              <a:spcAft>
                <a:spcPts val="0"/>
              </a:spcAft>
              <a:buClr>
                <a:srgbClr val="000000"/>
              </a:buClr>
              <a:buSzPts val="6000"/>
              <a:buFont typeface="Arial"/>
              <a:buNone/>
            </a:pPr>
            <a:r>
              <a:rPr b="0" i="0" lang="en" sz="6000" u="none" cap="none" strike="noStrike">
                <a:solidFill>
                  <a:srgbClr val="11674F"/>
                </a:solidFill>
                <a:latin typeface="Arial"/>
                <a:ea typeface="Arial"/>
                <a:cs typeface="Arial"/>
                <a:sym typeface="Arial"/>
              </a:rPr>
              <a:t>Lesson</a:t>
            </a:r>
            <a:endParaRPr b="0" i="0" sz="6000" u="none" cap="none" strike="noStrike">
              <a:solidFill>
                <a:srgbClr val="11674F"/>
              </a:solidFill>
              <a:latin typeface="Arial"/>
              <a:ea typeface="Arial"/>
              <a:cs typeface="Arial"/>
              <a:sym typeface="Arial"/>
            </a:endParaRPr>
          </a:p>
          <a:p>
            <a:pPr indent="0" lvl="1" marL="0" marR="0" rtl="0" algn="l">
              <a:lnSpc>
                <a:spcPct val="93004"/>
              </a:lnSpc>
              <a:spcBef>
                <a:spcPts val="0"/>
              </a:spcBef>
              <a:spcAft>
                <a:spcPts val="0"/>
              </a:spcAft>
              <a:buClr>
                <a:srgbClr val="000000"/>
              </a:buClr>
              <a:buSzPts val="6000"/>
              <a:buFont typeface="Arial"/>
              <a:buNone/>
            </a:pPr>
            <a:r>
              <a:rPr b="0" i="0" lang="en" sz="6000" u="none" cap="none" strike="noStrike">
                <a:solidFill>
                  <a:srgbClr val="11674F"/>
                </a:solidFill>
                <a:latin typeface="Arial"/>
                <a:ea typeface="Arial"/>
                <a:cs typeface="Arial"/>
                <a:sym typeface="Arial"/>
              </a:rPr>
              <a:t>Flow</a:t>
            </a:r>
            <a:endParaRPr b="0" i="0" sz="6000" u="none" cap="none" strike="noStrike">
              <a:solidFill>
                <a:srgbClr val="11674F"/>
              </a:solidFill>
              <a:latin typeface="Arial"/>
              <a:ea typeface="Arial"/>
              <a:cs typeface="Arial"/>
              <a:sym typeface="Arial"/>
            </a:endParaRPr>
          </a:p>
        </p:txBody>
      </p:sp>
      <p:sp>
        <p:nvSpPr>
          <p:cNvPr id="215" name="Google Shape;215;p4"/>
          <p:cNvSpPr txBox="1"/>
          <p:nvPr/>
        </p:nvSpPr>
        <p:spPr>
          <a:xfrm>
            <a:off x="4195777" y="1790975"/>
            <a:ext cx="4656600" cy="2170500"/>
          </a:xfrm>
          <a:prstGeom prst="rect">
            <a:avLst/>
          </a:prstGeom>
          <a:noFill/>
          <a:ln>
            <a:noFill/>
          </a:ln>
        </p:spPr>
        <p:txBody>
          <a:bodyPr anchorCtr="0" anchor="t" bIns="0" lIns="0" spcFirstLastPara="1" rIns="0" wrap="square" tIns="0">
            <a:spAutoFit/>
          </a:bodyPr>
          <a:lstStyle/>
          <a:p>
            <a:pPr indent="-158750" lvl="1" marL="330200" marR="0" rtl="0" algn="l">
              <a:lnSpc>
                <a:spcPct val="140019"/>
              </a:lnSpc>
              <a:spcBef>
                <a:spcPts val="0"/>
              </a:spcBef>
              <a:spcAft>
                <a:spcPts val="0"/>
              </a:spcAft>
              <a:buClr>
                <a:srgbClr val="003649"/>
              </a:buClr>
              <a:buSzPts val="1500"/>
              <a:buFont typeface="Arial"/>
              <a:buChar char="•"/>
            </a:pPr>
            <a:r>
              <a:rPr b="1" i="0" lang="en" sz="1500" u="none" cap="none" strike="noStrike">
                <a:solidFill>
                  <a:srgbClr val="003649"/>
                </a:solidFill>
                <a:latin typeface="Arial"/>
                <a:ea typeface="Arial"/>
                <a:cs typeface="Arial"/>
                <a:sym typeface="Arial"/>
              </a:rPr>
              <a:t>Introduction to Lesson </a:t>
            </a:r>
            <a:endParaRPr b="1" i="0" sz="1500" u="none" cap="none" strike="noStrike">
              <a:solidFill>
                <a:srgbClr val="003649"/>
              </a:solidFill>
              <a:latin typeface="Arial"/>
              <a:ea typeface="Arial"/>
              <a:cs typeface="Arial"/>
              <a:sym typeface="Arial"/>
            </a:endParaRPr>
          </a:p>
          <a:p>
            <a:pPr indent="-158750" lvl="1" marL="330200" marR="0" rtl="0" algn="l">
              <a:lnSpc>
                <a:spcPct val="140019"/>
              </a:lnSpc>
              <a:spcBef>
                <a:spcPts val="0"/>
              </a:spcBef>
              <a:spcAft>
                <a:spcPts val="0"/>
              </a:spcAft>
              <a:buClr>
                <a:srgbClr val="003649"/>
              </a:buClr>
              <a:buSzPts val="1500"/>
              <a:buFont typeface="Arial"/>
              <a:buChar char="•"/>
            </a:pPr>
            <a:r>
              <a:rPr b="1" i="0" lang="en" sz="1500" u="none" cap="none" strike="noStrike">
                <a:solidFill>
                  <a:srgbClr val="003649"/>
                </a:solidFill>
                <a:latin typeface="Arial"/>
                <a:ea typeface="Arial"/>
                <a:cs typeface="Arial"/>
                <a:sym typeface="Arial"/>
              </a:rPr>
              <a:t>Lesson Proper</a:t>
            </a:r>
            <a:endParaRPr b="1" i="0" sz="1500" u="none" cap="none" strike="noStrike">
              <a:solidFill>
                <a:srgbClr val="003649"/>
              </a:solidFill>
              <a:latin typeface="Arial"/>
              <a:ea typeface="Arial"/>
              <a:cs typeface="Arial"/>
              <a:sym typeface="Arial"/>
            </a:endParaRPr>
          </a:p>
          <a:p>
            <a:pPr indent="-158750" lvl="1" marL="330200" marR="0" rtl="0" algn="l">
              <a:lnSpc>
                <a:spcPct val="140019"/>
              </a:lnSpc>
              <a:spcBef>
                <a:spcPts val="0"/>
              </a:spcBef>
              <a:spcAft>
                <a:spcPts val="0"/>
              </a:spcAft>
              <a:buClr>
                <a:srgbClr val="003649"/>
              </a:buClr>
              <a:buSzPts val="1500"/>
              <a:buFont typeface="Arial"/>
              <a:buChar char="•"/>
            </a:pPr>
            <a:r>
              <a:rPr b="1" i="0" lang="en" sz="1500" u="none" cap="none" strike="noStrike">
                <a:solidFill>
                  <a:srgbClr val="003649"/>
                </a:solidFill>
                <a:latin typeface="Arial"/>
                <a:ea typeface="Arial"/>
                <a:cs typeface="Arial"/>
                <a:sym typeface="Arial"/>
              </a:rPr>
              <a:t>Activities &amp; Reflections</a:t>
            </a:r>
            <a:endParaRPr b="1" i="0" sz="1500" u="none" cap="none" strike="noStrike">
              <a:solidFill>
                <a:srgbClr val="000000"/>
              </a:solidFill>
              <a:latin typeface="Arial"/>
              <a:ea typeface="Arial"/>
              <a:cs typeface="Arial"/>
              <a:sym typeface="Arial"/>
            </a:endParaRPr>
          </a:p>
          <a:p>
            <a:pPr indent="-158750" lvl="1" marL="330200" marR="0" rtl="0" algn="l">
              <a:lnSpc>
                <a:spcPct val="140019"/>
              </a:lnSpc>
              <a:spcBef>
                <a:spcPts val="0"/>
              </a:spcBef>
              <a:spcAft>
                <a:spcPts val="0"/>
              </a:spcAft>
              <a:buClr>
                <a:srgbClr val="003649"/>
              </a:buClr>
              <a:buSzPts val="1500"/>
              <a:buFont typeface="Arial"/>
              <a:buChar char="•"/>
            </a:pPr>
            <a:r>
              <a:rPr b="1" i="0" lang="en" sz="1500" u="none" cap="none" strike="noStrike">
                <a:solidFill>
                  <a:srgbClr val="003649"/>
                </a:solidFill>
                <a:latin typeface="Arial"/>
                <a:ea typeface="Arial"/>
                <a:cs typeface="Arial"/>
                <a:sym typeface="Arial"/>
              </a:rPr>
              <a:t>Key Takeaways</a:t>
            </a:r>
            <a:endParaRPr b="1" i="0" sz="1500" u="none" cap="none" strike="noStrike">
              <a:solidFill>
                <a:srgbClr val="000000"/>
              </a:solidFill>
              <a:latin typeface="Arial"/>
              <a:ea typeface="Arial"/>
              <a:cs typeface="Arial"/>
              <a:sym typeface="Arial"/>
            </a:endParaRPr>
          </a:p>
          <a:p>
            <a:pPr indent="-158750" lvl="1" marL="330200" marR="0" rtl="0" algn="l">
              <a:lnSpc>
                <a:spcPct val="140019"/>
              </a:lnSpc>
              <a:spcBef>
                <a:spcPts val="0"/>
              </a:spcBef>
              <a:spcAft>
                <a:spcPts val="0"/>
              </a:spcAft>
              <a:buClr>
                <a:srgbClr val="003649"/>
              </a:buClr>
              <a:buSzPts val="1500"/>
              <a:buFont typeface="Arial"/>
              <a:buChar char="•"/>
            </a:pPr>
            <a:r>
              <a:rPr b="1" i="0" lang="en" sz="1500" u="none" cap="none" strike="noStrike">
                <a:solidFill>
                  <a:srgbClr val="003649"/>
                </a:solidFill>
                <a:latin typeface="Arial"/>
                <a:ea typeface="Arial"/>
                <a:cs typeface="Arial"/>
                <a:sym typeface="Arial"/>
              </a:rPr>
              <a:t>Q&amp;A</a:t>
            </a:r>
            <a:endParaRPr b="1" i="0" sz="1500" u="none" cap="none" strike="noStrike">
              <a:solidFill>
                <a:srgbClr val="000000"/>
              </a:solidFill>
              <a:latin typeface="Arial"/>
              <a:ea typeface="Arial"/>
              <a:cs typeface="Arial"/>
              <a:sym typeface="Arial"/>
            </a:endParaRPr>
          </a:p>
          <a:p>
            <a:pPr indent="-158750" lvl="1" marL="330200" marR="0" rtl="0" algn="l">
              <a:lnSpc>
                <a:spcPct val="140019"/>
              </a:lnSpc>
              <a:spcBef>
                <a:spcPts val="0"/>
              </a:spcBef>
              <a:spcAft>
                <a:spcPts val="0"/>
              </a:spcAft>
              <a:buClr>
                <a:srgbClr val="003649"/>
              </a:buClr>
              <a:buSzPts val="1500"/>
              <a:buFont typeface="Arial"/>
              <a:buChar char="•"/>
            </a:pPr>
            <a:r>
              <a:rPr b="1" i="0" lang="en" sz="1500" u="none" cap="none" strike="noStrike">
                <a:solidFill>
                  <a:srgbClr val="003649"/>
                </a:solidFill>
                <a:latin typeface="Arial"/>
                <a:ea typeface="Arial"/>
                <a:cs typeface="Arial"/>
                <a:sym typeface="Arial"/>
              </a:rPr>
              <a:t>Reflection Log Time</a:t>
            </a:r>
            <a:endParaRPr b="1" i="0" sz="1500" u="none" cap="none" strike="noStrike">
              <a:solidFill>
                <a:srgbClr val="000000"/>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1500"/>
              <a:buFont typeface="Arial"/>
              <a:buNone/>
            </a:pPr>
            <a:r>
              <a:t/>
            </a:r>
            <a:endParaRPr b="1" i="0" sz="1500" u="none" cap="none" strike="noStrike">
              <a:solidFill>
                <a:srgbClr val="003649"/>
              </a:solidFill>
              <a:latin typeface="Arial"/>
              <a:ea typeface="Arial"/>
              <a:cs typeface="Arial"/>
              <a:sym typeface="Arial"/>
            </a:endParaRPr>
          </a:p>
        </p:txBody>
      </p:sp>
      <p:grpSp>
        <p:nvGrpSpPr>
          <p:cNvPr id="216" name="Google Shape;216;p4"/>
          <p:cNvGrpSpPr/>
          <p:nvPr/>
        </p:nvGrpSpPr>
        <p:grpSpPr>
          <a:xfrm>
            <a:off x="0" y="113385"/>
            <a:ext cx="9223559" cy="982772"/>
            <a:chOff x="0" y="0"/>
            <a:chExt cx="24596156" cy="2620724"/>
          </a:xfrm>
        </p:grpSpPr>
        <p:grpSp>
          <p:nvGrpSpPr>
            <p:cNvPr id="217" name="Google Shape;217;p4"/>
            <p:cNvGrpSpPr/>
            <p:nvPr/>
          </p:nvGrpSpPr>
          <p:grpSpPr>
            <a:xfrm>
              <a:off x="0" y="444203"/>
              <a:ext cx="24596156" cy="1676700"/>
              <a:chOff x="0" y="-38100"/>
              <a:chExt cx="4858500" cy="331200"/>
            </a:xfrm>
          </p:grpSpPr>
          <p:sp>
            <p:nvSpPr>
              <p:cNvPr id="218" name="Google Shape;218;p4"/>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219" name="Google Shape;219;p4"/>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20" name="Google Shape;220;p4"/>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4">
                <a:alphaModFix/>
              </a:blip>
              <a:stretch>
                <a:fillRect b="0" l="0" r="-304776" t="0"/>
              </a:stretch>
            </a:blipFill>
            <a:ln>
              <a:noFill/>
            </a:ln>
          </p:spPr>
        </p:sp>
        <p:sp>
          <p:nvSpPr>
            <p:cNvPr id="221" name="Google Shape;221;p4"/>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LASALLIAN EDUCATION</a:t>
              </a:r>
              <a:endParaRPr b="0" i="0" sz="700" u="none" cap="none" strike="noStrike">
                <a:solidFill>
                  <a:srgbClr val="000000"/>
                </a:solidFill>
                <a:latin typeface="Arial"/>
                <a:ea typeface="Arial"/>
                <a:cs typeface="Arial"/>
                <a:sym typeface="Arial"/>
              </a:endParaRPr>
            </a:p>
          </p:txBody>
        </p:sp>
        <p:sp>
          <p:nvSpPr>
            <p:cNvPr id="222" name="Google Shape;222;p4"/>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223" name="Google Shape;223;p4"/>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4">
                <a:alphaModFix/>
              </a:blip>
              <a:stretch>
                <a:fillRect b="-5691" l="-37840" r="0" t="-39551"/>
              </a:stretch>
            </a:blipFill>
            <a:ln>
              <a:noFill/>
            </a:ln>
          </p:spPr>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F"/>
        </a:solidFill>
      </p:bgPr>
    </p:bg>
    <p:spTree>
      <p:nvGrpSpPr>
        <p:cNvPr id="227" name="Shape 227"/>
        <p:cNvGrpSpPr/>
        <p:nvPr/>
      </p:nvGrpSpPr>
      <p:grpSpPr>
        <a:xfrm>
          <a:off x="0" y="0"/>
          <a:ext cx="0" cy="0"/>
          <a:chOff x="0" y="0"/>
          <a:chExt cx="0" cy="0"/>
        </a:xfrm>
      </p:grpSpPr>
      <p:sp>
        <p:nvSpPr>
          <p:cNvPr id="228" name="Google Shape;228;p5"/>
          <p:cNvSpPr txBox="1"/>
          <p:nvPr/>
        </p:nvSpPr>
        <p:spPr>
          <a:xfrm>
            <a:off x="508100" y="2385050"/>
            <a:ext cx="3726600" cy="16440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1000"/>
              </a:spcBef>
              <a:spcAft>
                <a:spcPts val="0"/>
              </a:spcAft>
              <a:buClr>
                <a:srgbClr val="000000"/>
              </a:buClr>
              <a:buSzPts val="2400"/>
              <a:buFont typeface="Arial"/>
              <a:buNone/>
            </a:pPr>
            <a:r>
              <a:rPr b="0" i="0" lang="en" sz="2400" u="none" cap="none" strike="noStrike">
                <a:solidFill>
                  <a:schemeClr val="dk1"/>
                </a:solidFill>
                <a:latin typeface="Arial"/>
                <a:ea typeface="Arial"/>
                <a:cs typeface="Arial"/>
                <a:sym typeface="Arial"/>
              </a:rPr>
              <a:t>How does our </a:t>
            </a:r>
            <a:r>
              <a:rPr b="1" i="0" lang="en" sz="2400" u="none" cap="none" strike="noStrike">
                <a:solidFill>
                  <a:schemeClr val="dk1"/>
                </a:solidFill>
                <a:latin typeface="Arial"/>
                <a:ea typeface="Arial"/>
                <a:cs typeface="Arial"/>
                <a:sym typeface="Arial"/>
              </a:rPr>
              <a:t>faith</a:t>
            </a:r>
            <a:r>
              <a:rPr b="0" i="0" lang="en" sz="2400" u="none" cap="none" strike="noStrike">
                <a:solidFill>
                  <a:schemeClr val="dk1"/>
                </a:solidFill>
                <a:latin typeface="Arial"/>
                <a:ea typeface="Arial"/>
                <a:cs typeface="Arial"/>
                <a:sym typeface="Arial"/>
              </a:rPr>
              <a:t> motivate us to be better </a:t>
            </a:r>
            <a:r>
              <a:rPr b="1" i="0" lang="en" sz="2400" u="none" cap="none" strike="noStrike">
                <a:solidFill>
                  <a:schemeClr val="dk1"/>
                </a:solidFill>
                <a:latin typeface="Arial"/>
                <a:ea typeface="Arial"/>
                <a:cs typeface="Arial"/>
                <a:sym typeface="Arial"/>
              </a:rPr>
              <a:t>team players</a:t>
            </a:r>
            <a:r>
              <a:rPr b="0" i="0" lang="en" sz="2400" u="none" cap="none" strike="noStrike">
                <a:solidFill>
                  <a:schemeClr val="dk1"/>
                </a:solidFill>
                <a:latin typeface="Arial"/>
                <a:ea typeface="Arial"/>
                <a:cs typeface="Arial"/>
                <a:sym typeface="Arial"/>
              </a:rPr>
              <a:t> and build a community of service?</a:t>
            </a:r>
            <a:endParaRPr b="0" i="0" sz="2400" u="none" cap="none" strike="noStrike">
              <a:solidFill>
                <a:srgbClr val="003649"/>
              </a:solidFill>
              <a:latin typeface="Arial"/>
              <a:ea typeface="Arial"/>
              <a:cs typeface="Arial"/>
              <a:sym typeface="Arial"/>
            </a:endParaRPr>
          </a:p>
        </p:txBody>
      </p:sp>
      <p:grpSp>
        <p:nvGrpSpPr>
          <p:cNvPr id="229" name="Google Shape;229;p5"/>
          <p:cNvGrpSpPr/>
          <p:nvPr/>
        </p:nvGrpSpPr>
        <p:grpSpPr>
          <a:xfrm>
            <a:off x="433400" y="1571126"/>
            <a:ext cx="1881250" cy="512171"/>
            <a:chOff x="0" y="-76200"/>
            <a:chExt cx="990914" cy="301295"/>
          </a:xfrm>
        </p:grpSpPr>
        <p:sp>
          <p:nvSpPr>
            <p:cNvPr id="230" name="Google Shape;230;p5"/>
            <p:cNvSpPr/>
            <p:nvPr/>
          </p:nvSpPr>
          <p:spPr>
            <a:xfrm>
              <a:off x="0" y="0"/>
              <a:ext cx="990914" cy="225095"/>
            </a:xfrm>
            <a:custGeom>
              <a:rect b="b" l="l" r="r" t="t"/>
              <a:pathLst>
                <a:path extrusionOk="0" h="225095" w="990914">
                  <a:moveTo>
                    <a:pt x="112548" y="0"/>
                  </a:moveTo>
                  <a:lnTo>
                    <a:pt x="878366" y="0"/>
                  </a:lnTo>
                  <a:cubicBezTo>
                    <a:pt x="940524" y="0"/>
                    <a:pt x="990914" y="50389"/>
                    <a:pt x="990914" y="112548"/>
                  </a:cubicBezTo>
                  <a:lnTo>
                    <a:pt x="990914" y="112548"/>
                  </a:lnTo>
                  <a:cubicBezTo>
                    <a:pt x="990914" y="174706"/>
                    <a:pt x="940524" y="225095"/>
                    <a:pt x="878366" y="225095"/>
                  </a:cubicBezTo>
                  <a:lnTo>
                    <a:pt x="112548" y="225095"/>
                  </a:lnTo>
                  <a:cubicBezTo>
                    <a:pt x="50389" y="225095"/>
                    <a:pt x="0" y="174706"/>
                    <a:pt x="0" y="112548"/>
                  </a:cubicBezTo>
                  <a:lnTo>
                    <a:pt x="0" y="112548"/>
                  </a:lnTo>
                  <a:cubicBezTo>
                    <a:pt x="0" y="50389"/>
                    <a:pt x="50389" y="0"/>
                    <a:pt x="112548" y="0"/>
                  </a:cubicBezTo>
                  <a:close/>
                </a:path>
              </a:pathLst>
            </a:custGeom>
            <a:solidFill>
              <a:srgbClr val="FDC500"/>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5"/>
            <p:cNvSpPr txBox="1"/>
            <p:nvPr/>
          </p:nvSpPr>
          <p:spPr>
            <a:xfrm>
              <a:off x="0" y="-76200"/>
              <a:ext cx="990900" cy="3012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Enquiry Question</a:t>
              </a:r>
              <a:endParaRPr b="0" i="0" sz="700" u="none" cap="none" strike="noStrike">
                <a:solidFill>
                  <a:srgbClr val="000000"/>
                </a:solidFill>
                <a:latin typeface="Arial"/>
                <a:ea typeface="Arial"/>
                <a:cs typeface="Arial"/>
                <a:sym typeface="Arial"/>
              </a:endParaRPr>
            </a:p>
          </p:txBody>
        </p:sp>
      </p:grpSp>
      <p:grpSp>
        <p:nvGrpSpPr>
          <p:cNvPr id="232" name="Google Shape;232;p5"/>
          <p:cNvGrpSpPr/>
          <p:nvPr/>
        </p:nvGrpSpPr>
        <p:grpSpPr>
          <a:xfrm>
            <a:off x="0" y="113385"/>
            <a:ext cx="9223559" cy="982772"/>
            <a:chOff x="0" y="0"/>
            <a:chExt cx="24596156" cy="2620724"/>
          </a:xfrm>
        </p:grpSpPr>
        <p:grpSp>
          <p:nvGrpSpPr>
            <p:cNvPr id="233" name="Google Shape;233;p5"/>
            <p:cNvGrpSpPr/>
            <p:nvPr/>
          </p:nvGrpSpPr>
          <p:grpSpPr>
            <a:xfrm>
              <a:off x="0" y="444203"/>
              <a:ext cx="24596156" cy="1676700"/>
              <a:chOff x="0" y="-38100"/>
              <a:chExt cx="4858500" cy="331200"/>
            </a:xfrm>
          </p:grpSpPr>
          <p:sp>
            <p:nvSpPr>
              <p:cNvPr id="234" name="Google Shape;234;p5"/>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235" name="Google Shape;235;p5"/>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36" name="Google Shape;236;p5"/>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3">
                <a:alphaModFix/>
              </a:blip>
              <a:stretch>
                <a:fillRect b="0" l="0" r="-304776" t="0"/>
              </a:stretch>
            </a:blipFill>
            <a:ln>
              <a:noFill/>
            </a:ln>
          </p:spPr>
        </p:sp>
        <p:sp>
          <p:nvSpPr>
            <p:cNvPr id="237" name="Google Shape;237;p5"/>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LASALLIAN EDUCATION</a:t>
              </a:r>
              <a:endParaRPr b="0" i="0" sz="700" u="none" cap="none" strike="noStrike">
                <a:solidFill>
                  <a:srgbClr val="000000"/>
                </a:solidFill>
                <a:latin typeface="Arial"/>
                <a:ea typeface="Arial"/>
                <a:cs typeface="Arial"/>
                <a:sym typeface="Arial"/>
              </a:endParaRPr>
            </a:p>
          </p:txBody>
        </p:sp>
        <p:sp>
          <p:nvSpPr>
            <p:cNvPr id="238" name="Google Shape;238;p5"/>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239" name="Google Shape;239;p5"/>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3">
                <a:alphaModFix/>
              </a:blip>
              <a:stretch>
                <a:fillRect b="-5691" l="-37840" r="0" t="-39551"/>
              </a:stretch>
            </a:blipFill>
            <a:ln>
              <a:noFill/>
            </a:ln>
          </p:spPr>
        </p:sp>
      </p:grpSp>
      <p:sp>
        <p:nvSpPr>
          <p:cNvPr id="240" name="Google Shape;240;p5"/>
          <p:cNvSpPr/>
          <p:nvPr/>
        </p:nvSpPr>
        <p:spPr>
          <a:xfrm>
            <a:off x="5213395" y="2155825"/>
            <a:ext cx="4475163" cy="3182960"/>
          </a:xfrm>
          <a:custGeom>
            <a:rect b="b" l="l" r="r" t="t"/>
            <a:pathLst>
              <a:path extrusionOk="0" h="6365919" w="8950325">
                <a:moveTo>
                  <a:pt x="0" y="0"/>
                </a:moveTo>
                <a:lnTo>
                  <a:pt x="8950325" y="0"/>
                </a:lnTo>
                <a:lnTo>
                  <a:pt x="8950325" y="6365919"/>
                </a:lnTo>
                <a:lnTo>
                  <a:pt x="0" y="6365919"/>
                </a:lnTo>
                <a:lnTo>
                  <a:pt x="0" y="0"/>
                </a:lnTo>
                <a:close/>
              </a:path>
            </a:pathLst>
          </a:custGeom>
          <a:blipFill rotWithShape="1">
            <a:blip r:embed="rId4">
              <a:alphaModFix/>
            </a:blip>
            <a:stretch>
              <a:fillRect b="0" l="0" r="0" t="0"/>
            </a:stretch>
          </a:blipFill>
          <a:ln>
            <a:noFill/>
          </a:ln>
        </p:spPr>
      </p:sp>
      <p:sp>
        <p:nvSpPr>
          <p:cNvPr id="241" name="Google Shape;241;p5"/>
          <p:cNvSpPr/>
          <p:nvPr/>
        </p:nvSpPr>
        <p:spPr>
          <a:xfrm>
            <a:off x="7777294" y="1096157"/>
            <a:ext cx="1911264" cy="1712970"/>
          </a:xfrm>
          <a:custGeom>
            <a:rect b="b" l="l" r="r" t="t"/>
            <a:pathLst>
              <a:path extrusionOk="0" h="3425940" w="3822527">
                <a:moveTo>
                  <a:pt x="0" y="0"/>
                </a:moveTo>
                <a:lnTo>
                  <a:pt x="3822527" y="0"/>
                </a:lnTo>
                <a:lnTo>
                  <a:pt x="3822527" y="3425940"/>
                </a:lnTo>
                <a:lnTo>
                  <a:pt x="0" y="3425940"/>
                </a:lnTo>
                <a:lnTo>
                  <a:pt x="0" y="0"/>
                </a:lnTo>
                <a:close/>
              </a:path>
            </a:pathLst>
          </a:custGeom>
          <a:blipFill rotWithShape="1">
            <a:blip r:embed="rId5">
              <a:alphaModFix/>
            </a:blip>
            <a:stretch>
              <a:fillRect b="0" l="0" r="0" t="0"/>
            </a:stretch>
          </a:blipFill>
          <a:ln>
            <a:noFill/>
          </a:ln>
        </p:spPr>
      </p:sp>
      <p:sp>
        <p:nvSpPr>
          <p:cNvPr id="242" name="Google Shape;242;p5"/>
          <p:cNvSpPr/>
          <p:nvPr/>
        </p:nvSpPr>
        <p:spPr>
          <a:xfrm>
            <a:off x="4411666" y="3857625"/>
            <a:ext cx="1911264" cy="1712970"/>
          </a:xfrm>
          <a:custGeom>
            <a:rect b="b" l="l" r="r" t="t"/>
            <a:pathLst>
              <a:path extrusionOk="0" h="3425940" w="3822527">
                <a:moveTo>
                  <a:pt x="0" y="0"/>
                </a:moveTo>
                <a:lnTo>
                  <a:pt x="3822528" y="0"/>
                </a:lnTo>
                <a:lnTo>
                  <a:pt x="3822528" y="3425940"/>
                </a:lnTo>
                <a:lnTo>
                  <a:pt x="0" y="3425940"/>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F"/>
        </a:solidFill>
      </p:bgPr>
    </p:bg>
    <p:spTree>
      <p:nvGrpSpPr>
        <p:cNvPr id="246" name="Shape 246"/>
        <p:cNvGrpSpPr/>
        <p:nvPr/>
      </p:nvGrpSpPr>
      <p:grpSpPr>
        <a:xfrm>
          <a:off x="0" y="0"/>
          <a:ext cx="0" cy="0"/>
          <a:chOff x="0" y="0"/>
          <a:chExt cx="0" cy="0"/>
        </a:xfrm>
      </p:grpSpPr>
      <p:sp>
        <p:nvSpPr>
          <p:cNvPr id="247" name="Google Shape;247;p6"/>
          <p:cNvSpPr txBox="1"/>
          <p:nvPr/>
        </p:nvSpPr>
        <p:spPr>
          <a:xfrm>
            <a:off x="508094" y="2385060"/>
            <a:ext cx="4816500" cy="2474400"/>
          </a:xfrm>
          <a:prstGeom prst="rect">
            <a:avLst/>
          </a:prstGeom>
          <a:noFill/>
          <a:ln>
            <a:noFill/>
          </a:ln>
        </p:spPr>
        <p:txBody>
          <a:bodyPr anchorCtr="0" anchor="t" bIns="0" lIns="0" spcFirstLastPara="1" rIns="0" wrap="square" tIns="0">
            <a:spAutoFit/>
          </a:bodyPr>
          <a:lstStyle/>
          <a:p>
            <a:pPr indent="-323850" lvl="0" marL="457200" marR="0" rtl="0" algn="just">
              <a:lnSpc>
                <a:spcPct val="115000"/>
              </a:lnSpc>
              <a:spcBef>
                <a:spcPts val="1000"/>
              </a:spcBef>
              <a:spcAft>
                <a:spcPts val="0"/>
              </a:spcAft>
              <a:buClr>
                <a:srgbClr val="1B1C1D"/>
              </a:buClr>
              <a:buSzPts val="1500"/>
              <a:buFont typeface="Raleway"/>
              <a:buChar char="●"/>
            </a:pPr>
            <a:r>
              <a:rPr b="0" i="0" lang="en" sz="1500" u="none" cap="none" strike="noStrike">
                <a:solidFill>
                  <a:schemeClr val="dk1"/>
                </a:solidFill>
                <a:latin typeface="Arial"/>
                <a:ea typeface="Arial"/>
                <a:cs typeface="Arial"/>
                <a:sym typeface="Arial"/>
              </a:rPr>
              <a:t>Explain the connection between </a:t>
            </a:r>
            <a:r>
              <a:rPr b="1" i="0" lang="en" sz="1500" u="none" cap="none" strike="noStrike">
                <a:solidFill>
                  <a:schemeClr val="dk1"/>
                </a:solidFill>
                <a:latin typeface="Arial"/>
                <a:ea typeface="Arial"/>
                <a:cs typeface="Arial"/>
                <a:sym typeface="Arial"/>
              </a:rPr>
              <a:t>faith</a:t>
            </a:r>
            <a:r>
              <a:rPr b="0" i="0" lang="en" sz="1500" u="none" cap="none" strike="noStrike">
                <a:solidFill>
                  <a:schemeClr val="dk1"/>
                </a:solidFill>
                <a:latin typeface="Arial"/>
                <a:ea typeface="Arial"/>
                <a:cs typeface="Arial"/>
                <a:sym typeface="Arial"/>
              </a:rPr>
              <a:t> and </a:t>
            </a:r>
            <a:r>
              <a:rPr b="1" i="0" lang="en" sz="1500" u="none" cap="none" strike="noStrike">
                <a:solidFill>
                  <a:schemeClr val="dk1"/>
                </a:solidFill>
                <a:latin typeface="Arial"/>
                <a:ea typeface="Arial"/>
                <a:cs typeface="Arial"/>
                <a:sym typeface="Arial"/>
              </a:rPr>
              <a:t>service</a:t>
            </a:r>
            <a:r>
              <a:rPr b="0" i="0" lang="en" sz="1500" u="none" cap="none" strike="noStrike">
                <a:solidFill>
                  <a:schemeClr val="dk1"/>
                </a:solidFill>
                <a:latin typeface="Arial"/>
                <a:ea typeface="Arial"/>
                <a:cs typeface="Arial"/>
                <a:sym typeface="Arial"/>
              </a:rPr>
              <a:t> within the Lasallian tradition.</a:t>
            </a:r>
            <a:endParaRPr b="0" i="0" sz="1500" u="none" cap="none" strike="noStrike">
              <a:solidFill>
                <a:schemeClr val="dk1"/>
              </a:solidFill>
              <a:latin typeface="Arial"/>
              <a:ea typeface="Arial"/>
              <a:cs typeface="Arial"/>
              <a:sym typeface="Arial"/>
            </a:endParaRPr>
          </a:p>
          <a:p>
            <a:pPr indent="-323850" lvl="0" marL="457200" marR="0" rtl="0" algn="just">
              <a:lnSpc>
                <a:spcPct val="115000"/>
              </a:lnSpc>
              <a:spcBef>
                <a:spcPts val="1000"/>
              </a:spcBef>
              <a:spcAft>
                <a:spcPts val="0"/>
              </a:spcAft>
              <a:buClr>
                <a:srgbClr val="1B1C1D"/>
              </a:buClr>
              <a:buSzPts val="1500"/>
              <a:buFont typeface="Raleway"/>
              <a:buChar char="●"/>
            </a:pPr>
            <a:r>
              <a:rPr b="0" i="0" lang="en" sz="1500" u="none" cap="none" strike="noStrike">
                <a:solidFill>
                  <a:schemeClr val="dk1"/>
                </a:solidFill>
                <a:latin typeface="Arial"/>
                <a:ea typeface="Arial"/>
                <a:cs typeface="Arial"/>
                <a:sym typeface="Arial"/>
              </a:rPr>
              <a:t>Identify personal beliefs and values that can help them be effective </a:t>
            </a:r>
            <a:r>
              <a:rPr b="1" i="0" lang="en" sz="1500" u="none" cap="none" strike="noStrike">
                <a:solidFill>
                  <a:schemeClr val="dk1"/>
                </a:solidFill>
                <a:latin typeface="Arial"/>
                <a:ea typeface="Arial"/>
                <a:cs typeface="Arial"/>
                <a:sym typeface="Arial"/>
              </a:rPr>
              <a:t>team players</a:t>
            </a:r>
            <a:r>
              <a:rPr b="0" i="0" lang="en" sz="15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a:p>
            <a:pPr indent="-323850" lvl="0" marL="457200" marR="0" rtl="0" algn="just">
              <a:lnSpc>
                <a:spcPct val="115000"/>
              </a:lnSpc>
              <a:spcBef>
                <a:spcPts val="1000"/>
              </a:spcBef>
              <a:spcAft>
                <a:spcPts val="0"/>
              </a:spcAft>
              <a:buClr>
                <a:srgbClr val="1B1C1D"/>
              </a:buClr>
              <a:buSzPts val="1500"/>
              <a:buFont typeface="Raleway"/>
              <a:buChar char="●"/>
            </a:pPr>
            <a:r>
              <a:rPr b="0" i="0" lang="en" sz="1500" u="none" cap="none" strike="noStrike">
                <a:solidFill>
                  <a:schemeClr val="dk1"/>
                </a:solidFill>
                <a:latin typeface="Arial"/>
                <a:ea typeface="Arial"/>
                <a:cs typeface="Arial"/>
                <a:sym typeface="Arial"/>
              </a:rPr>
              <a:t>Practice simple reflection to understand their own role in the community.</a:t>
            </a:r>
            <a:endParaRPr b="0" i="0" sz="1500" u="none" cap="none" strike="noStrike">
              <a:solidFill>
                <a:schemeClr val="dk1"/>
              </a:solidFill>
              <a:latin typeface="Arial"/>
              <a:ea typeface="Arial"/>
              <a:cs typeface="Arial"/>
              <a:sym typeface="Arial"/>
            </a:endParaRPr>
          </a:p>
          <a:p>
            <a:pPr indent="-323850" lvl="0" marL="457200" marR="0" rtl="0" algn="just">
              <a:lnSpc>
                <a:spcPct val="115000"/>
              </a:lnSpc>
              <a:spcBef>
                <a:spcPts val="1000"/>
              </a:spcBef>
              <a:spcAft>
                <a:spcPts val="0"/>
              </a:spcAft>
              <a:buClr>
                <a:srgbClr val="1B1C1D"/>
              </a:buClr>
              <a:buSzPts val="1500"/>
              <a:buFont typeface="Raleway"/>
              <a:buChar char="●"/>
            </a:pPr>
            <a:r>
              <a:rPr b="0" i="0" lang="en" sz="1500" u="none" cap="none" strike="noStrike">
                <a:solidFill>
                  <a:schemeClr val="dk1"/>
                </a:solidFill>
                <a:latin typeface="Arial"/>
                <a:ea typeface="Arial"/>
                <a:cs typeface="Arial"/>
                <a:sym typeface="Arial"/>
              </a:rPr>
              <a:t>Begin brainstorming ideas for the Capstone Project.</a:t>
            </a:r>
            <a:endParaRPr b="1" i="0" sz="1500" u="none" cap="none" strike="noStrike">
              <a:solidFill>
                <a:srgbClr val="1B1C1D"/>
              </a:solidFill>
              <a:latin typeface="Raleway"/>
              <a:ea typeface="Raleway"/>
              <a:cs typeface="Raleway"/>
              <a:sym typeface="Raleway"/>
            </a:endParaRPr>
          </a:p>
        </p:txBody>
      </p:sp>
      <p:grpSp>
        <p:nvGrpSpPr>
          <p:cNvPr id="248" name="Google Shape;248;p6"/>
          <p:cNvGrpSpPr/>
          <p:nvPr/>
        </p:nvGrpSpPr>
        <p:grpSpPr>
          <a:xfrm>
            <a:off x="433401" y="1643563"/>
            <a:ext cx="2008235" cy="571828"/>
            <a:chOff x="7" y="-38047"/>
            <a:chExt cx="1057801" cy="301200"/>
          </a:xfrm>
        </p:grpSpPr>
        <p:sp>
          <p:nvSpPr>
            <p:cNvPr id="249" name="Google Shape;249;p6"/>
            <p:cNvSpPr/>
            <p:nvPr/>
          </p:nvSpPr>
          <p:spPr>
            <a:xfrm>
              <a:off x="7" y="2"/>
              <a:ext cx="1057801" cy="225095"/>
            </a:xfrm>
            <a:custGeom>
              <a:rect b="b" l="l" r="r" t="t"/>
              <a:pathLst>
                <a:path extrusionOk="0" h="225095" w="990914">
                  <a:moveTo>
                    <a:pt x="112548" y="0"/>
                  </a:moveTo>
                  <a:lnTo>
                    <a:pt x="878366" y="0"/>
                  </a:lnTo>
                  <a:cubicBezTo>
                    <a:pt x="940524" y="0"/>
                    <a:pt x="990914" y="50389"/>
                    <a:pt x="990914" y="112548"/>
                  </a:cubicBezTo>
                  <a:lnTo>
                    <a:pt x="990914" y="112548"/>
                  </a:lnTo>
                  <a:cubicBezTo>
                    <a:pt x="990914" y="174706"/>
                    <a:pt x="940524" y="225095"/>
                    <a:pt x="878366" y="225095"/>
                  </a:cubicBezTo>
                  <a:lnTo>
                    <a:pt x="112548" y="225095"/>
                  </a:lnTo>
                  <a:cubicBezTo>
                    <a:pt x="50389" y="225095"/>
                    <a:pt x="0" y="174706"/>
                    <a:pt x="0" y="112548"/>
                  </a:cubicBezTo>
                  <a:lnTo>
                    <a:pt x="0" y="112548"/>
                  </a:lnTo>
                  <a:cubicBezTo>
                    <a:pt x="0" y="50389"/>
                    <a:pt x="50389" y="0"/>
                    <a:pt x="112548" y="0"/>
                  </a:cubicBezTo>
                  <a:close/>
                </a:path>
              </a:pathLst>
            </a:custGeom>
            <a:solidFill>
              <a:srgbClr val="FDC500"/>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6"/>
            <p:cNvSpPr txBox="1"/>
            <p:nvPr/>
          </p:nvSpPr>
          <p:spPr>
            <a:xfrm>
              <a:off x="8698" y="-38047"/>
              <a:ext cx="1040400" cy="3012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Lesson Objectives</a:t>
              </a:r>
              <a:endParaRPr b="0" i="0" sz="700" u="none" cap="none" strike="noStrike">
                <a:solidFill>
                  <a:srgbClr val="000000"/>
                </a:solidFill>
                <a:latin typeface="Arial"/>
                <a:ea typeface="Arial"/>
                <a:cs typeface="Arial"/>
                <a:sym typeface="Arial"/>
              </a:endParaRPr>
            </a:p>
          </p:txBody>
        </p:sp>
      </p:grpSp>
      <p:grpSp>
        <p:nvGrpSpPr>
          <p:cNvPr id="251" name="Google Shape;251;p6"/>
          <p:cNvGrpSpPr/>
          <p:nvPr/>
        </p:nvGrpSpPr>
        <p:grpSpPr>
          <a:xfrm>
            <a:off x="0" y="113385"/>
            <a:ext cx="9223559" cy="982772"/>
            <a:chOff x="0" y="0"/>
            <a:chExt cx="24596156" cy="2620724"/>
          </a:xfrm>
        </p:grpSpPr>
        <p:grpSp>
          <p:nvGrpSpPr>
            <p:cNvPr id="252" name="Google Shape;252;p6"/>
            <p:cNvGrpSpPr/>
            <p:nvPr/>
          </p:nvGrpSpPr>
          <p:grpSpPr>
            <a:xfrm>
              <a:off x="0" y="444203"/>
              <a:ext cx="24596156" cy="1676700"/>
              <a:chOff x="0" y="-38100"/>
              <a:chExt cx="4858500" cy="331200"/>
            </a:xfrm>
          </p:grpSpPr>
          <p:sp>
            <p:nvSpPr>
              <p:cNvPr id="253" name="Google Shape;253;p6"/>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254" name="Google Shape;254;p6"/>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55" name="Google Shape;255;p6"/>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3">
                <a:alphaModFix/>
              </a:blip>
              <a:stretch>
                <a:fillRect b="0" l="0" r="-304776" t="0"/>
              </a:stretch>
            </a:blipFill>
            <a:ln>
              <a:noFill/>
            </a:ln>
          </p:spPr>
        </p:sp>
        <p:sp>
          <p:nvSpPr>
            <p:cNvPr id="256" name="Google Shape;256;p6"/>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LASALLIAN EDUCAITON</a:t>
              </a:r>
              <a:endParaRPr b="0" i="0" sz="700" u="none" cap="none" strike="noStrike">
                <a:solidFill>
                  <a:srgbClr val="000000"/>
                </a:solidFill>
                <a:latin typeface="Arial"/>
                <a:ea typeface="Arial"/>
                <a:cs typeface="Arial"/>
                <a:sym typeface="Arial"/>
              </a:endParaRPr>
            </a:p>
          </p:txBody>
        </p:sp>
        <p:sp>
          <p:nvSpPr>
            <p:cNvPr id="257" name="Google Shape;257;p6"/>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258" name="Google Shape;258;p6"/>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3">
                <a:alphaModFix/>
              </a:blip>
              <a:stretch>
                <a:fillRect b="-5691" l="-37840" r="0" t="-39551"/>
              </a:stretch>
            </a:blipFill>
            <a:ln>
              <a:noFill/>
            </a:ln>
          </p:spPr>
        </p:sp>
      </p:grpSp>
      <p:sp>
        <p:nvSpPr>
          <p:cNvPr id="259" name="Google Shape;259;p6"/>
          <p:cNvSpPr/>
          <p:nvPr/>
        </p:nvSpPr>
        <p:spPr>
          <a:xfrm>
            <a:off x="5213395" y="2155825"/>
            <a:ext cx="4475163" cy="3182960"/>
          </a:xfrm>
          <a:custGeom>
            <a:rect b="b" l="l" r="r" t="t"/>
            <a:pathLst>
              <a:path extrusionOk="0" h="6365919" w="8950325">
                <a:moveTo>
                  <a:pt x="0" y="0"/>
                </a:moveTo>
                <a:lnTo>
                  <a:pt x="8950325" y="0"/>
                </a:lnTo>
                <a:lnTo>
                  <a:pt x="8950325" y="6365919"/>
                </a:lnTo>
                <a:lnTo>
                  <a:pt x="0" y="6365919"/>
                </a:lnTo>
                <a:lnTo>
                  <a:pt x="0" y="0"/>
                </a:lnTo>
                <a:close/>
              </a:path>
            </a:pathLst>
          </a:custGeom>
          <a:blipFill rotWithShape="1">
            <a:blip r:embed="rId4">
              <a:alphaModFix/>
            </a:blip>
            <a:stretch>
              <a:fillRect b="0" l="0" r="0" t="0"/>
            </a:stretch>
          </a:blipFill>
          <a:ln>
            <a:noFill/>
          </a:ln>
        </p:spPr>
      </p:sp>
      <p:sp>
        <p:nvSpPr>
          <p:cNvPr id="260" name="Google Shape;260;p6"/>
          <p:cNvSpPr/>
          <p:nvPr/>
        </p:nvSpPr>
        <p:spPr>
          <a:xfrm>
            <a:off x="7777294" y="1096157"/>
            <a:ext cx="1911264" cy="1712970"/>
          </a:xfrm>
          <a:custGeom>
            <a:rect b="b" l="l" r="r" t="t"/>
            <a:pathLst>
              <a:path extrusionOk="0" h="3425940" w="3822527">
                <a:moveTo>
                  <a:pt x="0" y="0"/>
                </a:moveTo>
                <a:lnTo>
                  <a:pt x="3822527" y="0"/>
                </a:lnTo>
                <a:lnTo>
                  <a:pt x="3822527" y="3425940"/>
                </a:lnTo>
                <a:lnTo>
                  <a:pt x="0" y="3425940"/>
                </a:lnTo>
                <a:lnTo>
                  <a:pt x="0" y="0"/>
                </a:lnTo>
                <a:close/>
              </a:path>
            </a:pathLst>
          </a:custGeom>
          <a:blipFill rotWithShape="1">
            <a:blip r:embed="rId5">
              <a:alphaModFix/>
            </a:blip>
            <a:stretch>
              <a:fillRect b="0" l="0" r="0" t="0"/>
            </a:stretch>
          </a:blipFill>
          <a:ln>
            <a:noFill/>
          </a:ln>
        </p:spPr>
      </p:sp>
      <p:sp>
        <p:nvSpPr>
          <p:cNvPr id="261" name="Google Shape;261;p6"/>
          <p:cNvSpPr/>
          <p:nvPr/>
        </p:nvSpPr>
        <p:spPr>
          <a:xfrm>
            <a:off x="4411666" y="3857625"/>
            <a:ext cx="1911264" cy="1712970"/>
          </a:xfrm>
          <a:custGeom>
            <a:rect b="b" l="l" r="r" t="t"/>
            <a:pathLst>
              <a:path extrusionOk="0" h="3425940" w="3822527">
                <a:moveTo>
                  <a:pt x="0" y="0"/>
                </a:moveTo>
                <a:lnTo>
                  <a:pt x="3822528" y="0"/>
                </a:lnTo>
                <a:lnTo>
                  <a:pt x="3822528" y="3425940"/>
                </a:lnTo>
                <a:lnTo>
                  <a:pt x="0" y="3425940"/>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F"/>
        </a:solidFill>
      </p:bgPr>
    </p:bg>
    <p:spTree>
      <p:nvGrpSpPr>
        <p:cNvPr id="265" name="Shape 265"/>
        <p:cNvGrpSpPr/>
        <p:nvPr/>
      </p:nvGrpSpPr>
      <p:grpSpPr>
        <a:xfrm>
          <a:off x="0" y="0"/>
          <a:ext cx="0" cy="0"/>
          <a:chOff x="0" y="0"/>
          <a:chExt cx="0" cy="0"/>
        </a:xfrm>
      </p:grpSpPr>
      <p:sp>
        <p:nvSpPr>
          <p:cNvPr id="266" name="Google Shape;266;p7"/>
          <p:cNvSpPr/>
          <p:nvPr/>
        </p:nvSpPr>
        <p:spPr>
          <a:xfrm>
            <a:off x="4483232" y="857703"/>
            <a:ext cx="5469243" cy="4934372"/>
          </a:xfrm>
          <a:custGeom>
            <a:rect b="b" l="l" r="r" t="t"/>
            <a:pathLst>
              <a:path extrusionOk="0" h="12259310" w="13588181">
                <a:moveTo>
                  <a:pt x="12722277" y="4271010"/>
                </a:moveTo>
                <a:cubicBezTo>
                  <a:pt x="11541992" y="2120900"/>
                  <a:pt x="9163804" y="544830"/>
                  <a:pt x="6629781" y="297180"/>
                </a:cubicBezTo>
                <a:cubicBezTo>
                  <a:pt x="4561910" y="0"/>
                  <a:pt x="3201397" y="913130"/>
                  <a:pt x="2090221" y="2170430"/>
                </a:cubicBezTo>
                <a:cubicBezTo>
                  <a:pt x="979045" y="3427730"/>
                  <a:pt x="388225" y="5030470"/>
                  <a:pt x="149728" y="6647180"/>
                </a:cubicBezTo>
                <a:cubicBezTo>
                  <a:pt x="24130" y="7500620"/>
                  <a:pt x="0" y="8406130"/>
                  <a:pt x="384159" y="9188450"/>
                </a:cubicBezTo>
                <a:cubicBezTo>
                  <a:pt x="873348" y="10180320"/>
                  <a:pt x="1942516" y="10811510"/>
                  <a:pt x="3030655" y="11203940"/>
                </a:cubicBezTo>
                <a:cubicBezTo>
                  <a:pt x="5957655" y="12259310"/>
                  <a:pt x="9551361" y="11850370"/>
                  <a:pt x="11829271" y="9828530"/>
                </a:cubicBezTo>
                <a:cubicBezTo>
                  <a:pt x="12542049" y="9196070"/>
                  <a:pt x="13126093" y="8403590"/>
                  <a:pt x="13334778" y="7504430"/>
                </a:cubicBezTo>
                <a:cubicBezTo>
                  <a:pt x="13588181" y="6413500"/>
                  <a:pt x="13267024" y="5264150"/>
                  <a:pt x="12722277" y="4271010"/>
                </a:cubicBezTo>
                <a:close/>
              </a:path>
            </a:pathLst>
          </a:custGeom>
          <a:blipFill rotWithShape="1">
            <a:blip r:embed="rId3">
              <a:alphaModFix/>
            </a:blip>
            <a:stretch>
              <a:fillRect b="0" l="-69490" r="-29491" t="0"/>
            </a:stretch>
          </a:blip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7"/>
          <p:cNvSpPr/>
          <p:nvPr/>
        </p:nvSpPr>
        <p:spPr>
          <a:xfrm rot="-10107923">
            <a:off x="8188561" y="1211209"/>
            <a:ext cx="690264" cy="737921"/>
          </a:xfrm>
          <a:custGeom>
            <a:rect b="b" l="l" r="r" t="t"/>
            <a:pathLst>
              <a:path extrusionOk="0" h="1474055" w="1380251">
                <a:moveTo>
                  <a:pt x="0" y="0"/>
                </a:moveTo>
                <a:lnTo>
                  <a:pt x="1380251" y="0"/>
                </a:lnTo>
                <a:lnTo>
                  <a:pt x="1380251" y="1474055"/>
                </a:lnTo>
                <a:lnTo>
                  <a:pt x="0" y="1474055"/>
                </a:lnTo>
                <a:lnTo>
                  <a:pt x="0" y="0"/>
                </a:lnTo>
                <a:close/>
              </a:path>
            </a:pathLst>
          </a:custGeom>
          <a:blipFill rotWithShape="1">
            <a:blip r:embed="rId4">
              <a:alphaModFix/>
            </a:blip>
            <a:stretch>
              <a:fillRect b="0" l="0" r="0" t="0"/>
            </a:stretch>
          </a:blipFill>
          <a:ln>
            <a:noFill/>
          </a:ln>
        </p:spPr>
      </p:sp>
      <p:sp>
        <p:nvSpPr>
          <p:cNvPr id="268" name="Google Shape;268;p7"/>
          <p:cNvSpPr/>
          <p:nvPr/>
        </p:nvSpPr>
        <p:spPr>
          <a:xfrm rot="-904748">
            <a:off x="4023883" y="3847381"/>
            <a:ext cx="1179468" cy="1261280"/>
          </a:xfrm>
          <a:custGeom>
            <a:rect b="b" l="l" r="r" t="t"/>
            <a:pathLst>
              <a:path extrusionOk="0" h="2520734" w="2360324">
                <a:moveTo>
                  <a:pt x="0" y="0"/>
                </a:moveTo>
                <a:lnTo>
                  <a:pt x="2360324" y="0"/>
                </a:lnTo>
                <a:lnTo>
                  <a:pt x="2360324" y="2520734"/>
                </a:lnTo>
                <a:lnTo>
                  <a:pt x="0" y="2520734"/>
                </a:lnTo>
                <a:lnTo>
                  <a:pt x="0" y="0"/>
                </a:lnTo>
                <a:close/>
              </a:path>
            </a:pathLst>
          </a:custGeom>
          <a:blipFill rotWithShape="1">
            <a:blip r:embed="rId5">
              <a:alphaModFix/>
            </a:blip>
            <a:stretch>
              <a:fillRect b="0" l="0" r="0" t="0"/>
            </a:stretch>
          </a:blipFill>
          <a:ln>
            <a:noFill/>
          </a:ln>
        </p:spPr>
      </p:sp>
      <p:grpSp>
        <p:nvGrpSpPr>
          <p:cNvPr id="269" name="Google Shape;269;p7"/>
          <p:cNvGrpSpPr/>
          <p:nvPr/>
        </p:nvGrpSpPr>
        <p:grpSpPr>
          <a:xfrm>
            <a:off x="0" y="113385"/>
            <a:ext cx="9223559" cy="982772"/>
            <a:chOff x="0" y="0"/>
            <a:chExt cx="24596156" cy="2620724"/>
          </a:xfrm>
        </p:grpSpPr>
        <p:grpSp>
          <p:nvGrpSpPr>
            <p:cNvPr id="270" name="Google Shape;270;p7"/>
            <p:cNvGrpSpPr/>
            <p:nvPr/>
          </p:nvGrpSpPr>
          <p:grpSpPr>
            <a:xfrm>
              <a:off x="0" y="444203"/>
              <a:ext cx="24596156" cy="1676700"/>
              <a:chOff x="0" y="-38100"/>
              <a:chExt cx="4858500" cy="331200"/>
            </a:xfrm>
          </p:grpSpPr>
          <p:sp>
            <p:nvSpPr>
              <p:cNvPr id="271" name="Google Shape;271;p7"/>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272" name="Google Shape;272;p7"/>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73" name="Google Shape;273;p7"/>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6">
                <a:alphaModFix/>
              </a:blip>
              <a:stretch>
                <a:fillRect b="0" l="0" r="-304776" t="0"/>
              </a:stretch>
            </a:blipFill>
            <a:ln>
              <a:noFill/>
            </a:ln>
          </p:spPr>
        </p:sp>
        <p:sp>
          <p:nvSpPr>
            <p:cNvPr id="274" name="Google Shape;274;p7"/>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LASALLIAN EDUCATION</a:t>
              </a:r>
              <a:endParaRPr b="0" i="0" sz="700" u="none" cap="none" strike="noStrike">
                <a:solidFill>
                  <a:srgbClr val="000000"/>
                </a:solidFill>
                <a:latin typeface="Arial"/>
                <a:ea typeface="Arial"/>
                <a:cs typeface="Arial"/>
                <a:sym typeface="Arial"/>
              </a:endParaRPr>
            </a:p>
          </p:txBody>
        </p:sp>
        <p:sp>
          <p:nvSpPr>
            <p:cNvPr id="275" name="Google Shape;275;p7"/>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276" name="Google Shape;276;p7"/>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6">
                <a:alphaModFix/>
              </a:blip>
              <a:stretch>
                <a:fillRect b="-5691" l="-37840" r="0" t="-39551"/>
              </a:stretch>
            </a:blipFill>
            <a:ln>
              <a:noFill/>
            </a:ln>
          </p:spPr>
        </p:sp>
      </p:grpSp>
      <p:sp>
        <p:nvSpPr>
          <p:cNvPr id="277" name="Google Shape;277;p7"/>
          <p:cNvSpPr txBox="1"/>
          <p:nvPr/>
        </p:nvSpPr>
        <p:spPr>
          <a:xfrm>
            <a:off x="265688" y="1854838"/>
            <a:ext cx="4138800" cy="572700"/>
          </a:xfrm>
          <a:prstGeom prst="rect">
            <a:avLst/>
          </a:prstGeom>
          <a:noFill/>
          <a:ln>
            <a:noFill/>
          </a:ln>
        </p:spPr>
        <p:txBody>
          <a:bodyPr anchorCtr="0" anchor="t" bIns="0" lIns="0" spcFirstLastPara="1" rIns="0" wrap="square" tIns="0">
            <a:spAutoFit/>
          </a:bodyPr>
          <a:lstStyle/>
          <a:p>
            <a:pPr indent="0" lvl="1" marL="0" marR="0" rtl="0" algn="l">
              <a:lnSpc>
                <a:spcPct val="92993"/>
              </a:lnSpc>
              <a:spcBef>
                <a:spcPts val="0"/>
              </a:spcBef>
              <a:spcAft>
                <a:spcPts val="0"/>
              </a:spcAft>
              <a:buClr>
                <a:srgbClr val="000000"/>
              </a:buClr>
              <a:buSzPts val="2000"/>
              <a:buFont typeface="Arial"/>
              <a:buNone/>
            </a:pPr>
            <a:r>
              <a:rPr b="1" i="0" lang="en" sz="2000" u="none" cap="none" strike="noStrike">
                <a:solidFill>
                  <a:srgbClr val="11674F"/>
                </a:solidFill>
                <a:latin typeface="Arial"/>
                <a:ea typeface="Arial"/>
                <a:cs typeface="Arial"/>
                <a:sym typeface="Arial"/>
              </a:rPr>
              <a:t>Character Education Focus: A LASALLIAN IS A TEAMPLAYER</a:t>
            </a:r>
            <a:endParaRPr b="0" i="0" sz="2000" u="none" cap="none" strike="noStrike">
              <a:solidFill>
                <a:srgbClr val="000000"/>
              </a:solidFill>
              <a:latin typeface="Arial"/>
              <a:ea typeface="Arial"/>
              <a:cs typeface="Arial"/>
              <a:sym typeface="Arial"/>
            </a:endParaRPr>
          </a:p>
        </p:txBody>
      </p:sp>
      <p:sp>
        <p:nvSpPr>
          <p:cNvPr id="278" name="Google Shape;278;p7"/>
          <p:cNvSpPr txBox="1"/>
          <p:nvPr/>
        </p:nvSpPr>
        <p:spPr>
          <a:xfrm>
            <a:off x="265700" y="3024775"/>
            <a:ext cx="3900300" cy="17025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1200"/>
              </a:spcBef>
              <a:spcAft>
                <a:spcPts val="1200"/>
              </a:spcAft>
              <a:buClr>
                <a:srgbClr val="000000"/>
              </a:buClr>
              <a:buSzPts val="1400"/>
              <a:buFont typeface="Arial"/>
              <a:buNone/>
            </a:pPr>
            <a:r>
              <a:rPr b="0" i="0" lang="en" sz="1400" u="none" cap="none" strike="noStrike">
                <a:solidFill>
                  <a:schemeClr val="dk1"/>
                </a:solidFill>
                <a:latin typeface="Arial"/>
                <a:ea typeface="Arial"/>
                <a:cs typeface="Arial"/>
                <a:sym typeface="Arial"/>
              </a:rPr>
              <a:t>This lesson will emphasize how the qualities of a good team player—trust, communication, shared goals, and supporting others—are all rooted in a Lasallian faith. We will explore how personal reflection and a shared sense of mission (faith) unite individuals into a cohesive and effective team (community of service).</a:t>
            </a:r>
            <a:endParaRPr b="0" i="0" sz="1400" u="none" cap="none" strike="noStrike">
              <a:solidFill>
                <a:srgbClr val="003649"/>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674F"/>
        </a:solidFill>
      </p:bgPr>
    </p:bg>
    <p:spTree>
      <p:nvGrpSpPr>
        <p:cNvPr id="282" name="Shape 282"/>
        <p:cNvGrpSpPr/>
        <p:nvPr/>
      </p:nvGrpSpPr>
      <p:grpSpPr>
        <a:xfrm>
          <a:off x="0" y="0"/>
          <a:ext cx="0" cy="0"/>
          <a:chOff x="0" y="0"/>
          <a:chExt cx="0" cy="0"/>
        </a:xfrm>
      </p:grpSpPr>
      <p:sp>
        <p:nvSpPr>
          <p:cNvPr id="283" name="Google Shape;283;p8"/>
          <p:cNvSpPr/>
          <p:nvPr/>
        </p:nvSpPr>
        <p:spPr>
          <a:xfrm>
            <a:off x="709485" y="-861374"/>
            <a:ext cx="7725030" cy="7242216"/>
          </a:xfrm>
          <a:custGeom>
            <a:rect b="b" l="l" r="r" t="t"/>
            <a:pathLst>
              <a:path extrusionOk="0" h="14484431" w="15450059">
                <a:moveTo>
                  <a:pt x="0" y="0"/>
                </a:moveTo>
                <a:lnTo>
                  <a:pt x="15450060" y="0"/>
                </a:lnTo>
                <a:lnTo>
                  <a:pt x="15450060" y="14484430"/>
                </a:lnTo>
                <a:lnTo>
                  <a:pt x="0" y="14484430"/>
                </a:lnTo>
                <a:lnTo>
                  <a:pt x="0" y="0"/>
                </a:lnTo>
                <a:close/>
              </a:path>
            </a:pathLst>
          </a:custGeom>
          <a:blipFill rotWithShape="1">
            <a:blip r:embed="rId3">
              <a:alphaModFix/>
            </a:blip>
            <a:stretch>
              <a:fillRect b="0" l="0" r="0" t="0"/>
            </a:stretch>
          </a:blipFill>
          <a:ln>
            <a:noFill/>
          </a:ln>
        </p:spPr>
      </p:sp>
      <p:sp>
        <p:nvSpPr>
          <p:cNvPr id="284" name="Google Shape;284;p8"/>
          <p:cNvSpPr txBox="1"/>
          <p:nvPr/>
        </p:nvSpPr>
        <p:spPr>
          <a:xfrm>
            <a:off x="938085" y="1952549"/>
            <a:ext cx="7267800" cy="20319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1200"/>
              </a:spcBef>
              <a:spcAft>
                <a:spcPts val="1200"/>
              </a:spcAft>
              <a:buClr>
                <a:srgbClr val="000000"/>
              </a:buClr>
              <a:buSzPts val="4000"/>
              <a:buFont typeface="Arial"/>
              <a:buNone/>
            </a:pPr>
            <a:r>
              <a:rPr b="1" i="0" lang="en" sz="4000" u="none" cap="none" strike="noStrike">
                <a:solidFill>
                  <a:schemeClr val="lt1"/>
                </a:solidFill>
                <a:latin typeface="Raleway"/>
                <a:ea typeface="Raleway"/>
                <a:cs typeface="Raleway"/>
                <a:sym typeface="Raleway"/>
              </a:rPr>
              <a:t>Our school community is also a team, and that our "game" is the mission of service.</a:t>
            </a:r>
            <a:endParaRPr b="1" i="0" sz="4000" u="none" cap="none" strike="noStrike">
              <a:solidFill>
                <a:schemeClr val="lt1"/>
              </a:solidFill>
              <a:latin typeface="Raleway"/>
              <a:ea typeface="Raleway"/>
              <a:cs typeface="Raleway"/>
              <a:sym typeface="Raleway"/>
            </a:endParaRPr>
          </a:p>
        </p:txBody>
      </p:sp>
      <p:grpSp>
        <p:nvGrpSpPr>
          <p:cNvPr id="285" name="Google Shape;285;p8"/>
          <p:cNvGrpSpPr/>
          <p:nvPr/>
        </p:nvGrpSpPr>
        <p:grpSpPr>
          <a:xfrm>
            <a:off x="0" y="113385"/>
            <a:ext cx="9223559" cy="982772"/>
            <a:chOff x="0" y="0"/>
            <a:chExt cx="24596156" cy="2620724"/>
          </a:xfrm>
        </p:grpSpPr>
        <p:grpSp>
          <p:nvGrpSpPr>
            <p:cNvPr id="286" name="Google Shape;286;p8"/>
            <p:cNvGrpSpPr/>
            <p:nvPr/>
          </p:nvGrpSpPr>
          <p:grpSpPr>
            <a:xfrm>
              <a:off x="0" y="444203"/>
              <a:ext cx="24596156" cy="1676700"/>
              <a:chOff x="0" y="-38100"/>
              <a:chExt cx="4858500" cy="331200"/>
            </a:xfrm>
          </p:grpSpPr>
          <p:sp>
            <p:nvSpPr>
              <p:cNvPr id="287" name="Google Shape;287;p8"/>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FFFBEF"/>
              </a:solidFill>
              <a:ln>
                <a:noFill/>
              </a:ln>
            </p:spPr>
          </p:sp>
          <p:sp>
            <p:nvSpPr>
              <p:cNvPr id="288" name="Google Shape;288;p8"/>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89" name="Google Shape;289;p8"/>
            <p:cNvSpPr/>
            <p:nvPr/>
          </p:nvSpPr>
          <p:spPr>
            <a:xfrm>
              <a:off x="19989432" y="342157"/>
              <a:ext cx="3702296" cy="1760287"/>
            </a:xfrm>
            <a:custGeom>
              <a:rect b="b" l="l" r="r" t="t"/>
              <a:pathLst>
                <a:path extrusionOk="0" h="1760287" w="3702296">
                  <a:moveTo>
                    <a:pt x="0" y="0"/>
                  </a:moveTo>
                  <a:lnTo>
                    <a:pt x="3702297" y="0"/>
                  </a:lnTo>
                  <a:lnTo>
                    <a:pt x="3702297" y="1760288"/>
                  </a:lnTo>
                  <a:lnTo>
                    <a:pt x="0" y="1760288"/>
                  </a:lnTo>
                  <a:lnTo>
                    <a:pt x="0" y="0"/>
                  </a:lnTo>
                  <a:close/>
                </a:path>
              </a:pathLst>
            </a:custGeom>
            <a:blipFill rotWithShape="1">
              <a:blip r:embed="rId4">
                <a:alphaModFix/>
              </a:blip>
              <a:stretch>
                <a:fillRect b="0" l="-38819" r="0" t="0"/>
              </a:stretch>
            </a:blipFill>
            <a:ln>
              <a:noFill/>
            </a:ln>
          </p:spPr>
        </p:sp>
        <p:sp>
          <p:nvSpPr>
            <p:cNvPr id="290" name="Google Shape;290;p8"/>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5">
                <a:alphaModFix/>
              </a:blip>
              <a:stretch>
                <a:fillRect b="0" l="0" r="-304776" t="0"/>
              </a:stretch>
            </a:blipFill>
            <a:ln>
              <a:noFill/>
            </a:ln>
          </p:spPr>
        </p:sp>
        <p:sp>
          <p:nvSpPr>
            <p:cNvPr id="291" name="Google Shape;291;p8"/>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105D48"/>
                  </a:solidFill>
                  <a:latin typeface="Arial"/>
                  <a:ea typeface="Arial"/>
                  <a:cs typeface="Arial"/>
                  <a:sym typeface="Arial"/>
                </a:rPr>
                <a:t>LASALLIAN EDUCATION</a:t>
              </a:r>
              <a:endParaRPr b="0" i="0" sz="700" u="none" cap="none" strike="noStrike">
                <a:solidFill>
                  <a:srgbClr val="000000"/>
                </a:solidFill>
                <a:latin typeface="Arial"/>
                <a:ea typeface="Arial"/>
                <a:cs typeface="Arial"/>
                <a:sym typeface="Arial"/>
              </a:endParaRPr>
            </a:p>
          </p:txBody>
        </p:sp>
        <p:sp>
          <p:nvSpPr>
            <p:cNvPr id="292" name="Google Shape;292;p8"/>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11674F"/>
                  </a:solidFill>
                  <a:latin typeface="Arial"/>
                  <a:ea typeface="Arial"/>
                  <a:cs typeface="Arial"/>
                  <a:sym typeface="Arial"/>
                </a:rPr>
                <a:t>FAITH</a:t>
              </a:r>
              <a:r>
                <a:rPr b="1" i="0" lang="en" sz="1000" u="none" cap="none" strike="noStrike">
                  <a:solidFill>
                    <a:srgbClr val="F7F3E8"/>
                  </a:solidFill>
                  <a:latin typeface="Arial"/>
                  <a:ea typeface="Arial"/>
                  <a:cs typeface="Arial"/>
                  <a:sym typeface="Arial"/>
                </a:rPr>
                <a:t>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a:t>
              </a:r>
              <a:r>
                <a:rPr b="1" i="0" lang="en" sz="1000" u="none" cap="none" strike="noStrike">
                  <a:solidFill>
                    <a:srgbClr val="11674F"/>
                  </a:solidFill>
                  <a:latin typeface="Arial"/>
                  <a:ea typeface="Arial"/>
                  <a:cs typeface="Arial"/>
                  <a:sym typeface="Arial"/>
                </a:rPr>
                <a:t>SERVICE</a:t>
              </a:r>
              <a:r>
                <a:rPr b="1" i="0" lang="en" sz="1000" u="none" cap="none" strike="noStrike">
                  <a:solidFill>
                    <a:srgbClr val="F7F3E8"/>
                  </a:solidFill>
                  <a:latin typeface="Arial"/>
                  <a:ea typeface="Arial"/>
                  <a:cs typeface="Arial"/>
                  <a:sym typeface="Arial"/>
                </a:rPr>
                <a:t>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a:t>
              </a:r>
              <a:r>
                <a:rPr b="1" i="0" lang="en" sz="1000" u="none" cap="none" strike="noStrike">
                  <a:solidFill>
                    <a:srgbClr val="11674F"/>
                  </a:solidFill>
                  <a:latin typeface="Arial"/>
                  <a:ea typeface="Arial"/>
                  <a:cs typeface="Arial"/>
                  <a:sym typeface="Arial"/>
                </a:rPr>
                <a:t>COMMUNITY</a:t>
              </a:r>
              <a:endParaRPr b="0" i="0" sz="7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F"/>
        </a:solidFill>
      </p:bgPr>
    </p:bg>
    <p:spTree>
      <p:nvGrpSpPr>
        <p:cNvPr id="296" name="Shape 296"/>
        <p:cNvGrpSpPr/>
        <p:nvPr/>
      </p:nvGrpSpPr>
      <p:grpSpPr>
        <a:xfrm>
          <a:off x="0" y="0"/>
          <a:ext cx="0" cy="0"/>
          <a:chOff x="0" y="0"/>
          <a:chExt cx="0" cy="0"/>
        </a:xfrm>
      </p:grpSpPr>
      <p:sp>
        <p:nvSpPr>
          <p:cNvPr id="297" name="Google Shape;297;p9"/>
          <p:cNvSpPr/>
          <p:nvPr/>
        </p:nvSpPr>
        <p:spPr>
          <a:xfrm>
            <a:off x="7039658" y="2353899"/>
            <a:ext cx="4710625" cy="3603629"/>
          </a:xfrm>
          <a:custGeom>
            <a:rect b="b" l="l" r="r" t="t"/>
            <a:pathLst>
              <a:path extrusionOk="0" h="7207257" w="9421250">
                <a:moveTo>
                  <a:pt x="0" y="0"/>
                </a:moveTo>
                <a:lnTo>
                  <a:pt x="9421250" y="0"/>
                </a:lnTo>
                <a:lnTo>
                  <a:pt x="9421250" y="7207256"/>
                </a:lnTo>
                <a:lnTo>
                  <a:pt x="0" y="7207256"/>
                </a:lnTo>
                <a:lnTo>
                  <a:pt x="0" y="0"/>
                </a:lnTo>
                <a:close/>
              </a:path>
            </a:pathLst>
          </a:custGeom>
          <a:blipFill rotWithShape="1">
            <a:blip r:embed="rId3">
              <a:alphaModFix/>
            </a:blip>
            <a:stretch>
              <a:fillRect b="0" l="0" r="0" t="0"/>
            </a:stretch>
          </a:blipFill>
          <a:ln>
            <a:noFill/>
          </a:ln>
        </p:spPr>
      </p:sp>
      <p:sp>
        <p:nvSpPr>
          <p:cNvPr id="298" name="Google Shape;298;p9"/>
          <p:cNvSpPr/>
          <p:nvPr/>
        </p:nvSpPr>
        <p:spPr>
          <a:xfrm>
            <a:off x="-1821629" y="-739617"/>
            <a:ext cx="4710625" cy="3603629"/>
          </a:xfrm>
          <a:custGeom>
            <a:rect b="b" l="l" r="r" t="t"/>
            <a:pathLst>
              <a:path extrusionOk="0" h="7207257" w="9421250">
                <a:moveTo>
                  <a:pt x="0" y="0"/>
                </a:moveTo>
                <a:lnTo>
                  <a:pt x="9421250" y="0"/>
                </a:lnTo>
                <a:lnTo>
                  <a:pt x="9421250" y="7207256"/>
                </a:lnTo>
                <a:lnTo>
                  <a:pt x="0" y="7207256"/>
                </a:lnTo>
                <a:lnTo>
                  <a:pt x="0" y="0"/>
                </a:lnTo>
                <a:close/>
              </a:path>
            </a:pathLst>
          </a:custGeom>
          <a:blipFill rotWithShape="1">
            <a:blip r:embed="rId4">
              <a:alphaModFix/>
            </a:blip>
            <a:stretch>
              <a:fillRect b="0" l="0" r="0" t="0"/>
            </a:stretch>
          </a:blipFill>
          <a:ln>
            <a:noFill/>
          </a:ln>
        </p:spPr>
      </p:sp>
      <p:grpSp>
        <p:nvGrpSpPr>
          <p:cNvPr id="299" name="Google Shape;299;p9"/>
          <p:cNvGrpSpPr/>
          <p:nvPr/>
        </p:nvGrpSpPr>
        <p:grpSpPr>
          <a:xfrm>
            <a:off x="0" y="113385"/>
            <a:ext cx="9223559" cy="982772"/>
            <a:chOff x="0" y="0"/>
            <a:chExt cx="24596156" cy="2620724"/>
          </a:xfrm>
        </p:grpSpPr>
        <p:grpSp>
          <p:nvGrpSpPr>
            <p:cNvPr id="300" name="Google Shape;300;p9"/>
            <p:cNvGrpSpPr/>
            <p:nvPr/>
          </p:nvGrpSpPr>
          <p:grpSpPr>
            <a:xfrm>
              <a:off x="0" y="444203"/>
              <a:ext cx="24596156" cy="1676700"/>
              <a:chOff x="0" y="-38100"/>
              <a:chExt cx="4858500" cy="331200"/>
            </a:xfrm>
          </p:grpSpPr>
          <p:sp>
            <p:nvSpPr>
              <p:cNvPr id="301" name="Google Shape;301;p9"/>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302" name="Google Shape;302;p9"/>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03" name="Google Shape;303;p9"/>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5">
                <a:alphaModFix/>
              </a:blip>
              <a:stretch>
                <a:fillRect b="0" l="0" r="-304776" t="0"/>
              </a:stretch>
            </a:blipFill>
            <a:ln>
              <a:noFill/>
            </a:ln>
          </p:spPr>
        </p:sp>
        <p:sp>
          <p:nvSpPr>
            <p:cNvPr id="304" name="Google Shape;304;p9"/>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LASALLIAN EDUCATION</a:t>
              </a:r>
              <a:endParaRPr b="0" i="0" sz="700" u="none" cap="none" strike="noStrike">
                <a:solidFill>
                  <a:srgbClr val="000000"/>
                </a:solidFill>
                <a:latin typeface="Arial"/>
                <a:ea typeface="Arial"/>
                <a:cs typeface="Arial"/>
                <a:sym typeface="Arial"/>
              </a:endParaRPr>
            </a:p>
          </p:txBody>
        </p:sp>
        <p:sp>
          <p:nvSpPr>
            <p:cNvPr id="305" name="Google Shape;305;p9"/>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306" name="Google Shape;306;p9"/>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5">
                <a:alphaModFix/>
              </a:blip>
              <a:stretch>
                <a:fillRect b="-5691" l="-37840" r="0" t="-39551"/>
              </a:stretch>
            </a:blipFill>
            <a:ln>
              <a:noFill/>
            </a:ln>
          </p:spPr>
        </p:sp>
      </p:grpSp>
      <p:sp>
        <p:nvSpPr>
          <p:cNvPr id="307" name="Google Shape;307;p9"/>
          <p:cNvSpPr txBox="1"/>
          <p:nvPr/>
        </p:nvSpPr>
        <p:spPr>
          <a:xfrm>
            <a:off x="1605900" y="1511300"/>
            <a:ext cx="5433900" cy="24165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2000"/>
              <a:buFont typeface="Arial"/>
              <a:buNone/>
            </a:pPr>
            <a:r>
              <a:rPr b="1" i="0" lang="en" sz="2000" u="none" cap="none" strike="noStrike">
                <a:solidFill>
                  <a:srgbClr val="1B1C1D"/>
                </a:solidFill>
                <a:latin typeface="Raleway"/>
                <a:ea typeface="Raleway"/>
                <a:cs typeface="Raleway"/>
                <a:sym typeface="Raleway"/>
              </a:rPr>
              <a:t>Faith</a:t>
            </a:r>
            <a:r>
              <a:rPr b="0" i="0" lang="en" sz="2000" u="none" cap="none" strike="noStrike">
                <a:solidFill>
                  <a:srgbClr val="1B1C1D"/>
                </a:solidFill>
                <a:latin typeface="Raleway"/>
                <a:ea typeface="Raleway"/>
                <a:cs typeface="Raleway"/>
                <a:sym typeface="Raleway"/>
              </a:rPr>
              <a:t> is what gives us the shared purpose and trust needed to be effective </a:t>
            </a:r>
            <a:r>
              <a:rPr b="1" i="0" lang="en" sz="2000" u="none" cap="none" strike="noStrike">
                <a:solidFill>
                  <a:srgbClr val="1B1C1D"/>
                </a:solidFill>
                <a:latin typeface="Raleway"/>
                <a:ea typeface="Raleway"/>
                <a:cs typeface="Raleway"/>
                <a:sym typeface="Raleway"/>
              </a:rPr>
              <a:t>team players</a:t>
            </a:r>
            <a:r>
              <a:rPr b="0" i="0" lang="en" sz="2000" u="none" cap="none" strike="noStrike">
                <a:solidFill>
                  <a:srgbClr val="1B1C1D"/>
                </a:solidFill>
                <a:latin typeface="Raleway"/>
                <a:ea typeface="Raleway"/>
                <a:cs typeface="Raleway"/>
                <a:sym typeface="Raleway"/>
              </a:rPr>
              <a:t>. </a:t>
            </a:r>
            <a:endParaRPr b="0" i="0" sz="2000" u="none" cap="none" strike="noStrike">
              <a:solidFill>
                <a:srgbClr val="1B1C1D"/>
              </a:solidFill>
              <a:latin typeface="Raleway"/>
              <a:ea typeface="Raleway"/>
              <a:cs typeface="Raleway"/>
              <a:sym typeface="Raleway"/>
            </a:endParaRPr>
          </a:p>
          <a:p>
            <a:pPr indent="0" lvl="0" marL="0" marR="0" rtl="0" algn="just">
              <a:lnSpc>
                <a:spcPct val="115000"/>
              </a:lnSpc>
              <a:spcBef>
                <a:spcPts val="1200"/>
              </a:spcBef>
              <a:spcAft>
                <a:spcPts val="1200"/>
              </a:spcAft>
              <a:buClr>
                <a:srgbClr val="000000"/>
              </a:buClr>
              <a:buSzPts val="2000"/>
              <a:buFont typeface="Arial"/>
              <a:buNone/>
            </a:pPr>
            <a:r>
              <a:rPr b="0" i="0" lang="en" sz="2000" u="none" cap="none" strike="noStrike">
                <a:solidFill>
                  <a:srgbClr val="1B1C1D"/>
                </a:solidFill>
                <a:latin typeface="Raleway"/>
                <a:ea typeface="Raleway"/>
                <a:cs typeface="Raleway"/>
                <a:sym typeface="Raleway"/>
              </a:rPr>
              <a:t>When we have faith in our mission and in each other, we can work together to serve our community.</a:t>
            </a:r>
            <a:endParaRPr b="0" i="0" sz="2000" u="none" cap="none" strike="noStrike">
              <a:solidFill>
                <a:srgbClr val="1B1C1D"/>
              </a:solidFill>
              <a:latin typeface="Raleway"/>
              <a:ea typeface="Raleway"/>
              <a:cs typeface="Raleway"/>
              <a:sym typeface="Ralew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F"/>
        </a:solidFill>
      </p:bgPr>
    </p:bg>
    <p:spTree>
      <p:nvGrpSpPr>
        <p:cNvPr id="311" name="Shape 311"/>
        <p:cNvGrpSpPr/>
        <p:nvPr/>
      </p:nvGrpSpPr>
      <p:grpSpPr>
        <a:xfrm>
          <a:off x="0" y="0"/>
          <a:ext cx="0" cy="0"/>
          <a:chOff x="0" y="0"/>
          <a:chExt cx="0" cy="0"/>
        </a:xfrm>
      </p:grpSpPr>
      <p:sp>
        <p:nvSpPr>
          <p:cNvPr id="312" name="Google Shape;312;p10"/>
          <p:cNvSpPr/>
          <p:nvPr/>
        </p:nvSpPr>
        <p:spPr>
          <a:xfrm>
            <a:off x="4483232" y="857703"/>
            <a:ext cx="5469243" cy="4934372"/>
          </a:xfrm>
          <a:custGeom>
            <a:rect b="b" l="l" r="r" t="t"/>
            <a:pathLst>
              <a:path extrusionOk="0" h="12259310" w="13588181">
                <a:moveTo>
                  <a:pt x="12722277" y="4271010"/>
                </a:moveTo>
                <a:cubicBezTo>
                  <a:pt x="11541992" y="2120900"/>
                  <a:pt x="9163804" y="544830"/>
                  <a:pt x="6629781" y="297180"/>
                </a:cubicBezTo>
                <a:cubicBezTo>
                  <a:pt x="4561910" y="0"/>
                  <a:pt x="3201397" y="913130"/>
                  <a:pt x="2090221" y="2170430"/>
                </a:cubicBezTo>
                <a:cubicBezTo>
                  <a:pt x="979045" y="3427730"/>
                  <a:pt x="388225" y="5030470"/>
                  <a:pt x="149728" y="6647180"/>
                </a:cubicBezTo>
                <a:cubicBezTo>
                  <a:pt x="24130" y="7500620"/>
                  <a:pt x="0" y="8406130"/>
                  <a:pt x="384159" y="9188450"/>
                </a:cubicBezTo>
                <a:cubicBezTo>
                  <a:pt x="873348" y="10180320"/>
                  <a:pt x="1942516" y="10811510"/>
                  <a:pt x="3030655" y="11203940"/>
                </a:cubicBezTo>
                <a:cubicBezTo>
                  <a:pt x="5957655" y="12259310"/>
                  <a:pt x="9551361" y="11850370"/>
                  <a:pt x="11829271" y="9828530"/>
                </a:cubicBezTo>
                <a:cubicBezTo>
                  <a:pt x="12542049" y="9196070"/>
                  <a:pt x="13126093" y="8403590"/>
                  <a:pt x="13334778" y="7504430"/>
                </a:cubicBezTo>
                <a:cubicBezTo>
                  <a:pt x="13588181" y="6413500"/>
                  <a:pt x="13267024" y="5264150"/>
                  <a:pt x="12722277" y="4271010"/>
                </a:cubicBezTo>
                <a:close/>
              </a:path>
            </a:pathLst>
          </a:custGeom>
          <a:blipFill rotWithShape="1">
            <a:blip r:embed="rId3">
              <a:alphaModFix/>
            </a:blip>
            <a:stretch>
              <a:fillRect b="0" l="-69490" r="-29491" t="0"/>
            </a:stretch>
          </a:blip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0"/>
          <p:cNvSpPr/>
          <p:nvPr/>
        </p:nvSpPr>
        <p:spPr>
          <a:xfrm rot="-10107923">
            <a:off x="8188561" y="1211209"/>
            <a:ext cx="690264" cy="737921"/>
          </a:xfrm>
          <a:custGeom>
            <a:rect b="b" l="l" r="r" t="t"/>
            <a:pathLst>
              <a:path extrusionOk="0" h="1474055" w="1380251">
                <a:moveTo>
                  <a:pt x="0" y="0"/>
                </a:moveTo>
                <a:lnTo>
                  <a:pt x="1380251" y="0"/>
                </a:lnTo>
                <a:lnTo>
                  <a:pt x="1380251" y="1474055"/>
                </a:lnTo>
                <a:lnTo>
                  <a:pt x="0" y="1474055"/>
                </a:lnTo>
                <a:lnTo>
                  <a:pt x="0" y="0"/>
                </a:lnTo>
                <a:close/>
              </a:path>
            </a:pathLst>
          </a:custGeom>
          <a:blipFill rotWithShape="1">
            <a:blip r:embed="rId4">
              <a:alphaModFix/>
            </a:blip>
            <a:stretch>
              <a:fillRect b="0" l="0" r="0" t="0"/>
            </a:stretch>
          </a:blipFill>
          <a:ln>
            <a:noFill/>
          </a:ln>
        </p:spPr>
      </p:sp>
      <p:sp>
        <p:nvSpPr>
          <p:cNvPr id="314" name="Google Shape;314;p10"/>
          <p:cNvSpPr/>
          <p:nvPr/>
        </p:nvSpPr>
        <p:spPr>
          <a:xfrm rot="-904748">
            <a:off x="4023883" y="3847381"/>
            <a:ext cx="1179468" cy="1261280"/>
          </a:xfrm>
          <a:custGeom>
            <a:rect b="b" l="l" r="r" t="t"/>
            <a:pathLst>
              <a:path extrusionOk="0" h="2520734" w="2360324">
                <a:moveTo>
                  <a:pt x="0" y="0"/>
                </a:moveTo>
                <a:lnTo>
                  <a:pt x="2360324" y="0"/>
                </a:lnTo>
                <a:lnTo>
                  <a:pt x="2360324" y="2520734"/>
                </a:lnTo>
                <a:lnTo>
                  <a:pt x="0" y="2520734"/>
                </a:lnTo>
                <a:lnTo>
                  <a:pt x="0" y="0"/>
                </a:lnTo>
                <a:close/>
              </a:path>
            </a:pathLst>
          </a:custGeom>
          <a:blipFill rotWithShape="1">
            <a:blip r:embed="rId5">
              <a:alphaModFix/>
            </a:blip>
            <a:stretch>
              <a:fillRect b="0" l="0" r="0" t="0"/>
            </a:stretch>
          </a:blipFill>
          <a:ln>
            <a:noFill/>
          </a:ln>
        </p:spPr>
      </p:sp>
      <p:grpSp>
        <p:nvGrpSpPr>
          <p:cNvPr id="315" name="Google Shape;315;p10"/>
          <p:cNvGrpSpPr/>
          <p:nvPr/>
        </p:nvGrpSpPr>
        <p:grpSpPr>
          <a:xfrm>
            <a:off x="0" y="113385"/>
            <a:ext cx="9223559" cy="982772"/>
            <a:chOff x="0" y="0"/>
            <a:chExt cx="24596156" cy="2620724"/>
          </a:xfrm>
        </p:grpSpPr>
        <p:grpSp>
          <p:nvGrpSpPr>
            <p:cNvPr id="316" name="Google Shape;316;p10"/>
            <p:cNvGrpSpPr/>
            <p:nvPr/>
          </p:nvGrpSpPr>
          <p:grpSpPr>
            <a:xfrm>
              <a:off x="0" y="444203"/>
              <a:ext cx="24596156" cy="1676700"/>
              <a:chOff x="0" y="-38100"/>
              <a:chExt cx="4858500" cy="331200"/>
            </a:xfrm>
          </p:grpSpPr>
          <p:sp>
            <p:nvSpPr>
              <p:cNvPr id="317" name="Google Shape;317;p10"/>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318" name="Google Shape;318;p10"/>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19" name="Google Shape;319;p10"/>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6">
                <a:alphaModFix/>
              </a:blip>
              <a:stretch>
                <a:fillRect b="0" l="0" r="-304776" t="0"/>
              </a:stretch>
            </a:blipFill>
            <a:ln>
              <a:noFill/>
            </a:ln>
          </p:spPr>
        </p:sp>
        <p:sp>
          <p:nvSpPr>
            <p:cNvPr id="320" name="Google Shape;320;p10"/>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LASALLIAN EDUCATION</a:t>
              </a:r>
              <a:endParaRPr b="0" i="0" sz="700" u="none" cap="none" strike="noStrike">
                <a:solidFill>
                  <a:srgbClr val="000000"/>
                </a:solidFill>
                <a:latin typeface="Arial"/>
                <a:ea typeface="Arial"/>
                <a:cs typeface="Arial"/>
                <a:sym typeface="Arial"/>
              </a:endParaRPr>
            </a:p>
          </p:txBody>
        </p:sp>
        <p:sp>
          <p:nvSpPr>
            <p:cNvPr id="321" name="Google Shape;321;p10"/>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322" name="Google Shape;322;p10"/>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6">
                <a:alphaModFix/>
              </a:blip>
              <a:stretch>
                <a:fillRect b="-5691" l="-37840" r="0" t="-39551"/>
              </a:stretch>
            </a:blipFill>
            <a:ln>
              <a:noFill/>
            </a:ln>
          </p:spPr>
        </p:sp>
      </p:grpSp>
      <p:sp>
        <p:nvSpPr>
          <p:cNvPr id="323" name="Google Shape;323;p10"/>
          <p:cNvSpPr txBox="1"/>
          <p:nvPr/>
        </p:nvSpPr>
        <p:spPr>
          <a:xfrm>
            <a:off x="222725" y="1300888"/>
            <a:ext cx="5349600" cy="715800"/>
          </a:xfrm>
          <a:prstGeom prst="rect">
            <a:avLst/>
          </a:prstGeom>
          <a:noFill/>
          <a:ln>
            <a:noFill/>
          </a:ln>
        </p:spPr>
        <p:txBody>
          <a:bodyPr anchorCtr="0" anchor="t" bIns="0" lIns="0" spcFirstLastPara="1" rIns="0" wrap="square" tIns="0">
            <a:spAutoFit/>
          </a:bodyPr>
          <a:lstStyle/>
          <a:p>
            <a:pPr indent="0" lvl="1" marL="0" marR="0" rtl="0" algn="l">
              <a:lnSpc>
                <a:spcPct val="92993"/>
              </a:lnSpc>
              <a:spcBef>
                <a:spcPts val="0"/>
              </a:spcBef>
              <a:spcAft>
                <a:spcPts val="0"/>
              </a:spcAft>
              <a:buClr>
                <a:srgbClr val="000000"/>
              </a:buClr>
              <a:buSzPts val="2500"/>
              <a:buFont typeface="Arial"/>
              <a:buNone/>
            </a:pPr>
            <a:r>
              <a:rPr b="0" i="0" lang="en" sz="2500" u="none" cap="none" strike="noStrike">
                <a:solidFill>
                  <a:srgbClr val="11674F"/>
                </a:solidFill>
                <a:latin typeface="Titillium Web Black"/>
                <a:ea typeface="Titillium Web Black"/>
                <a:cs typeface="Titillium Web Black"/>
                <a:sym typeface="Titillium Web Black"/>
              </a:rPr>
              <a:t>YEAR 9 CAPSTONE: </a:t>
            </a:r>
            <a:endParaRPr b="0" i="0" sz="2500" u="none" cap="none" strike="noStrike">
              <a:solidFill>
                <a:srgbClr val="11674F"/>
              </a:solidFill>
              <a:latin typeface="Titillium Web Black"/>
              <a:ea typeface="Titillium Web Black"/>
              <a:cs typeface="Titillium Web Black"/>
              <a:sym typeface="Titillium Web Black"/>
            </a:endParaRPr>
          </a:p>
          <a:p>
            <a:pPr indent="0" lvl="1" marL="0" marR="0" rtl="0" algn="l">
              <a:lnSpc>
                <a:spcPct val="92993"/>
              </a:lnSpc>
              <a:spcBef>
                <a:spcPts val="0"/>
              </a:spcBef>
              <a:spcAft>
                <a:spcPts val="0"/>
              </a:spcAft>
              <a:buClr>
                <a:srgbClr val="000000"/>
              </a:buClr>
              <a:buSzPts val="2500"/>
              <a:buFont typeface="Arial"/>
              <a:buNone/>
            </a:pPr>
            <a:r>
              <a:rPr b="0" i="0" lang="en" sz="2500" u="none" cap="none" strike="noStrike">
                <a:solidFill>
                  <a:srgbClr val="11674F"/>
                </a:solidFill>
                <a:latin typeface="Titillium Web Black"/>
                <a:ea typeface="Titillium Web Black"/>
                <a:cs typeface="Titillium Web Black"/>
                <a:sym typeface="Titillium Web Black"/>
              </a:rPr>
              <a:t>LEDU TALKS | MY STORY OF FAITH</a:t>
            </a:r>
            <a:endParaRPr b="0" i="0" sz="2500" u="none" cap="none" strike="noStrike">
              <a:solidFill>
                <a:srgbClr val="000000"/>
              </a:solidFill>
              <a:latin typeface="Titillium Web Black"/>
              <a:ea typeface="Titillium Web Black"/>
              <a:cs typeface="Titillium Web Black"/>
              <a:sym typeface="Titillium Web Black"/>
            </a:endParaRPr>
          </a:p>
        </p:txBody>
      </p:sp>
      <p:sp>
        <p:nvSpPr>
          <p:cNvPr id="324" name="Google Shape;324;p10"/>
          <p:cNvSpPr txBox="1"/>
          <p:nvPr/>
        </p:nvSpPr>
        <p:spPr>
          <a:xfrm>
            <a:off x="265700" y="2221425"/>
            <a:ext cx="3867600" cy="22434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0"/>
              </a:spcBef>
              <a:spcAft>
                <a:spcPts val="0"/>
              </a:spcAft>
              <a:buClr>
                <a:srgbClr val="000000"/>
              </a:buClr>
              <a:buSzPts val="1500"/>
              <a:buFont typeface="Arial"/>
              <a:buNone/>
            </a:pPr>
            <a:r>
              <a:rPr b="0" i="0" lang="en" sz="1500" u="none" cap="none" strike="noStrike">
                <a:solidFill>
                  <a:srgbClr val="1B1C1D"/>
                </a:solidFill>
                <a:latin typeface="Arial"/>
                <a:ea typeface="Arial"/>
                <a:cs typeface="Arial"/>
                <a:sym typeface="Arial"/>
              </a:rPr>
              <a:t>This capstone project is designed to be the culminating assessment for the Year 9 Term 1 unit, "Foundations of Faith and Teamwork: Building a Lasallian Community of Service." </a:t>
            </a:r>
            <a:endParaRPr b="0" i="0" sz="1500" u="none" cap="none" strike="noStrike">
              <a:solidFill>
                <a:srgbClr val="1B1C1D"/>
              </a:solidFill>
              <a:latin typeface="Arial"/>
              <a:ea typeface="Arial"/>
              <a:cs typeface="Arial"/>
              <a:sym typeface="Arial"/>
            </a:endParaRPr>
          </a:p>
          <a:p>
            <a:pPr indent="0" lvl="0" marL="0" marR="0" rtl="0" algn="just">
              <a:lnSpc>
                <a:spcPct val="115000"/>
              </a:lnSpc>
              <a:spcBef>
                <a:spcPts val="1200"/>
              </a:spcBef>
              <a:spcAft>
                <a:spcPts val="1200"/>
              </a:spcAft>
              <a:buClr>
                <a:srgbClr val="000000"/>
              </a:buClr>
              <a:buSzPts val="1500"/>
              <a:buFont typeface="Arial"/>
              <a:buNone/>
            </a:pPr>
            <a:r>
              <a:rPr b="0" i="0" lang="en" sz="1500" u="none" cap="none" strike="noStrike">
                <a:solidFill>
                  <a:srgbClr val="1B1C1D"/>
                </a:solidFill>
                <a:latin typeface="Arial"/>
                <a:ea typeface="Arial"/>
                <a:cs typeface="Arial"/>
                <a:sym typeface="Arial"/>
              </a:rPr>
              <a:t>It requires students to synthesize their learning and articulate their personal understanding of faith within the context of their Lasallian identity.</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1"/>
          <p:cNvSpPr txBox="1"/>
          <p:nvPr/>
        </p:nvSpPr>
        <p:spPr>
          <a:xfrm>
            <a:off x="165271" y="803225"/>
            <a:ext cx="8712199" cy="39703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1: Personal Understanding of Faith</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2: Connection to Lasallian Values</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3: Shaping Experiences</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4: Insights on Actions and Relationships</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5: Concrete Future Actions</a:t>
            </a:r>
            <a:endParaRPr b="0" i="0" sz="2800" u="none" cap="none" strike="noStrike">
              <a:solidFill>
                <a:srgbClr val="000000"/>
              </a:solidFill>
              <a:latin typeface="Arial"/>
              <a:ea typeface="Arial"/>
              <a:cs typeface="Arial"/>
              <a:sym typeface="Arial"/>
            </a:endParaRPr>
          </a:p>
        </p:txBody>
      </p:sp>
      <p:grpSp>
        <p:nvGrpSpPr>
          <p:cNvPr id="330" name="Google Shape;330;p11"/>
          <p:cNvGrpSpPr/>
          <p:nvPr/>
        </p:nvGrpSpPr>
        <p:grpSpPr>
          <a:xfrm>
            <a:off x="0" y="113385"/>
            <a:ext cx="9223559" cy="982772"/>
            <a:chOff x="0" y="0"/>
            <a:chExt cx="24596156" cy="2620724"/>
          </a:xfrm>
        </p:grpSpPr>
        <p:grpSp>
          <p:nvGrpSpPr>
            <p:cNvPr id="331" name="Google Shape;331;p11"/>
            <p:cNvGrpSpPr/>
            <p:nvPr/>
          </p:nvGrpSpPr>
          <p:grpSpPr>
            <a:xfrm>
              <a:off x="0" y="444203"/>
              <a:ext cx="24596156" cy="1676700"/>
              <a:chOff x="0" y="-38100"/>
              <a:chExt cx="4858500" cy="331200"/>
            </a:xfrm>
          </p:grpSpPr>
          <p:sp>
            <p:nvSpPr>
              <p:cNvPr id="332" name="Google Shape;332;p11"/>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333" name="Google Shape;333;p11"/>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34" name="Google Shape;334;p11"/>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3">
                <a:alphaModFix/>
              </a:blip>
              <a:stretch>
                <a:fillRect b="0" l="0" r="-304776" t="0"/>
              </a:stretch>
            </a:blipFill>
            <a:ln>
              <a:noFill/>
            </a:ln>
          </p:spPr>
        </p:sp>
        <p:sp>
          <p:nvSpPr>
            <p:cNvPr id="335" name="Google Shape;335;p11"/>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LASALLIAN EDUCATION</a:t>
              </a:r>
              <a:endParaRPr b="0" i="0" sz="700" u="none" cap="none" strike="noStrike">
                <a:solidFill>
                  <a:srgbClr val="000000"/>
                </a:solidFill>
                <a:latin typeface="Arial"/>
                <a:ea typeface="Arial"/>
                <a:cs typeface="Arial"/>
                <a:sym typeface="Arial"/>
              </a:endParaRPr>
            </a:p>
          </p:txBody>
        </p:sp>
        <p:sp>
          <p:nvSpPr>
            <p:cNvPr id="336" name="Google Shape;336;p11"/>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337" name="Google Shape;337;p11"/>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3">
                <a:alphaModFix/>
              </a:blip>
              <a:stretch>
                <a:fillRect b="-5691" l="-37840" r="0" t="-39551"/>
              </a:stretch>
            </a:blipFill>
            <a:ln>
              <a:noFill/>
            </a:ln>
          </p:spPr>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41" name="Shape 341"/>
        <p:cNvGrpSpPr/>
        <p:nvPr/>
      </p:nvGrpSpPr>
      <p:grpSpPr>
        <a:xfrm>
          <a:off x="0" y="0"/>
          <a:ext cx="0" cy="0"/>
          <a:chOff x="0" y="0"/>
          <a:chExt cx="0" cy="0"/>
        </a:xfrm>
      </p:grpSpPr>
      <p:sp>
        <p:nvSpPr>
          <p:cNvPr id="342" name="Google Shape;342;p12"/>
          <p:cNvSpPr txBox="1"/>
          <p:nvPr/>
        </p:nvSpPr>
        <p:spPr>
          <a:xfrm>
            <a:off x="276446" y="0"/>
            <a:ext cx="8591107"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Arial"/>
                <a:ea typeface="Arial"/>
                <a:cs typeface="Arial"/>
                <a:sym typeface="Arial"/>
              </a:rPr>
              <a:t>The Power of Prayer | Breelynd Phelps </a:t>
            </a:r>
            <a:endParaRPr/>
          </a:p>
        </p:txBody>
      </p:sp>
      <p:sp>
        <p:nvSpPr>
          <p:cNvPr id="343" name="Google Shape;343;p12"/>
          <p:cNvSpPr txBox="1"/>
          <p:nvPr/>
        </p:nvSpPr>
        <p:spPr>
          <a:xfrm>
            <a:off x="2020186" y="5143500"/>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https://www.youtube.com/watch?v=pdPacGFJnDA</a:t>
            </a:r>
            <a:endParaRPr b="0" i="0" sz="1400" u="none" cap="none" strike="noStrike">
              <a:solidFill>
                <a:srgbClr val="000000"/>
              </a:solidFill>
              <a:latin typeface="Arial"/>
              <a:ea typeface="Arial"/>
              <a:cs typeface="Arial"/>
              <a:sym typeface="Arial"/>
            </a:endParaRPr>
          </a:p>
        </p:txBody>
      </p:sp>
      <p:pic>
        <p:nvPicPr>
          <p:cNvPr descr="In her TED Talk The Power of Prayer, 3rd grader Breelynd Phelps speaks from the heart about how prayer gives her strength, comfort, and hope. With sincerity and grace, she shares how faith helps her navigate challenges and reminds her she’s never alone. Her talk is a beautiful reflection on the quiet power of belief—and how even the smallest voices can carry the deepest truths. Breelynd Phelps, a third-grade student from Sprunica Elementary, is the daughter of Amber and David Phelps and sister of Cora Phelps. She has one dog named Olive, two cats named Daisy and Minnie, and is the proud owner of a brand new playful puppy named Burk! Breelynd is a member of Girl Scouts, TedEd, and track. She is also an active member of the United Methodist Church. Helping animals, being an advocate for all living things, being assertive, and God are all very important to her. Breelynd wants to teach you the power of prayer and how it can change lives- she knows from first hand experience! This talk was given at a TEDx event using the TED conference format but independently organized by a local community. Learn more at https://www.ted.com/tedx" id="344" name="Google Shape;344;p12" title="The Power of Prayer | Breelynd Phelps | TEDxBrown County Schools">
            <a:hlinkClick r:id="rId3"/>
          </p:cNvPr>
          <p:cNvPicPr preferRelativeResize="0"/>
          <p:nvPr/>
        </p:nvPicPr>
        <p:blipFill>
          <a:blip r:embed="rId4">
            <a:alphaModFix/>
          </a:blip>
          <a:stretch>
            <a:fillRect/>
          </a:stretch>
        </p:blipFill>
        <p:spPr>
          <a:xfrm>
            <a:off x="359500" y="523233"/>
            <a:ext cx="8213822" cy="4620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3"/>
          <p:cNvSpPr txBox="1"/>
          <p:nvPr/>
        </p:nvSpPr>
        <p:spPr>
          <a:xfrm>
            <a:off x="165271" y="803225"/>
            <a:ext cx="8712199" cy="42934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Step 1: Personal Understanding of Faith</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050" u="none" cap="none" strike="noStrike">
                <a:solidFill>
                  <a:srgbClr val="000000"/>
                </a:solidFill>
                <a:latin typeface="Arial"/>
                <a:ea typeface="Arial"/>
                <a:cs typeface="Arial"/>
                <a:sym typeface="Arial"/>
              </a:rPr>
              <a:t>Breelynd defines faith as an active, daily conversation with God through prayer. She explains that prayer is not just a formal ritual, but a safe space where she can speak her fears and worries out loud. For her, faith means trusting that God hears her voice and provides an immediate sense of inner peace and comfort when she is feeling overwhelmed.</a:t>
            </a:r>
            <a:endParaRPr/>
          </a:p>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Step 2: Connection to Lasallian Values</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050" u="none" cap="none" strike="noStrike">
                <a:solidFill>
                  <a:srgbClr val="000000"/>
                </a:solidFill>
                <a:latin typeface="Arial"/>
                <a:ea typeface="Arial"/>
                <a:cs typeface="Arial"/>
                <a:sym typeface="Arial"/>
              </a:rPr>
              <a:t>Breelynd connects her faith directly to core community values by shifting her focus outward. While she uses prayer for personal comfort, she emphasizes that she constantly prays for her family, teachers, sick people, and friends. By holding space for others, she embodies the Lasallian value of being a "team player" who builds up and protects the community through spiritual solidarity.</a:t>
            </a:r>
            <a:endParaRPr/>
          </a:p>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Step 3: Shaping Experiences</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050" u="none" cap="none" strike="noStrike">
                <a:solidFill>
                  <a:srgbClr val="000000"/>
                </a:solidFill>
                <a:latin typeface="Arial"/>
                <a:ea typeface="Arial"/>
                <a:cs typeface="Arial"/>
                <a:sym typeface="Arial"/>
              </a:rPr>
              <a:t>Breelynd shares two profound personal experiences that have deeply shaped her spiritual journey:</a:t>
            </a:r>
            <a:endParaRPr/>
          </a:p>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Being an Answered Prayer:</a:t>
            </a:r>
            <a:r>
              <a:rPr b="0" i="0" lang="en" sz="1050" u="none" cap="none" strike="noStrike">
                <a:solidFill>
                  <a:srgbClr val="000000"/>
                </a:solidFill>
                <a:latin typeface="Arial"/>
                <a:ea typeface="Arial"/>
                <a:cs typeface="Arial"/>
                <a:sym typeface="Arial"/>
              </a:rPr>
              <a:t> She reveals that her parents faced unexplained infertility for years before she was born. Knowing she is an "answered prayer" gives her life a deep sense of purpose.</a:t>
            </a:r>
            <a:endParaRPr/>
          </a:p>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Handling Unanswered Prayers:</a:t>
            </a:r>
            <a:r>
              <a:rPr b="0" i="0" lang="en" sz="1050" u="none" cap="none" strike="noStrike">
                <a:solidFill>
                  <a:srgbClr val="000000"/>
                </a:solidFill>
                <a:latin typeface="Arial"/>
                <a:ea typeface="Arial"/>
                <a:cs typeface="Arial"/>
                <a:sym typeface="Arial"/>
              </a:rPr>
              <a:t> She reflects on times God said "no" or "not yet" to her requests, explaining that those moments taught her patience and showed her that God often has a better plan in store.</a:t>
            </a:r>
            <a:endParaRPr/>
          </a:p>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Step 4: Insights on Actions and Relationships</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050" u="none" cap="none" strike="noStrike">
                <a:solidFill>
                  <a:srgbClr val="000000"/>
                </a:solidFill>
                <a:latin typeface="Arial"/>
                <a:ea typeface="Arial"/>
                <a:cs typeface="Arial"/>
                <a:sym typeface="Arial"/>
              </a:rPr>
              <a:t>Breelynd explains that her faith directly changes how she treats the people around her. By declaring herself a "mighty leader," she uses her faith to build healthier relationships. She notes that praying for others—even those who are difficult to get along with—removes personal judgment, softens interpersonal friction, and allows her to approach her peers with genuine empathy and kindness.</a:t>
            </a:r>
            <a:endParaRPr/>
          </a:p>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Step 5: Concrete Future Actions</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050" u="none" cap="none" strike="noStrike">
                <a:solidFill>
                  <a:srgbClr val="000000"/>
                </a:solidFill>
                <a:latin typeface="Arial"/>
                <a:ea typeface="Arial"/>
                <a:cs typeface="Arial"/>
                <a:sym typeface="Arial"/>
              </a:rPr>
              <a:t>Breelynd concludes her talk with an explicit, actionable roadmap for her listeners. She challenges her audience to stop keeping their worries bottled up and instead start verbalizing them out loud. Her concrete call to action is for everyone to actively use the power of prayer in their daily lives to manage stress, support their peers, and foster a more connected, caring environment.</a:t>
            </a:r>
            <a:endParaRPr/>
          </a:p>
        </p:txBody>
      </p:sp>
      <p:grpSp>
        <p:nvGrpSpPr>
          <p:cNvPr id="350" name="Google Shape;350;p13"/>
          <p:cNvGrpSpPr/>
          <p:nvPr/>
        </p:nvGrpSpPr>
        <p:grpSpPr>
          <a:xfrm>
            <a:off x="-851" y="-59267"/>
            <a:ext cx="9144851" cy="982772"/>
            <a:chOff x="0" y="0"/>
            <a:chExt cx="24596156" cy="2620724"/>
          </a:xfrm>
        </p:grpSpPr>
        <p:grpSp>
          <p:nvGrpSpPr>
            <p:cNvPr id="351" name="Google Shape;351;p13"/>
            <p:cNvGrpSpPr/>
            <p:nvPr/>
          </p:nvGrpSpPr>
          <p:grpSpPr>
            <a:xfrm>
              <a:off x="0" y="444203"/>
              <a:ext cx="24596156" cy="1676700"/>
              <a:chOff x="0" y="-38100"/>
              <a:chExt cx="4858500" cy="331200"/>
            </a:xfrm>
          </p:grpSpPr>
          <p:sp>
            <p:nvSpPr>
              <p:cNvPr id="352" name="Google Shape;352;p13"/>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353" name="Google Shape;353;p13"/>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54" name="Google Shape;354;p13"/>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3">
                <a:alphaModFix/>
              </a:blip>
              <a:stretch>
                <a:fillRect b="0" l="0" r="-304776" t="0"/>
              </a:stretch>
            </a:blipFill>
            <a:ln>
              <a:noFill/>
            </a:ln>
          </p:spPr>
        </p:sp>
        <p:sp>
          <p:nvSpPr>
            <p:cNvPr id="355" name="Google Shape;355;p13"/>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NAME OF SUBJECT</a:t>
              </a:r>
              <a:endParaRPr b="0" i="0" sz="700" u="none" cap="none" strike="noStrike">
                <a:solidFill>
                  <a:srgbClr val="000000"/>
                </a:solidFill>
                <a:latin typeface="Arial"/>
                <a:ea typeface="Arial"/>
                <a:cs typeface="Arial"/>
                <a:sym typeface="Arial"/>
              </a:endParaRPr>
            </a:p>
          </p:txBody>
        </p:sp>
        <p:sp>
          <p:nvSpPr>
            <p:cNvPr id="356" name="Google Shape;356;p13"/>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357" name="Google Shape;357;p13"/>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3">
                <a:alphaModFix/>
              </a:blip>
              <a:stretch>
                <a:fillRect b="-5691" l="-37840" r="0" t="-39551"/>
              </a:stretch>
            </a:blipFill>
            <a:ln>
              <a:noFill/>
            </a:ln>
          </p:spPr>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grpSp>
        <p:nvGrpSpPr>
          <p:cNvPr id="362" name="Google Shape;362;p14"/>
          <p:cNvGrpSpPr/>
          <p:nvPr/>
        </p:nvGrpSpPr>
        <p:grpSpPr>
          <a:xfrm>
            <a:off x="-851" y="-59267"/>
            <a:ext cx="9144851" cy="982772"/>
            <a:chOff x="0" y="0"/>
            <a:chExt cx="24596156" cy="2620724"/>
          </a:xfrm>
        </p:grpSpPr>
        <p:grpSp>
          <p:nvGrpSpPr>
            <p:cNvPr id="363" name="Google Shape;363;p14"/>
            <p:cNvGrpSpPr/>
            <p:nvPr/>
          </p:nvGrpSpPr>
          <p:grpSpPr>
            <a:xfrm>
              <a:off x="0" y="444203"/>
              <a:ext cx="24596156" cy="1676700"/>
              <a:chOff x="0" y="-38100"/>
              <a:chExt cx="4858500" cy="331200"/>
            </a:xfrm>
          </p:grpSpPr>
          <p:sp>
            <p:nvSpPr>
              <p:cNvPr id="364" name="Google Shape;364;p14"/>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365" name="Google Shape;365;p14"/>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66" name="Google Shape;366;p14"/>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3">
                <a:alphaModFix/>
              </a:blip>
              <a:stretch>
                <a:fillRect b="0" l="0" r="-304776" t="0"/>
              </a:stretch>
            </a:blipFill>
            <a:ln>
              <a:noFill/>
            </a:ln>
          </p:spPr>
        </p:sp>
        <p:sp>
          <p:nvSpPr>
            <p:cNvPr id="367" name="Google Shape;367;p14"/>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NAME OF SUBJECT</a:t>
              </a:r>
              <a:endParaRPr b="0" i="0" sz="700" u="none" cap="none" strike="noStrike">
                <a:solidFill>
                  <a:srgbClr val="000000"/>
                </a:solidFill>
                <a:latin typeface="Arial"/>
                <a:ea typeface="Arial"/>
                <a:cs typeface="Arial"/>
                <a:sym typeface="Arial"/>
              </a:endParaRPr>
            </a:p>
          </p:txBody>
        </p:sp>
        <p:sp>
          <p:nvSpPr>
            <p:cNvPr id="368" name="Google Shape;368;p14"/>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369" name="Google Shape;369;p14"/>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3">
                <a:alphaModFix/>
              </a:blip>
              <a:stretch>
                <a:fillRect b="-5691" l="-37840" r="0" t="-39551"/>
              </a:stretch>
            </a:blipFill>
            <a:ln>
              <a:noFill/>
            </a:ln>
          </p:spPr>
        </p:sp>
      </p:grpSp>
      <p:sp>
        <p:nvSpPr>
          <p:cNvPr id="370" name="Google Shape;370;p14"/>
          <p:cNvSpPr txBox="1"/>
          <p:nvPr/>
        </p:nvSpPr>
        <p:spPr>
          <a:xfrm>
            <a:off x="165271" y="803225"/>
            <a:ext cx="8712199"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1: Personal Understanding of Faith</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2800" u="none" cap="none" strike="noStrike">
                <a:solidFill>
                  <a:srgbClr val="000000"/>
                </a:solidFill>
                <a:latin typeface="Arial"/>
                <a:ea typeface="Arial"/>
                <a:cs typeface="Arial"/>
                <a:sym typeface="Arial"/>
              </a:rPr>
              <a:t>Breelynd defines faith as an active, daily conversation with God through prayer. She explains that prayer is not just a formal ritual, but a safe space where she can speak her fears and worries out loud. For her, faith means trusting that God hears her voice and provides an immediate sense of inner peace and comfort when she is feeling overwhelmed.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g3face803e0b_0_23" title="Screenshot 2026-08-24 at 7.37.12 AM.png"/>
          <p:cNvPicPr preferRelativeResize="0"/>
          <p:nvPr/>
        </p:nvPicPr>
        <p:blipFill>
          <a:blip r:embed="rId3">
            <a:alphaModFix/>
          </a:blip>
          <a:stretch>
            <a:fillRect/>
          </a:stretch>
        </p:blipFill>
        <p:spPr>
          <a:xfrm>
            <a:off x="152400" y="152400"/>
            <a:ext cx="8839199" cy="44260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grpSp>
        <p:nvGrpSpPr>
          <p:cNvPr id="380" name="Google Shape;380;p15"/>
          <p:cNvGrpSpPr/>
          <p:nvPr/>
        </p:nvGrpSpPr>
        <p:grpSpPr>
          <a:xfrm>
            <a:off x="-851" y="-59267"/>
            <a:ext cx="9144851" cy="982772"/>
            <a:chOff x="0" y="0"/>
            <a:chExt cx="24596156" cy="2620724"/>
          </a:xfrm>
        </p:grpSpPr>
        <p:grpSp>
          <p:nvGrpSpPr>
            <p:cNvPr id="381" name="Google Shape;381;p15"/>
            <p:cNvGrpSpPr/>
            <p:nvPr/>
          </p:nvGrpSpPr>
          <p:grpSpPr>
            <a:xfrm>
              <a:off x="0" y="444203"/>
              <a:ext cx="24596156" cy="1676700"/>
              <a:chOff x="0" y="-38100"/>
              <a:chExt cx="4858500" cy="331200"/>
            </a:xfrm>
          </p:grpSpPr>
          <p:sp>
            <p:nvSpPr>
              <p:cNvPr id="382" name="Google Shape;382;p15"/>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383" name="Google Shape;383;p15"/>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84" name="Google Shape;384;p15"/>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3">
                <a:alphaModFix/>
              </a:blip>
              <a:stretch>
                <a:fillRect b="0" l="0" r="-304776" t="0"/>
              </a:stretch>
            </a:blipFill>
            <a:ln>
              <a:noFill/>
            </a:ln>
          </p:spPr>
        </p:sp>
        <p:sp>
          <p:nvSpPr>
            <p:cNvPr id="385" name="Google Shape;385;p15"/>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NAME OF SUBJECT</a:t>
              </a:r>
              <a:endParaRPr b="0" i="0" sz="700" u="none" cap="none" strike="noStrike">
                <a:solidFill>
                  <a:srgbClr val="000000"/>
                </a:solidFill>
                <a:latin typeface="Arial"/>
                <a:ea typeface="Arial"/>
                <a:cs typeface="Arial"/>
                <a:sym typeface="Arial"/>
              </a:endParaRPr>
            </a:p>
          </p:txBody>
        </p:sp>
        <p:sp>
          <p:nvSpPr>
            <p:cNvPr id="386" name="Google Shape;386;p15"/>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387" name="Google Shape;387;p15"/>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3">
                <a:alphaModFix/>
              </a:blip>
              <a:stretch>
                <a:fillRect b="-5691" l="-37840" r="0" t="-39551"/>
              </a:stretch>
            </a:blipFill>
            <a:ln>
              <a:noFill/>
            </a:ln>
          </p:spPr>
        </p:sp>
      </p:grpSp>
      <p:sp>
        <p:nvSpPr>
          <p:cNvPr id="388" name="Google Shape;388;p15"/>
          <p:cNvSpPr txBox="1"/>
          <p:nvPr/>
        </p:nvSpPr>
        <p:spPr>
          <a:xfrm>
            <a:off x="165271" y="803225"/>
            <a:ext cx="87123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1: Personal Understanding of Faith</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2800" u="none" cap="none" strike="noStrike">
                <a:solidFill>
                  <a:srgbClr val="000000"/>
                </a:solidFill>
                <a:highlight>
                  <a:srgbClr val="FFFF00"/>
                </a:highlight>
                <a:latin typeface="Arial"/>
                <a:ea typeface="Arial"/>
                <a:cs typeface="Arial"/>
                <a:sym typeface="Arial"/>
              </a:rPr>
              <a:t>What does "faith" look like in your daily routine?</a:t>
            </a:r>
            <a:r>
              <a:rPr b="0" i="0" lang="en" sz="2800" u="none" cap="none" strike="noStrike">
                <a:solidFill>
                  <a:srgbClr val="000000"/>
                </a:solidFill>
                <a:highlight>
                  <a:srgbClr val="FFFF00"/>
                </a:highlight>
                <a:latin typeface="Arial"/>
                <a:ea typeface="Arial"/>
                <a:cs typeface="Arial"/>
                <a:sym typeface="Arial"/>
              </a:rPr>
              <a:t>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grpSp>
        <p:nvGrpSpPr>
          <p:cNvPr id="393" name="Google Shape;393;p16"/>
          <p:cNvGrpSpPr/>
          <p:nvPr/>
        </p:nvGrpSpPr>
        <p:grpSpPr>
          <a:xfrm>
            <a:off x="-851" y="-59267"/>
            <a:ext cx="9144851" cy="982772"/>
            <a:chOff x="0" y="0"/>
            <a:chExt cx="24596156" cy="2620724"/>
          </a:xfrm>
        </p:grpSpPr>
        <p:grpSp>
          <p:nvGrpSpPr>
            <p:cNvPr id="394" name="Google Shape;394;p16"/>
            <p:cNvGrpSpPr/>
            <p:nvPr/>
          </p:nvGrpSpPr>
          <p:grpSpPr>
            <a:xfrm>
              <a:off x="0" y="444203"/>
              <a:ext cx="24596156" cy="1676700"/>
              <a:chOff x="0" y="-38100"/>
              <a:chExt cx="4858500" cy="331200"/>
            </a:xfrm>
          </p:grpSpPr>
          <p:sp>
            <p:nvSpPr>
              <p:cNvPr id="395" name="Google Shape;395;p16"/>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396" name="Google Shape;396;p16"/>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97" name="Google Shape;397;p16"/>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3">
                <a:alphaModFix/>
              </a:blip>
              <a:stretch>
                <a:fillRect b="0" l="0" r="-304776" t="0"/>
              </a:stretch>
            </a:blipFill>
            <a:ln>
              <a:noFill/>
            </a:ln>
          </p:spPr>
        </p:sp>
        <p:sp>
          <p:nvSpPr>
            <p:cNvPr id="398" name="Google Shape;398;p16"/>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NAME OF SUBJECT</a:t>
              </a:r>
              <a:endParaRPr b="0" i="0" sz="700" u="none" cap="none" strike="noStrike">
                <a:solidFill>
                  <a:srgbClr val="000000"/>
                </a:solidFill>
                <a:latin typeface="Arial"/>
                <a:ea typeface="Arial"/>
                <a:cs typeface="Arial"/>
                <a:sym typeface="Arial"/>
              </a:endParaRPr>
            </a:p>
          </p:txBody>
        </p:sp>
        <p:sp>
          <p:nvSpPr>
            <p:cNvPr id="399" name="Google Shape;399;p16"/>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400" name="Google Shape;400;p16"/>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3">
                <a:alphaModFix/>
              </a:blip>
              <a:stretch>
                <a:fillRect b="-5691" l="-37840" r="0" t="-39551"/>
              </a:stretch>
            </a:blipFill>
            <a:ln>
              <a:noFill/>
            </a:ln>
          </p:spPr>
        </p:sp>
      </p:grpSp>
      <p:sp>
        <p:nvSpPr>
          <p:cNvPr id="401" name="Google Shape;401;p16"/>
          <p:cNvSpPr txBox="1"/>
          <p:nvPr/>
        </p:nvSpPr>
        <p:spPr>
          <a:xfrm>
            <a:off x="165271" y="803225"/>
            <a:ext cx="8712300" cy="123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1: Personal Understanding of Faith</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1600" u="none" cap="none" strike="noStrike">
                <a:solidFill>
                  <a:srgbClr val="000000"/>
                </a:solidFill>
                <a:highlight>
                  <a:srgbClr val="FFFF00"/>
                </a:highlight>
                <a:latin typeface="Arial"/>
                <a:ea typeface="Arial"/>
                <a:cs typeface="Arial"/>
                <a:sym typeface="Arial"/>
              </a:rPr>
              <a:t>How does your faith help you handle difficult emotions like worry, fear, or stress?</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grpSp>
        <p:nvGrpSpPr>
          <p:cNvPr id="406" name="Google Shape;406;p17"/>
          <p:cNvGrpSpPr/>
          <p:nvPr/>
        </p:nvGrpSpPr>
        <p:grpSpPr>
          <a:xfrm>
            <a:off x="-851" y="-59267"/>
            <a:ext cx="9144851" cy="982772"/>
            <a:chOff x="0" y="0"/>
            <a:chExt cx="24596156" cy="2620724"/>
          </a:xfrm>
        </p:grpSpPr>
        <p:grpSp>
          <p:nvGrpSpPr>
            <p:cNvPr id="407" name="Google Shape;407;p17"/>
            <p:cNvGrpSpPr/>
            <p:nvPr/>
          </p:nvGrpSpPr>
          <p:grpSpPr>
            <a:xfrm>
              <a:off x="0" y="444203"/>
              <a:ext cx="24596156" cy="1676700"/>
              <a:chOff x="0" y="-38100"/>
              <a:chExt cx="4858500" cy="331200"/>
            </a:xfrm>
          </p:grpSpPr>
          <p:sp>
            <p:nvSpPr>
              <p:cNvPr id="408" name="Google Shape;408;p17"/>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409" name="Google Shape;409;p17"/>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10" name="Google Shape;410;p17"/>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3">
                <a:alphaModFix/>
              </a:blip>
              <a:stretch>
                <a:fillRect b="0" l="0" r="-304776" t="0"/>
              </a:stretch>
            </a:blipFill>
            <a:ln>
              <a:noFill/>
            </a:ln>
          </p:spPr>
        </p:sp>
        <p:sp>
          <p:nvSpPr>
            <p:cNvPr id="411" name="Google Shape;411;p17"/>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NAME OF SUBJECT</a:t>
              </a:r>
              <a:endParaRPr b="0" i="0" sz="700" u="none" cap="none" strike="noStrike">
                <a:solidFill>
                  <a:srgbClr val="000000"/>
                </a:solidFill>
                <a:latin typeface="Arial"/>
                <a:ea typeface="Arial"/>
                <a:cs typeface="Arial"/>
                <a:sym typeface="Arial"/>
              </a:endParaRPr>
            </a:p>
          </p:txBody>
        </p:sp>
        <p:sp>
          <p:nvSpPr>
            <p:cNvPr id="412" name="Google Shape;412;p17"/>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413" name="Google Shape;413;p17"/>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3">
                <a:alphaModFix/>
              </a:blip>
              <a:stretch>
                <a:fillRect b="-5691" l="-37840" r="0" t="-39551"/>
              </a:stretch>
            </a:blipFill>
            <a:ln>
              <a:noFill/>
            </a:ln>
          </p:spPr>
        </p:sp>
      </p:grpSp>
      <p:sp>
        <p:nvSpPr>
          <p:cNvPr id="414" name="Google Shape;414;p17"/>
          <p:cNvSpPr txBox="1"/>
          <p:nvPr/>
        </p:nvSpPr>
        <p:spPr>
          <a:xfrm>
            <a:off x="165271" y="803225"/>
            <a:ext cx="87123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1: Personal Understanding of Faith</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1600" u="none" cap="none" strike="noStrike">
                <a:solidFill>
                  <a:srgbClr val="000000"/>
                </a:solidFill>
                <a:highlight>
                  <a:srgbClr val="FFFF00"/>
                </a:highlight>
                <a:latin typeface="Arial"/>
                <a:ea typeface="Arial"/>
                <a:cs typeface="Arial"/>
                <a:sym typeface="Arial"/>
              </a:rPr>
              <a:t>If you had to explain your faith to someone using a metaphor, what would it be?</a:t>
            </a:r>
            <a:endParaRPr/>
          </a:p>
          <a:p>
            <a:pPr indent="0" lvl="0" marL="0" marR="0" rtl="0" algn="l">
              <a:lnSpc>
                <a:spcPct val="100000"/>
              </a:lnSpc>
              <a:spcBef>
                <a:spcPts val="0"/>
              </a:spcBef>
              <a:spcAft>
                <a:spcPts val="0"/>
              </a:spcAft>
              <a:buNone/>
            </a:pPr>
            <a:r>
              <a:t/>
            </a:r>
            <a:endParaRPr b="1" i="0" sz="1600" u="none" cap="none" strike="noStrike">
              <a:solidFill>
                <a:srgbClr val="000000"/>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grpSp>
        <p:nvGrpSpPr>
          <p:cNvPr id="419" name="Google Shape;419;p18"/>
          <p:cNvGrpSpPr/>
          <p:nvPr/>
        </p:nvGrpSpPr>
        <p:grpSpPr>
          <a:xfrm>
            <a:off x="-851" y="-59267"/>
            <a:ext cx="9144851" cy="982772"/>
            <a:chOff x="0" y="0"/>
            <a:chExt cx="24596156" cy="2620724"/>
          </a:xfrm>
        </p:grpSpPr>
        <p:grpSp>
          <p:nvGrpSpPr>
            <p:cNvPr id="420" name="Google Shape;420;p18"/>
            <p:cNvGrpSpPr/>
            <p:nvPr/>
          </p:nvGrpSpPr>
          <p:grpSpPr>
            <a:xfrm>
              <a:off x="0" y="444203"/>
              <a:ext cx="24596156" cy="1676700"/>
              <a:chOff x="0" y="-38100"/>
              <a:chExt cx="4858500" cy="331200"/>
            </a:xfrm>
          </p:grpSpPr>
          <p:sp>
            <p:nvSpPr>
              <p:cNvPr id="421" name="Google Shape;421;p18"/>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422" name="Google Shape;422;p18"/>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23" name="Google Shape;423;p18"/>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3">
                <a:alphaModFix/>
              </a:blip>
              <a:stretch>
                <a:fillRect b="0" l="0" r="-304776" t="0"/>
              </a:stretch>
            </a:blipFill>
            <a:ln>
              <a:noFill/>
            </a:ln>
          </p:spPr>
        </p:sp>
        <p:sp>
          <p:nvSpPr>
            <p:cNvPr id="424" name="Google Shape;424;p18"/>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NAME OF SUBJECT</a:t>
              </a:r>
              <a:endParaRPr b="0" i="0" sz="700" u="none" cap="none" strike="noStrike">
                <a:solidFill>
                  <a:srgbClr val="000000"/>
                </a:solidFill>
                <a:latin typeface="Arial"/>
                <a:ea typeface="Arial"/>
                <a:cs typeface="Arial"/>
                <a:sym typeface="Arial"/>
              </a:endParaRPr>
            </a:p>
          </p:txBody>
        </p:sp>
        <p:sp>
          <p:nvSpPr>
            <p:cNvPr id="425" name="Google Shape;425;p18"/>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426" name="Google Shape;426;p18"/>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3">
                <a:alphaModFix/>
              </a:blip>
              <a:stretch>
                <a:fillRect b="-5691" l="-37840" r="0" t="-39551"/>
              </a:stretch>
            </a:blipFill>
            <a:ln>
              <a:noFill/>
            </a:ln>
          </p:spPr>
        </p:sp>
      </p:grpSp>
      <p:sp>
        <p:nvSpPr>
          <p:cNvPr id="427" name="Google Shape;427;p18"/>
          <p:cNvSpPr txBox="1"/>
          <p:nvPr/>
        </p:nvSpPr>
        <p:spPr>
          <a:xfrm>
            <a:off x="165271" y="803225"/>
            <a:ext cx="8712199" cy="39703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1: Personal Understanding of Faith</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2: Connection to Lasallian Values</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3: Shaping Experiences</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4: Insights on Actions and Relationships</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2800" u="none" cap="none" strike="noStrike">
                <a:solidFill>
                  <a:srgbClr val="000000"/>
                </a:solidFill>
                <a:latin typeface="Arial"/>
                <a:ea typeface="Arial"/>
                <a:cs typeface="Arial"/>
                <a:sym typeface="Arial"/>
              </a:rPr>
              <a:t>Step 5: Concrete Future Actions</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grpSp>
        <p:nvGrpSpPr>
          <p:cNvPr id="432" name="Google Shape;432;p19"/>
          <p:cNvGrpSpPr/>
          <p:nvPr/>
        </p:nvGrpSpPr>
        <p:grpSpPr>
          <a:xfrm>
            <a:off x="-851" y="-59267"/>
            <a:ext cx="9144851" cy="982772"/>
            <a:chOff x="0" y="0"/>
            <a:chExt cx="24596156" cy="2620724"/>
          </a:xfrm>
        </p:grpSpPr>
        <p:grpSp>
          <p:nvGrpSpPr>
            <p:cNvPr id="433" name="Google Shape;433;p19"/>
            <p:cNvGrpSpPr/>
            <p:nvPr/>
          </p:nvGrpSpPr>
          <p:grpSpPr>
            <a:xfrm>
              <a:off x="0" y="444203"/>
              <a:ext cx="24596156" cy="1676700"/>
              <a:chOff x="0" y="-38100"/>
              <a:chExt cx="4858500" cy="331200"/>
            </a:xfrm>
          </p:grpSpPr>
          <p:sp>
            <p:nvSpPr>
              <p:cNvPr id="434" name="Google Shape;434;p19"/>
              <p:cNvSpPr/>
              <p:nvPr/>
            </p:nvSpPr>
            <p:spPr>
              <a:xfrm>
                <a:off x="0" y="0"/>
                <a:ext cx="4858403" cy="293016"/>
              </a:xfrm>
              <a:custGeom>
                <a:rect b="b" l="l" r="r" t="t"/>
                <a:pathLst>
                  <a:path extrusionOk="0" h="293016" w="4858403">
                    <a:moveTo>
                      <a:pt x="0" y="0"/>
                    </a:moveTo>
                    <a:lnTo>
                      <a:pt x="4858403" y="0"/>
                    </a:lnTo>
                    <a:lnTo>
                      <a:pt x="4858403" y="293016"/>
                    </a:lnTo>
                    <a:lnTo>
                      <a:pt x="0" y="293016"/>
                    </a:lnTo>
                    <a:close/>
                  </a:path>
                </a:pathLst>
              </a:custGeom>
              <a:solidFill>
                <a:srgbClr val="11674F"/>
              </a:solidFill>
              <a:ln>
                <a:noFill/>
              </a:ln>
            </p:spPr>
          </p:sp>
          <p:sp>
            <p:nvSpPr>
              <p:cNvPr id="435" name="Google Shape;435;p19"/>
              <p:cNvSpPr txBox="1"/>
              <p:nvPr/>
            </p:nvSpPr>
            <p:spPr>
              <a:xfrm>
                <a:off x="0" y="-38100"/>
                <a:ext cx="4858500" cy="331200"/>
              </a:xfrm>
              <a:prstGeom prst="rect">
                <a:avLst/>
              </a:prstGeom>
              <a:noFill/>
              <a:ln>
                <a:noFill/>
              </a:ln>
            </p:spPr>
            <p:txBody>
              <a:bodyPr anchorCtr="0" anchor="ctr" bIns="25400" lIns="25400" spcFirstLastPara="1" rIns="25400" wrap="square" tIns="25400">
                <a:noAutofit/>
              </a:bodyPr>
              <a:lstStyle/>
              <a:p>
                <a:pPr indent="0" lvl="0" marL="0" marR="0" rtl="0" algn="ctr">
                  <a:lnSpc>
                    <a:spcPct val="12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36" name="Google Shape;436;p19"/>
            <p:cNvSpPr/>
            <p:nvPr/>
          </p:nvSpPr>
          <p:spPr>
            <a:xfrm>
              <a:off x="17616718" y="0"/>
              <a:ext cx="2006600" cy="2620724"/>
            </a:xfrm>
            <a:custGeom>
              <a:rect b="b" l="l" r="r" t="t"/>
              <a:pathLst>
                <a:path extrusionOk="0" h="2620724" w="2006600">
                  <a:moveTo>
                    <a:pt x="0" y="0"/>
                  </a:moveTo>
                  <a:lnTo>
                    <a:pt x="2006600" y="0"/>
                  </a:lnTo>
                  <a:lnTo>
                    <a:pt x="2006600" y="2620724"/>
                  </a:lnTo>
                  <a:lnTo>
                    <a:pt x="0" y="2620724"/>
                  </a:lnTo>
                  <a:lnTo>
                    <a:pt x="0" y="0"/>
                  </a:lnTo>
                  <a:close/>
                </a:path>
              </a:pathLst>
            </a:custGeom>
            <a:blipFill rotWithShape="1">
              <a:blip r:embed="rId3">
                <a:alphaModFix/>
              </a:blip>
              <a:stretch>
                <a:fillRect b="0" l="0" r="-304776" t="0"/>
              </a:stretch>
            </a:blipFill>
            <a:ln>
              <a:noFill/>
            </a:ln>
          </p:spPr>
        </p:sp>
        <p:sp>
          <p:nvSpPr>
            <p:cNvPr id="437" name="Google Shape;437;p19"/>
            <p:cNvSpPr txBox="1"/>
            <p:nvPr/>
          </p:nvSpPr>
          <p:spPr>
            <a:xfrm>
              <a:off x="1155700" y="1119065"/>
              <a:ext cx="67515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DC500"/>
                  </a:solidFill>
                  <a:latin typeface="Arial"/>
                  <a:ea typeface="Arial"/>
                  <a:cs typeface="Arial"/>
                  <a:sym typeface="Arial"/>
                </a:rPr>
                <a:t>NAME OF SUBJECT</a:t>
              </a:r>
              <a:endParaRPr b="0" i="0" sz="700" u="none" cap="none" strike="noStrike">
                <a:solidFill>
                  <a:srgbClr val="000000"/>
                </a:solidFill>
                <a:latin typeface="Arial"/>
                <a:ea typeface="Arial"/>
                <a:cs typeface="Arial"/>
                <a:sym typeface="Arial"/>
              </a:endParaRPr>
            </a:p>
          </p:txBody>
        </p:sp>
        <p:sp>
          <p:nvSpPr>
            <p:cNvPr id="438" name="Google Shape;438;p19"/>
            <p:cNvSpPr txBox="1"/>
            <p:nvPr/>
          </p:nvSpPr>
          <p:spPr>
            <a:xfrm>
              <a:off x="9182100" y="1119065"/>
              <a:ext cx="5961900" cy="410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00"/>
                <a:buFont typeface="Arial"/>
                <a:buNone/>
              </a:pPr>
              <a:r>
                <a:rPr b="1" i="0" lang="en" sz="1000" u="none" cap="none" strike="noStrike">
                  <a:solidFill>
                    <a:srgbClr val="F7F3E8"/>
                  </a:solidFill>
                  <a:latin typeface="Arial"/>
                  <a:ea typeface="Arial"/>
                  <a:cs typeface="Arial"/>
                  <a:sym typeface="Arial"/>
                </a:rPr>
                <a:t>FAITH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SERVICE </a:t>
              </a:r>
              <a:r>
                <a:rPr b="1" i="0" lang="en" sz="1000" u="none" cap="none" strike="noStrike">
                  <a:solidFill>
                    <a:srgbClr val="FFD96B"/>
                  </a:solidFill>
                  <a:latin typeface="Arial"/>
                  <a:ea typeface="Arial"/>
                  <a:cs typeface="Arial"/>
                  <a:sym typeface="Arial"/>
                </a:rPr>
                <a:t>★</a:t>
              </a:r>
              <a:r>
                <a:rPr b="1" i="0" lang="en" sz="1000" u="none" cap="none" strike="noStrike">
                  <a:solidFill>
                    <a:srgbClr val="F7F3E8"/>
                  </a:solidFill>
                  <a:latin typeface="Arial"/>
                  <a:ea typeface="Arial"/>
                  <a:cs typeface="Arial"/>
                  <a:sym typeface="Arial"/>
                </a:rPr>
                <a:t> COMMUNITY</a:t>
              </a:r>
              <a:endParaRPr b="0" i="0" sz="700" u="none" cap="none" strike="noStrike">
                <a:solidFill>
                  <a:srgbClr val="000000"/>
                </a:solidFill>
                <a:latin typeface="Arial"/>
                <a:ea typeface="Arial"/>
                <a:cs typeface="Arial"/>
                <a:sym typeface="Arial"/>
              </a:endParaRPr>
            </a:p>
          </p:txBody>
        </p:sp>
        <p:sp>
          <p:nvSpPr>
            <p:cNvPr id="439" name="Google Shape;439;p19"/>
            <p:cNvSpPr/>
            <p:nvPr/>
          </p:nvSpPr>
          <p:spPr>
            <a:xfrm>
              <a:off x="20002774" y="840640"/>
              <a:ext cx="3552101" cy="1087667"/>
            </a:xfrm>
            <a:custGeom>
              <a:rect b="b" l="l" r="r" t="t"/>
              <a:pathLst>
                <a:path extrusionOk="0" h="1087667" w="3552101">
                  <a:moveTo>
                    <a:pt x="0" y="0"/>
                  </a:moveTo>
                  <a:lnTo>
                    <a:pt x="3552100" y="0"/>
                  </a:lnTo>
                  <a:lnTo>
                    <a:pt x="3552100" y="1087668"/>
                  </a:lnTo>
                  <a:lnTo>
                    <a:pt x="0" y="1087668"/>
                  </a:lnTo>
                  <a:lnTo>
                    <a:pt x="0" y="0"/>
                  </a:lnTo>
                  <a:close/>
                </a:path>
              </a:pathLst>
            </a:custGeom>
            <a:blipFill rotWithShape="1">
              <a:blip r:embed="rId3">
                <a:alphaModFix/>
              </a:blip>
              <a:stretch>
                <a:fillRect b="-5691" l="-37840" r="0" t="-39551"/>
              </a:stretch>
            </a:blipFill>
            <a:ln>
              <a:noFill/>
            </a:ln>
          </p:spPr>
        </p:sp>
      </p:grpSp>
      <p:sp>
        <p:nvSpPr>
          <p:cNvPr id="440" name="Google Shape;440;p19"/>
          <p:cNvSpPr txBox="1"/>
          <p:nvPr/>
        </p:nvSpPr>
        <p:spPr>
          <a:xfrm>
            <a:off x="165271" y="803225"/>
            <a:ext cx="8712199" cy="42934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Step 1: Personal Understanding of Faith</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050" u="none" cap="none" strike="noStrike">
                <a:solidFill>
                  <a:srgbClr val="000000"/>
                </a:solidFill>
                <a:latin typeface="Arial"/>
                <a:ea typeface="Arial"/>
                <a:cs typeface="Arial"/>
                <a:sym typeface="Arial"/>
              </a:rPr>
              <a:t>Breelynd defines faith as an active, daily conversation with God through prayer. She explains that prayer is not just a formal ritual, but a safe space where she can speak her fears and worries out loud. For her, faith means trusting that God hears her voice and provides an immediate sense of inner peace and comfort when she is feeling overwhelmed.</a:t>
            </a:r>
            <a:endParaRPr/>
          </a:p>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Step 2: Connection to Lasallian Values</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050" u="none" cap="none" strike="noStrike">
                <a:solidFill>
                  <a:srgbClr val="000000"/>
                </a:solidFill>
                <a:latin typeface="Arial"/>
                <a:ea typeface="Arial"/>
                <a:cs typeface="Arial"/>
                <a:sym typeface="Arial"/>
              </a:rPr>
              <a:t>Breelynd connects her faith directly to core community values by shifting her focus outward. While she uses prayer for personal comfort, she emphasizes that she constantly prays for her family, teachers, sick people, and friends. By holding space for others, she embodies the Lasallian value of being a "team player" who builds up and protects the community through spiritual solidarity.</a:t>
            </a:r>
            <a:endParaRPr/>
          </a:p>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Step 3: Shaping Experiences</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050" u="none" cap="none" strike="noStrike">
                <a:solidFill>
                  <a:srgbClr val="000000"/>
                </a:solidFill>
                <a:latin typeface="Arial"/>
                <a:ea typeface="Arial"/>
                <a:cs typeface="Arial"/>
                <a:sym typeface="Arial"/>
              </a:rPr>
              <a:t>Breelynd shares two profound personal experiences that have deeply shaped her spiritual journey:</a:t>
            </a:r>
            <a:endParaRPr/>
          </a:p>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Being an Answered Prayer:</a:t>
            </a:r>
            <a:r>
              <a:rPr b="0" i="0" lang="en" sz="1050" u="none" cap="none" strike="noStrike">
                <a:solidFill>
                  <a:srgbClr val="000000"/>
                </a:solidFill>
                <a:latin typeface="Arial"/>
                <a:ea typeface="Arial"/>
                <a:cs typeface="Arial"/>
                <a:sym typeface="Arial"/>
              </a:rPr>
              <a:t> She reveals that her parents faced unexplained infertility for years before she was born. Knowing she is an "answered prayer" gives her life a deep sense of purpose.</a:t>
            </a:r>
            <a:endParaRPr/>
          </a:p>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Handling Unanswered Prayers:</a:t>
            </a:r>
            <a:r>
              <a:rPr b="0" i="0" lang="en" sz="1050" u="none" cap="none" strike="noStrike">
                <a:solidFill>
                  <a:srgbClr val="000000"/>
                </a:solidFill>
                <a:latin typeface="Arial"/>
                <a:ea typeface="Arial"/>
                <a:cs typeface="Arial"/>
                <a:sym typeface="Arial"/>
              </a:rPr>
              <a:t> She reflects on times God said "no" or "not yet" to her requests, explaining that those moments taught her patience and showed her that God often has a better plan in store.</a:t>
            </a:r>
            <a:endParaRPr/>
          </a:p>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Step 4: Insights on Actions and Relationships</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050" u="none" cap="none" strike="noStrike">
                <a:solidFill>
                  <a:srgbClr val="000000"/>
                </a:solidFill>
                <a:latin typeface="Arial"/>
                <a:ea typeface="Arial"/>
                <a:cs typeface="Arial"/>
                <a:sym typeface="Arial"/>
              </a:rPr>
              <a:t>Breelynd explains that her faith directly changes how she treats the people around her. By declaring herself a "mighty leader," she uses her faith to build healthier relationships. She notes that praying for others—even those who are difficult to get along with—removes personal judgment, softens interpersonal friction, and allows her to approach her peers with genuine empathy and kindness.</a:t>
            </a:r>
            <a:endParaRPr/>
          </a:p>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 sz="1050" u="none" cap="none" strike="noStrike">
                <a:solidFill>
                  <a:srgbClr val="000000"/>
                </a:solidFill>
                <a:latin typeface="Arial"/>
                <a:ea typeface="Arial"/>
                <a:cs typeface="Arial"/>
                <a:sym typeface="Arial"/>
              </a:rPr>
              <a:t>Step 5: Concrete Future Actions</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050" u="none" cap="none" strike="noStrike">
                <a:solidFill>
                  <a:srgbClr val="000000"/>
                </a:solidFill>
                <a:latin typeface="Arial"/>
                <a:ea typeface="Arial"/>
                <a:cs typeface="Arial"/>
                <a:sym typeface="Arial"/>
              </a:rPr>
              <a:t>Breelynd concludes her talk with an explicit, actionable roadmap for her listeners. She challenges her audience to stop keeping their worries bottled up and instead start verbalizing them out loud. Her concrete call to action is for everyone to actively use the power of prayer in their daily lives to manage stress, support their peers, and foster a more connected, caring environment.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F"/>
        </a:solidFill>
      </p:bgPr>
    </p:bg>
    <p:spTree>
      <p:nvGrpSpPr>
        <p:cNvPr id="444" name="Shape 444"/>
        <p:cNvGrpSpPr/>
        <p:nvPr/>
      </p:nvGrpSpPr>
      <p:grpSpPr>
        <a:xfrm>
          <a:off x="0" y="0"/>
          <a:ext cx="0" cy="0"/>
          <a:chOff x="0" y="0"/>
          <a:chExt cx="0" cy="0"/>
        </a:xfrm>
      </p:grpSpPr>
      <p:sp>
        <p:nvSpPr>
          <p:cNvPr id="445" name="Google Shape;445;p20"/>
          <p:cNvSpPr/>
          <p:nvPr/>
        </p:nvSpPr>
        <p:spPr>
          <a:xfrm rot="-2639269">
            <a:off x="-3493798" y="1421392"/>
            <a:ext cx="17185058" cy="18209332"/>
          </a:xfrm>
          <a:custGeom>
            <a:rect b="b" l="l" r="r" t="t"/>
            <a:pathLst>
              <a:path extrusionOk="0" h="36392744" w="34345653">
                <a:moveTo>
                  <a:pt x="0" y="0"/>
                </a:moveTo>
                <a:lnTo>
                  <a:pt x="34345653" y="0"/>
                </a:lnTo>
                <a:lnTo>
                  <a:pt x="34345653" y="36392745"/>
                </a:lnTo>
                <a:lnTo>
                  <a:pt x="0" y="36392745"/>
                </a:lnTo>
                <a:lnTo>
                  <a:pt x="0" y="0"/>
                </a:lnTo>
                <a:close/>
              </a:path>
            </a:pathLst>
          </a:custGeom>
          <a:blipFill rotWithShape="1">
            <a:blip r:embed="rId3">
              <a:alphaModFix amt="20000"/>
            </a:blip>
            <a:stretch>
              <a:fillRect b="0" l="0" r="0" t="0"/>
            </a:stretch>
          </a:blipFill>
          <a:ln>
            <a:noFill/>
          </a:ln>
        </p:spPr>
      </p:sp>
      <p:sp>
        <p:nvSpPr>
          <p:cNvPr id="446" name="Google Shape;446;p20"/>
          <p:cNvSpPr/>
          <p:nvPr/>
        </p:nvSpPr>
        <p:spPr>
          <a:xfrm>
            <a:off x="2559759" y="514350"/>
            <a:ext cx="4024482" cy="1378385"/>
          </a:xfrm>
          <a:custGeom>
            <a:rect b="b" l="l" r="r" t="t"/>
            <a:pathLst>
              <a:path extrusionOk="0" h="2756770" w="8048963">
                <a:moveTo>
                  <a:pt x="0" y="0"/>
                </a:moveTo>
                <a:lnTo>
                  <a:pt x="8048964" y="0"/>
                </a:lnTo>
                <a:lnTo>
                  <a:pt x="8048964" y="2756770"/>
                </a:lnTo>
                <a:lnTo>
                  <a:pt x="0" y="2756770"/>
                </a:lnTo>
                <a:lnTo>
                  <a:pt x="0" y="0"/>
                </a:lnTo>
                <a:close/>
              </a:path>
            </a:pathLst>
          </a:custGeom>
          <a:blipFill rotWithShape="1">
            <a:blip r:embed="rId4">
              <a:alphaModFix/>
            </a:blip>
            <a:stretch>
              <a:fillRect b="0" l="0" r="0" t="0"/>
            </a:stretch>
          </a:blipFill>
          <a:ln>
            <a:noFill/>
          </a:ln>
        </p:spPr>
      </p:sp>
      <p:sp>
        <p:nvSpPr>
          <p:cNvPr id="447" name="Google Shape;447;p20"/>
          <p:cNvSpPr txBox="1"/>
          <p:nvPr/>
        </p:nvSpPr>
        <p:spPr>
          <a:xfrm>
            <a:off x="1446638" y="2510600"/>
            <a:ext cx="6250800" cy="1030800"/>
          </a:xfrm>
          <a:prstGeom prst="rect">
            <a:avLst/>
          </a:prstGeom>
          <a:noFill/>
          <a:ln>
            <a:noFill/>
          </a:ln>
        </p:spPr>
        <p:txBody>
          <a:bodyPr anchorCtr="0" anchor="t" bIns="0" lIns="0" spcFirstLastPara="1" rIns="0" wrap="square" tIns="0">
            <a:spAutoFit/>
          </a:bodyPr>
          <a:lstStyle/>
          <a:p>
            <a:pPr indent="0" lvl="1" marL="0" marR="0" rtl="0" algn="ctr">
              <a:lnSpc>
                <a:spcPct val="93000"/>
              </a:lnSpc>
              <a:spcBef>
                <a:spcPts val="0"/>
              </a:spcBef>
              <a:spcAft>
                <a:spcPts val="0"/>
              </a:spcAft>
              <a:buClr>
                <a:srgbClr val="000000"/>
              </a:buClr>
              <a:buSzPts val="7200"/>
              <a:buFont typeface="Arial"/>
              <a:buNone/>
            </a:pPr>
            <a:r>
              <a:rPr b="0" i="0" lang="en" sz="7200" u="none" cap="none" strike="noStrike">
                <a:solidFill>
                  <a:srgbClr val="11674F"/>
                </a:solidFill>
                <a:latin typeface="Arial"/>
                <a:ea typeface="Arial"/>
                <a:cs typeface="Arial"/>
                <a:sym typeface="Arial"/>
              </a:rPr>
              <a:t>Thank you!</a:t>
            </a:r>
            <a:endParaRPr b="0" i="0" sz="700" u="none" cap="none" strike="noStrike">
              <a:solidFill>
                <a:srgbClr val="000000"/>
              </a:solidFill>
              <a:latin typeface="Arial"/>
              <a:ea typeface="Arial"/>
              <a:cs typeface="Arial"/>
              <a:sym typeface="Arial"/>
            </a:endParaRPr>
          </a:p>
        </p:txBody>
      </p:sp>
      <p:sp>
        <p:nvSpPr>
          <p:cNvPr id="448" name="Google Shape;448;p20"/>
          <p:cNvSpPr txBox="1"/>
          <p:nvPr/>
        </p:nvSpPr>
        <p:spPr>
          <a:xfrm>
            <a:off x="2783786" y="3546157"/>
            <a:ext cx="3576600" cy="277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800"/>
              <a:buFont typeface="Arial"/>
              <a:buNone/>
            </a:pPr>
            <a:r>
              <a:rPr b="0" i="0" lang="en" sz="1800" u="none" cap="none" strike="noStrike">
                <a:solidFill>
                  <a:srgbClr val="003649"/>
                </a:solidFill>
                <a:latin typeface="Arial"/>
                <a:ea typeface="Arial"/>
                <a:cs typeface="Arial"/>
                <a:sym typeface="Arial"/>
              </a:rPr>
              <a:t>Any questions or clarifications?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