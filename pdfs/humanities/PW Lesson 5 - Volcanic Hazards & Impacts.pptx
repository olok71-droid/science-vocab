
<file path=[Content_Types].xml><?xml version="1.0" encoding="utf-8"?>
<Types xmlns="http://schemas.openxmlformats.org/package/2006/content-types">
  <Default Extension="fntdata" ContentType="application/x-fontdata"/>
  <Default Extension="gif" ContentType="image/gif"/>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63" r:id="rId1"/>
  </p:sldMasterIdLst>
  <p:notesMasterIdLst>
    <p:notesMasterId r:id="rId14"/>
  </p:notesMasterIdLst>
  <p:sldIdLst>
    <p:sldId id="256" r:id="rId2"/>
    <p:sldId id="257" r:id="rId3"/>
    <p:sldId id="258" r:id="rId4"/>
    <p:sldId id="259" r:id="rId5"/>
    <p:sldId id="260" r:id="rId6"/>
    <p:sldId id="261" r:id="rId7"/>
    <p:sldId id="262" r:id="rId8"/>
    <p:sldId id="263" r:id="rId9"/>
    <p:sldId id="264" r:id="rId10"/>
    <p:sldId id="265" r:id="rId11"/>
    <p:sldId id="267" r:id="rId12"/>
    <p:sldId id="266" r:id="rId13"/>
  </p:sldIdLst>
  <p:sldSz cx="9144000" cy="5143500" type="screen16x9"/>
  <p:notesSz cx="6858000" cy="9144000"/>
  <p:embeddedFontLst>
    <p:embeddedFont>
      <p:font typeface="Baumans" panose="02000506020000020003"/>
      <p:regular r:id="rId15"/>
    </p:embeddedFont>
    <p:embeddedFont>
      <p:font typeface="Delius" panose="02000603000000000000"/>
      <p:regular r:id="rId16"/>
    </p:embeddedFont>
    <p:embeddedFont>
      <p:font typeface="Edu TAS Beginner" pitchFamily="2" charset="0"/>
      <p:regular r:id="rId17"/>
      <p:bold r:id="rId18"/>
    </p:embeddedFont>
    <p:embeddedFont>
      <p:font typeface="Fugaz One"/>
      <p:regular r:id="rId19"/>
    </p:embeddedFont>
    <p:embeddedFont>
      <p:font typeface="Luckiest Guy" panose="02000506000000020004" pitchFamily="2" charset="0"/>
      <p:regular r:id="rId20"/>
    </p:embeddedFont>
    <p:embeddedFont>
      <p:font typeface="Patrick Hand" pitchFamily="2" charset="77"/>
      <p:regular r:id="rId21"/>
    </p:embeddedFont>
    <p:embeddedFont>
      <p:font typeface="Poppins" pitchFamily="2" charset="77"/>
      <p:regular r:id="rId22"/>
      <p:bold r:id="rId23"/>
      <p:italic r:id="rId24"/>
      <p:boldItalic r:id="rId25"/>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8CC696FA-9184-41BC-A996-8E39E4019343}">
  <a:tblStyle styleId="{8CC696FA-9184-41BC-A996-8E39E4019343}" styleName="Table_0">
    <a:wholeTbl>
      <a:tcTxStyle>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031"/>
    <p:restoredTop sz="94688"/>
  </p:normalViewPr>
  <p:slideViewPr>
    <p:cSldViewPr snapToGrid="0">
      <p:cViewPr varScale="1">
        <p:scale>
          <a:sx n="163" d="100"/>
          <a:sy n="163" d="100"/>
        </p:scale>
        <p:origin x="184" y="216"/>
      </p:cViewPr>
      <p:guideLst>
        <p:guide orient="horz" pos="162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font" Target="fonts/font4.fntdata"/><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font" Target="fonts/font7.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3.fntdata"/><Relationship Id="rId25" Type="http://schemas.openxmlformats.org/officeDocument/2006/relationships/font" Target="fonts/font11.fntdata"/><Relationship Id="rId2" Type="http://schemas.openxmlformats.org/officeDocument/2006/relationships/slide" Target="slides/slide1.xml"/><Relationship Id="rId16" Type="http://schemas.openxmlformats.org/officeDocument/2006/relationships/font" Target="fonts/font2.fntdata"/><Relationship Id="rId20" Type="http://schemas.openxmlformats.org/officeDocument/2006/relationships/font" Target="fonts/font6.fntdata"/><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font" Target="fonts/font10.fntdata"/><Relationship Id="rId5" Type="http://schemas.openxmlformats.org/officeDocument/2006/relationships/slide" Target="slides/slide4.xml"/><Relationship Id="rId15" Type="http://schemas.openxmlformats.org/officeDocument/2006/relationships/font" Target="fonts/font1.fntdata"/><Relationship Id="rId23" Type="http://schemas.openxmlformats.org/officeDocument/2006/relationships/font" Target="fonts/font9.fntdata"/><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font" Target="fonts/font5.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notesMaster" Target="notesMasters/notesMaster1.xml"/><Relationship Id="rId22" Type="http://schemas.openxmlformats.org/officeDocument/2006/relationships/font" Target="fonts/font8.fntdata"/><Relationship Id="rId27"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www.youtube.com/watch?v=OQAY2SEMtPg&amp;t=125s" TargetMode="External"/><Relationship Id="rId2" Type="http://schemas.openxmlformats.org/officeDocument/2006/relationships/slide" Target="../slides/slide8.xml"/><Relationship Id="rId1" Type="http://schemas.openxmlformats.org/officeDocument/2006/relationships/notesMaster" Target="../notesMasters/notesMaster1.xml"/><Relationship Id="rId5" Type="http://schemas.openxmlformats.org/officeDocument/2006/relationships/hyperlink" Target="https://www.youtube.com/watch?v=oeuPYDXVkuY&amp;feature=emb_title" TargetMode="External"/><Relationship Id="rId4" Type="http://schemas.openxmlformats.org/officeDocument/2006/relationships/hyperlink" Target="https://www.youtube.com/watch?v=Cvjwt9nnwXY&amp;feature=emb_title"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www.youtube.com/watch?v=Cvjwt9nnwXY&amp;feature=emb_title" TargetMode="External"/><Relationship Id="rId2" Type="http://schemas.openxmlformats.org/officeDocument/2006/relationships/slide" Target="../slides/slide9.xml"/><Relationship Id="rId1" Type="http://schemas.openxmlformats.org/officeDocument/2006/relationships/notesMaster" Target="../notesMasters/notesMaster1.xml"/><Relationship Id="rId4" Type="http://schemas.openxmlformats.org/officeDocument/2006/relationships/hyperlink" Target="https://www.youtube.com/watch?v=oeuPYDXVkuY&amp;feature=emb_title" TargetMode="Externa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3"/>
        <p:cNvGrpSpPr/>
        <p:nvPr/>
      </p:nvGrpSpPr>
      <p:grpSpPr>
        <a:xfrm>
          <a:off x="0" y="0"/>
          <a:ext cx="0" cy="0"/>
          <a:chOff x="0" y="0"/>
          <a:chExt cx="0" cy="0"/>
        </a:xfrm>
      </p:grpSpPr>
      <p:sp>
        <p:nvSpPr>
          <p:cNvPr id="74" name="Google Shape;74;g37f17c2b920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5" name="Google Shape;75;g37f17c2b920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2"/>
        <p:cNvGrpSpPr/>
        <p:nvPr/>
      </p:nvGrpSpPr>
      <p:grpSpPr>
        <a:xfrm>
          <a:off x="0" y="0"/>
          <a:ext cx="0" cy="0"/>
          <a:chOff x="0" y="0"/>
          <a:chExt cx="0" cy="0"/>
        </a:xfrm>
      </p:grpSpPr>
      <p:sp>
        <p:nvSpPr>
          <p:cNvPr id="83" name="Google Shape;83;g3fa174ada28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4" name="Google Shape;84;g3fa174ada28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0"/>
        <p:cNvGrpSpPr/>
        <p:nvPr/>
      </p:nvGrpSpPr>
      <p:grpSpPr>
        <a:xfrm>
          <a:off x="0" y="0"/>
          <a:ext cx="0" cy="0"/>
          <a:chOff x="0" y="0"/>
          <a:chExt cx="0" cy="0"/>
        </a:xfrm>
      </p:grpSpPr>
      <p:sp>
        <p:nvSpPr>
          <p:cNvPr id="91" name="Google Shape;91;g37f17c2b920_0_14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92" name="Google Shape;92;g37f17c2b920_0_14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p:cNvGrpSpPr/>
        <p:nvPr/>
      </p:nvGrpSpPr>
      <p:grpSpPr>
        <a:xfrm>
          <a:off x="0" y="0"/>
          <a:ext cx="0" cy="0"/>
          <a:chOff x="0" y="0"/>
          <a:chExt cx="0" cy="0"/>
        </a:xfrm>
      </p:grpSpPr>
      <p:sp>
        <p:nvSpPr>
          <p:cNvPr id="101" name="Google Shape;101;g37cee7ddcf1_0_162:notes"/>
          <p:cNvSpPr txBox="1">
            <a:spLocks noGrp="1"/>
          </p:cNvSpPr>
          <p:nvPr>
            <p:ph type="body" idx="1"/>
          </p:nvPr>
        </p:nvSpPr>
        <p:spPr>
          <a:xfrm>
            <a:off x="685800" y="4400550"/>
            <a:ext cx="5486400" cy="36006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r>
              <a:rPr lang="en"/>
              <a:t>http://www.youtube.com/watch?v=S1Kbym7WYzs</a:t>
            </a:r>
            <a:endParaRPr/>
          </a:p>
        </p:txBody>
      </p:sp>
      <p:sp>
        <p:nvSpPr>
          <p:cNvPr id="102" name="Google Shape;102;g37cee7ddcf1_0_162: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8"/>
        <p:cNvGrpSpPr/>
        <p:nvPr/>
      </p:nvGrpSpPr>
      <p:grpSpPr>
        <a:xfrm>
          <a:off x="0" y="0"/>
          <a:ext cx="0" cy="0"/>
          <a:chOff x="0" y="0"/>
          <a:chExt cx="0" cy="0"/>
        </a:xfrm>
      </p:grpSpPr>
      <p:sp>
        <p:nvSpPr>
          <p:cNvPr id="109" name="Google Shape;109;p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10" name="Google Shape;110;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18"/>
        <p:cNvGrpSpPr/>
        <p:nvPr/>
      </p:nvGrpSpPr>
      <p:grpSpPr>
        <a:xfrm>
          <a:off x="0" y="0"/>
          <a:ext cx="0" cy="0"/>
          <a:chOff x="0" y="0"/>
          <a:chExt cx="0" cy="0"/>
        </a:xfrm>
      </p:grpSpPr>
      <p:sp>
        <p:nvSpPr>
          <p:cNvPr id="119" name="Google Shape;119;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
        <p:nvSpPr>
          <p:cNvPr id="120" name="Google Shape;120;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25"/>
        <p:cNvGrpSpPr/>
        <p:nvPr/>
      </p:nvGrpSpPr>
      <p:grpSpPr>
        <a:xfrm>
          <a:off x="0" y="0"/>
          <a:ext cx="0" cy="0"/>
          <a:chOff x="0" y="0"/>
          <a:chExt cx="0" cy="0"/>
        </a:xfrm>
      </p:grpSpPr>
      <p:sp>
        <p:nvSpPr>
          <p:cNvPr id="126" name="Google Shape;126;g37f17c2b920_0_29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27" name="Google Shape;127;g37f17c2b920_0_29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158750" lvl="0" indent="0" algn="l" rtl="0">
              <a:spcBef>
                <a:spcPts val="0"/>
              </a:spcBef>
              <a:spcAft>
                <a:spcPts val="0"/>
              </a:spcAft>
              <a:buClr>
                <a:schemeClr val="dk1"/>
              </a:buClr>
              <a:buSzPts val="1100"/>
              <a:buFont typeface="Arial"/>
              <a:buNone/>
            </a:pPr>
            <a:r>
              <a:rPr lang="en">
                <a:solidFill>
                  <a:schemeClr val="dk1"/>
                </a:solidFill>
              </a:rPr>
              <a:t>https://www.youtube.com/watch?v=OyZHZhYDWNk</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42"/>
        <p:cNvGrpSpPr/>
        <p:nvPr/>
      </p:nvGrpSpPr>
      <p:grpSpPr>
        <a:xfrm>
          <a:off x="0" y="0"/>
          <a:ext cx="0" cy="0"/>
          <a:chOff x="0" y="0"/>
          <a:chExt cx="0" cy="0"/>
        </a:xfrm>
      </p:grpSpPr>
      <p:sp>
        <p:nvSpPr>
          <p:cNvPr id="143" name="Google Shape;143;g37cee7ddcf1_0_187: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44" name="Google Shape;144;g37cee7ddcf1_0_187: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spcBef>
                <a:spcPts val="0"/>
              </a:spcBef>
              <a:spcAft>
                <a:spcPts val="0"/>
              </a:spcAft>
              <a:buClr>
                <a:schemeClr val="dk1"/>
              </a:buClr>
              <a:buSzPts val="1100"/>
              <a:buFont typeface="Arial"/>
              <a:buNone/>
            </a:pPr>
            <a:r>
              <a:rPr lang="en" u="sng">
                <a:solidFill>
                  <a:schemeClr val="hlink"/>
                </a:solidFill>
                <a:hlinkClick r:id="rId3"/>
              </a:rPr>
              <a:t>https://www.youtube.com/watch?v=OQAY2SEMtPg&amp;t=125s</a:t>
            </a:r>
            <a:r>
              <a:rPr lang="en"/>
              <a:t> https://www.youtube.com/watch?v=8thPJbbaKqM</a:t>
            </a:r>
            <a:endParaRPr/>
          </a:p>
          <a:p>
            <a:pPr marL="0" lvl="0" indent="0" algn="l" rtl="0">
              <a:lnSpc>
                <a:spcPct val="100000"/>
              </a:lnSpc>
              <a:spcBef>
                <a:spcPts val="0"/>
              </a:spcBef>
              <a:spcAft>
                <a:spcPts val="0"/>
              </a:spcAft>
              <a:buSzPts val="1100"/>
              <a:buNone/>
            </a:pPr>
            <a:r>
              <a:rPr lang="en"/>
              <a:t>A Lahar</a:t>
            </a:r>
            <a:endParaRPr/>
          </a:p>
          <a:p>
            <a:pPr marL="0" lvl="0" indent="0" algn="l" rtl="0">
              <a:lnSpc>
                <a:spcPct val="100000"/>
              </a:lnSpc>
              <a:spcBef>
                <a:spcPts val="0"/>
              </a:spcBef>
              <a:spcAft>
                <a:spcPts val="0"/>
              </a:spcAft>
              <a:buSzPts val="1100"/>
              <a:buNone/>
            </a:pPr>
            <a:r>
              <a:rPr lang="en"/>
              <a:t>B Pyroclastic flow</a:t>
            </a:r>
            <a:endParaRPr/>
          </a:p>
          <a:p>
            <a:pPr marL="0" lvl="0" indent="0" algn="l" rtl="0">
              <a:lnSpc>
                <a:spcPct val="100000"/>
              </a:lnSpc>
              <a:spcBef>
                <a:spcPts val="0"/>
              </a:spcBef>
              <a:spcAft>
                <a:spcPts val="0"/>
              </a:spcAft>
              <a:buSzPts val="1100"/>
              <a:buNone/>
            </a:pPr>
            <a:r>
              <a:rPr lang="en"/>
              <a:t>C Tephra</a:t>
            </a:r>
            <a:endParaRPr/>
          </a:p>
          <a:p>
            <a:pPr marL="0" lvl="0" indent="0" algn="l" rtl="0">
              <a:lnSpc>
                <a:spcPct val="100000"/>
              </a:lnSpc>
              <a:spcBef>
                <a:spcPts val="0"/>
              </a:spcBef>
              <a:spcAft>
                <a:spcPts val="0"/>
              </a:spcAft>
              <a:buSzPts val="1100"/>
              <a:buNone/>
            </a:pPr>
            <a:r>
              <a:rPr lang="en"/>
              <a:t>D Lava flow</a:t>
            </a:r>
            <a:endParaRPr/>
          </a:p>
          <a:p>
            <a:pPr marL="0" lvl="0" indent="0" algn="l" rtl="0">
              <a:lnSpc>
                <a:spcPct val="100000"/>
              </a:lnSpc>
              <a:spcBef>
                <a:spcPts val="0"/>
              </a:spcBef>
              <a:spcAft>
                <a:spcPts val="0"/>
              </a:spcAft>
              <a:buSzPts val="1100"/>
              <a:buNone/>
            </a:pPr>
            <a:r>
              <a:rPr lang="en"/>
              <a:t>E Landslide</a:t>
            </a:r>
            <a:endParaRPr/>
          </a:p>
          <a:p>
            <a:pPr marL="0" lvl="0" indent="0" algn="l" rtl="0">
              <a:lnSpc>
                <a:spcPct val="100000"/>
              </a:lnSpc>
              <a:spcBef>
                <a:spcPts val="0"/>
              </a:spcBef>
              <a:spcAft>
                <a:spcPts val="0"/>
              </a:spcAft>
              <a:buSzPts val="1100"/>
              <a:buNone/>
            </a:pPr>
            <a:r>
              <a:rPr lang="en"/>
              <a:t>F Volcanic Gases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u="sng">
                <a:solidFill>
                  <a:schemeClr val="hlink"/>
                </a:solidFill>
                <a:hlinkClick r:id="rId4"/>
              </a:rPr>
              <a:t>https://www.youtube.com/watch?v=Cvjwt9nnwXY&amp;feature=emb_title</a:t>
            </a:r>
            <a:endParaRPr/>
          </a:p>
          <a:p>
            <a:pPr marL="0" lvl="0" indent="0" algn="l" rtl="0">
              <a:lnSpc>
                <a:spcPct val="100000"/>
              </a:lnSpc>
              <a:spcBef>
                <a:spcPts val="0"/>
              </a:spcBef>
              <a:spcAft>
                <a:spcPts val="0"/>
              </a:spcAft>
              <a:buSzPts val="1100"/>
              <a:buNone/>
            </a:pPr>
            <a:r>
              <a:rPr lang="en" u="sng">
                <a:solidFill>
                  <a:schemeClr val="hlink"/>
                </a:solidFill>
                <a:hlinkClick r:id="rId5"/>
              </a:rPr>
              <a:t>https://www.youtube.com/watch?v=oeuPYDXVkuY&amp;feature=emb_title</a:t>
            </a:r>
            <a:endParaRPr/>
          </a:p>
        </p:txBody>
      </p:sp>
      <p:sp>
        <p:nvSpPr>
          <p:cNvPr id="145" name="Google Shape;145;g37cee7ddcf1_0_187: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8</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67"/>
        <p:cNvGrpSpPr/>
        <p:nvPr/>
      </p:nvGrpSpPr>
      <p:grpSpPr>
        <a:xfrm>
          <a:off x="0" y="0"/>
          <a:ext cx="0" cy="0"/>
          <a:chOff x="0" y="0"/>
          <a:chExt cx="0" cy="0"/>
        </a:xfrm>
      </p:grpSpPr>
      <p:sp>
        <p:nvSpPr>
          <p:cNvPr id="168" name="Google Shape;168;g37f17c2b920_0_86: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169" name="Google Shape;169;g37f17c2b920_0_86: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100"/>
              <a:buNone/>
            </a:pPr>
            <a:r>
              <a:rPr lang="en"/>
              <a:t>A Lahar</a:t>
            </a:r>
            <a:endParaRPr/>
          </a:p>
          <a:p>
            <a:pPr marL="0" lvl="0" indent="0" algn="l" rtl="0">
              <a:lnSpc>
                <a:spcPct val="100000"/>
              </a:lnSpc>
              <a:spcBef>
                <a:spcPts val="0"/>
              </a:spcBef>
              <a:spcAft>
                <a:spcPts val="0"/>
              </a:spcAft>
              <a:buSzPts val="1100"/>
              <a:buNone/>
            </a:pPr>
            <a:r>
              <a:rPr lang="en"/>
              <a:t>B Pyroclastic flow</a:t>
            </a:r>
            <a:endParaRPr/>
          </a:p>
          <a:p>
            <a:pPr marL="0" lvl="0" indent="0" algn="l" rtl="0">
              <a:lnSpc>
                <a:spcPct val="100000"/>
              </a:lnSpc>
              <a:spcBef>
                <a:spcPts val="0"/>
              </a:spcBef>
              <a:spcAft>
                <a:spcPts val="0"/>
              </a:spcAft>
              <a:buSzPts val="1100"/>
              <a:buNone/>
            </a:pPr>
            <a:r>
              <a:rPr lang="en"/>
              <a:t>C Tephra</a:t>
            </a:r>
            <a:endParaRPr/>
          </a:p>
          <a:p>
            <a:pPr marL="0" lvl="0" indent="0" algn="l" rtl="0">
              <a:lnSpc>
                <a:spcPct val="100000"/>
              </a:lnSpc>
              <a:spcBef>
                <a:spcPts val="0"/>
              </a:spcBef>
              <a:spcAft>
                <a:spcPts val="0"/>
              </a:spcAft>
              <a:buSzPts val="1100"/>
              <a:buNone/>
            </a:pPr>
            <a:r>
              <a:rPr lang="en"/>
              <a:t>D Lava flow</a:t>
            </a:r>
            <a:endParaRPr/>
          </a:p>
          <a:p>
            <a:pPr marL="0" lvl="0" indent="0" algn="l" rtl="0">
              <a:lnSpc>
                <a:spcPct val="100000"/>
              </a:lnSpc>
              <a:spcBef>
                <a:spcPts val="0"/>
              </a:spcBef>
              <a:spcAft>
                <a:spcPts val="0"/>
              </a:spcAft>
              <a:buSzPts val="1100"/>
              <a:buNone/>
            </a:pPr>
            <a:r>
              <a:rPr lang="en"/>
              <a:t>E Landslide</a:t>
            </a:r>
            <a:endParaRPr/>
          </a:p>
          <a:p>
            <a:pPr marL="0" lvl="0" indent="0" algn="l" rtl="0">
              <a:lnSpc>
                <a:spcPct val="100000"/>
              </a:lnSpc>
              <a:spcBef>
                <a:spcPts val="0"/>
              </a:spcBef>
              <a:spcAft>
                <a:spcPts val="0"/>
              </a:spcAft>
              <a:buSzPts val="1100"/>
              <a:buNone/>
            </a:pPr>
            <a:r>
              <a:rPr lang="en"/>
              <a:t>F Volcanic Gases</a:t>
            </a:r>
            <a:endParaRPr/>
          </a:p>
          <a:p>
            <a:pPr marL="0" lvl="0" indent="0" algn="l" rtl="0">
              <a:lnSpc>
                <a:spcPct val="100000"/>
              </a:lnSpc>
              <a:spcBef>
                <a:spcPts val="0"/>
              </a:spcBef>
              <a:spcAft>
                <a:spcPts val="0"/>
              </a:spcAft>
              <a:buSzPts val="1100"/>
              <a:buNone/>
            </a:pPr>
            <a:endParaRPr/>
          </a:p>
          <a:p>
            <a:pPr marL="0" lvl="0" indent="0" algn="l" rtl="0">
              <a:lnSpc>
                <a:spcPct val="100000"/>
              </a:lnSpc>
              <a:spcBef>
                <a:spcPts val="0"/>
              </a:spcBef>
              <a:spcAft>
                <a:spcPts val="0"/>
              </a:spcAft>
              <a:buSzPts val="1100"/>
              <a:buNone/>
            </a:pPr>
            <a:r>
              <a:rPr lang="en" u="sng">
                <a:solidFill>
                  <a:schemeClr val="hlink"/>
                </a:solidFill>
                <a:hlinkClick r:id="rId3"/>
              </a:rPr>
              <a:t>https://www.youtube.com/watch?v=Cvjwt9nnwXY&amp;feature=emb_title</a:t>
            </a:r>
            <a:endParaRPr/>
          </a:p>
          <a:p>
            <a:pPr marL="0" lvl="0" indent="0" algn="l" rtl="0">
              <a:lnSpc>
                <a:spcPct val="100000"/>
              </a:lnSpc>
              <a:spcBef>
                <a:spcPts val="0"/>
              </a:spcBef>
              <a:spcAft>
                <a:spcPts val="0"/>
              </a:spcAft>
              <a:buSzPts val="1100"/>
              <a:buNone/>
            </a:pPr>
            <a:r>
              <a:rPr lang="en" u="sng">
                <a:solidFill>
                  <a:schemeClr val="hlink"/>
                </a:solidFill>
                <a:hlinkClick r:id="rId4"/>
              </a:rPr>
              <a:t>https://www.youtube.com/watch?v=oeuPYDXVkuY&amp;feature=emb_title</a:t>
            </a:r>
            <a:endParaRPr/>
          </a:p>
        </p:txBody>
      </p:sp>
      <p:sp>
        <p:nvSpPr>
          <p:cNvPr id="170" name="Google Shape;170;g37f17c2b920_0_86: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400"/>
              <a:buFont typeface="Arial"/>
              <a:buNone/>
            </a:pPr>
            <a:fld id="{00000000-1234-1234-1234-123412341234}" type="slidenum">
              <a:rPr lang="en" sz="1400" b="0" i="0" u="none" strike="noStrike" cap="none">
                <a:solidFill>
                  <a:srgbClr val="000000"/>
                </a:solidFill>
                <a:latin typeface="Arial"/>
                <a:ea typeface="Arial"/>
                <a:cs typeface="Arial"/>
                <a:sym typeface="Arial"/>
              </a:rPr>
              <a:t>9</a:t>
            </a:fld>
            <a:endParaRPr sz="1400" b="0" i="0" u="none" strike="noStrike" cap="non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5"/>
        <p:cNvGrpSpPr/>
        <p:nvPr/>
      </p:nvGrpSpPr>
      <p:grpSpPr>
        <a:xfrm>
          <a:off x="0" y="0"/>
          <a:ext cx="0" cy="0"/>
          <a:chOff x="0" y="0"/>
          <a:chExt cx="0" cy="0"/>
        </a:xfrm>
      </p:grpSpPr>
      <p:sp>
        <p:nvSpPr>
          <p:cNvPr id="186" name="Google Shape;186;g37f17c2b920_0_12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187" name="Google Shape;187;g37f17c2b920_0_126: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3"/>
        <p:cNvGrpSpPr/>
        <p:nvPr/>
      </p:nvGrpSpPr>
      <p:grpSpPr>
        <a:xfrm>
          <a:off x="0" y="0"/>
          <a:ext cx="0" cy="0"/>
          <a:chOff x="0" y="0"/>
          <a:chExt cx="0" cy="0"/>
        </a:xfrm>
      </p:grpSpPr>
      <p:sp>
        <p:nvSpPr>
          <p:cNvPr id="194" name="Google Shape;194;g37cee7ddcf1_0_234:notes"/>
          <p:cNvSpPr txBox="1">
            <a:spLocks noGrp="1"/>
          </p:cNvSpPr>
          <p:nvPr>
            <p:ph type="body" idx="1"/>
          </p:nvPr>
        </p:nvSpPr>
        <p:spPr>
          <a:xfrm>
            <a:off x="685480" y="4400181"/>
            <a:ext cx="5487000" cy="36003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r>
              <a:rPr lang="en"/>
              <a:t>https://dashboard.blooket.com/set/68c7b8951e8053292cd5b52b</a:t>
            </a:r>
            <a:endParaRPr/>
          </a:p>
        </p:txBody>
      </p:sp>
      <p:sp>
        <p:nvSpPr>
          <p:cNvPr id="195" name="Google Shape;195;g37cee7ddcf1_0_234:notes"/>
          <p:cNvSpPr>
            <a:spLocks noGrp="1" noRot="1" noChangeAspect="1"/>
          </p:cNvSpPr>
          <p:nvPr>
            <p:ph type="sldImg" idx="2"/>
          </p:nvPr>
        </p:nvSpPr>
        <p:spPr>
          <a:xfrm>
            <a:off x="426022" y="1143550"/>
            <a:ext cx="6006000" cy="30855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rm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a:noFill/>
          <a:ln>
            <a:noFill/>
          </a:ln>
        </p:spPr>
        <p:txBody>
          <a:bodyPr spcFirstLastPara="1" wrap="square" lIns="91425" tIns="91425" rIns="91425" bIns="91425" anchor="b" anchorCtr="0">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a:noFill/>
          <a:ln>
            <a:noFill/>
          </a:ln>
        </p:spPr>
        <p:txBody>
          <a:bodyPr spcFirstLastPara="1" wrap="square" lIns="91425" tIns="91425" rIns="91425" bIns="91425" anchor="t" anchorCtr="0">
            <a:normAutofit/>
          </a:bodyPr>
          <a:lstStyle>
            <a:lvl1pPr marL="457200" lvl="0" indent="-304800" algn="l">
              <a:lnSpc>
                <a:spcPct val="115000"/>
              </a:lnSpc>
              <a:spcBef>
                <a:spcPts val="0"/>
              </a:spcBef>
              <a:spcAft>
                <a:spcPts val="0"/>
              </a:spcAft>
              <a:buSzPts val="1200"/>
              <a:buChar char="●"/>
              <a:defRPr sz="1200"/>
            </a:lvl1pPr>
            <a:lvl2pPr marL="914400" lvl="1" indent="-304800" algn="l">
              <a:lnSpc>
                <a:spcPct val="115000"/>
              </a:lnSpc>
              <a:spcBef>
                <a:spcPts val="0"/>
              </a:spcBef>
              <a:spcAft>
                <a:spcPts val="0"/>
              </a:spcAft>
              <a:buSzPts val="1200"/>
              <a:buChar char="○"/>
              <a:defRPr sz="1200"/>
            </a:lvl2pPr>
            <a:lvl3pPr marL="1371600" lvl="2" indent="-304800" algn="l">
              <a:lnSpc>
                <a:spcPct val="115000"/>
              </a:lnSpc>
              <a:spcBef>
                <a:spcPts val="0"/>
              </a:spcBef>
              <a:spcAft>
                <a:spcPts val="0"/>
              </a:spcAft>
              <a:buSzPts val="1200"/>
              <a:buChar char="■"/>
              <a:defRPr sz="1200"/>
            </a:lvl3pPr>
            <a:lvl4pPr marL="1828800" lvl="3" indent="-304800" algn="l">
              <a:lnSpc>
                <a:spcPct val="115000"/>
              </a:lnSpc>
              <a:spcBef>
                <a:spcPts val="0"/>
              </a:spcBef>
              <a:spcAft>
                <a:spcPts val="0"/>
              </a:spcAft>
              <a:buSzPts val="1200"/>
              <a:buChar char="●"/>
              <a:defRPr sz="1200"/>
            </a:lvl4pPr>
            <a:lvl5pPr marL="2286000" lvl="4" indent="-304800" algn="l">
              <a:lnSpc>
                <a:spcPct val="115000"/>
              </a:lnSpc>
              <a:spcBef>
                <a:spcPts val="0"/>
              </a:spcBef>
              <a:spcAft>
                <a:spcPts val="0"/>
              </a:spcAft>
              <a:buSzPts val="1200"/>
              <a:buChar char="○"/>
              <a:defRPr sz="1200"/>
            </a:lvl5pPr>
            <a:lvl6pPr marL="2743200" lvl="5" indent="-304800" algn="l">
              <a:lnSpc>
                <a:spcPct val="115000"/>
              </a:lnSpc>
              <a:spcBef>
                <a:spcPts val="0"/>
              </a:spcBef>
              <a:spcAft>
                <a:spcPts val="0"/>
              </a:spcAft>
              <a:buSzPts val="1200"/>
              <a:buChar char="■"/>
              <a:defRPr sz="1200"/>
            </a:lvl6pPr>
            <a:lvl7pPr marL="3200400" lvl="6" indent="-304800" algn="l">
              <a:lnSpc>
                <a:spcPct val="115000"/>
              </a:lnSpc>
              <a:spcBef>
                <a:spcPts val="0"/>
              </a:spcBef>
              <a:spcAft>
                <a:spcPts val="0"/>
              </a:spcAft>
              <a:buSzPts val="1200"/>
              <a:buChar char="●"/>
              <a:defRPr sz="1200"/>
            </a:lvl7pPr>
            <a:lvl8pPr marL="3657600" lvl="7" indent="-304800" algn="l">
              <a:lnSpc>
                <a:spcPct val="115000"/>
              </a:lnSpc>
              <a:spcBef>
                <a:spcPts val="0"/>
              </a:spcBef>
              <a:spcAft>
                <a:spcPts val="0"/>
              </a:spcAft>
              <a:buSzPts val="1200"/>
              <a:buChar char="○"/>
              <a:defRPr sz="1200"/>
            </a:lvl8pPr>
            <a:lvl9pPr marL="4114800" lvl="8" indent="-304800" algn="l">
              <a:lnSpc>
                <a:spcPct val="115000"/>
              </a:lnSpc>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7" name="Google Shape;37;p9"/>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rmAutofit/>
          </a:bodyPr>
          <a:lstStyle>
            <a:lvl1pPr marL="457200" lvl="0" indent="-342900" algn="l">
              <a:lnSpc>
                <a:spcPct val="115000"/>
              </a:lnSpc>
              <a:spcBef>
                <a:spcPts val="0"/>
              </a:spcBef>
              <a:spcAft>
                <a:spcPts val="0"/>
              </a:spcAft>
              <a:buSzPts val="1800"/>
              <a:buChar char="●"/>
              <a:defRPr/>
            </a:lvl1pPr>
            <a:lvl2pPr marL="914400" lvl="1" indent="-317500" algn="l">
              <a:lnSpc>
                <a:spcPct val="115000"/>
              </a:lnSpc>
              <a:spcBef>
                <a:spcPts val="0"/>
              </a:spcBef>
              <a:spcAft>
                <a:spcPts val="0"/>
              </a:spcAft>
              <a:buSzPts val="1400"/>
              <a:buChar char="○"/>
              <a:defRPr/>
            </a:lvl2pPr>
            <a:lvl3pPr marL="1371600" lvl="2" indent="-317500" algn="l">
              <a:lnSpc>
                <a:spcPct val="115000"/>
              </a:lnSpc>
              <a:spcBef>
                <a:spcPts val="0"/>
              </a:spcBef>
              <a:spcAft>
                <a:spcPts val="0"/>
              </a:spcAft>
              <a:buSzPts val="1400"/>
              <a:buChar char="■"/>
              <a:defRPr/>
            </a:lvl3pPr>
            <a:lvl4pPr marL="1828800" lvl="3" indent="-317500" algn="l">
              <a:lnSpc>
                <a:spcPct val="115000"/>
              </a:lnSpc>
              <a:spcBef>
                <a:spcPts val="0"/>
              </a:spcBef>
              <a:spcAft>
                <a:spcPts val="0"/>
              </a:spcAft>
              <a:buSzPts val="1400"/>
              <a:buChar char="●"/>
              <a:defRPr/>
            </a:lvl4pPr>
            <a:lvl5pPr marL="2286000" lvl="4" indent="-317500" algn="l">
              <a:lnSpc>
                <a:spcPct val="115000"/>
              </a:lnSpc>
              <a:spcBef>
                <a:spcPts val="0"/>
              </a:spcBef>
              <a:spcAft>
                <a:spcPts val="0"/>
              </a:spcAft>
              <a:buSzPts val="1400"/>
              <a:buChar char="○"/>
              <a:defRPr/>
            </a:lvl5pPr>
            <a:lvl6pPr marL="2743200" lvl="5" indent="-317500" algn="l">
              <a:lnSpc>
                <a:spcPct val="115000"/>
              </a:lnSpc>
              <a:spcBef>
                <a:spcPts val="0"/>
              </a:spcBef>
              <a:spcAft>
                <a:spcPts val="0"/>
              </a:spcAft>
              <a:buSzPts val="1400"/>
              <a:buChar char="■"/>
              <a:defRPr/>
            </a:lvl6pPr>
            <a:lvl7pPr marL="3200400" lvl="6" indent="-317500" algn="l">
              <a:lnSpc>
                <a:spcPct val="115000"/>
              </a:lnSpc>
              <a:spcBef>
                <a:spcPts val="0"/>
              </a:spcBef>
              <a:spcAft>
                <a:spcPts val="0"/>
              </a:spcAft>
              <a:buSzPts val="1400"/>
              <a:buChar char="●"/>
              <a:defRPr/>
            </a:lvl7pPr>
            <a:lvl8pPr marL="3657600" lvl="7" indent="-317500" algn="l">
              <a:lnSpc>
                <a:spcPct val="115000"/>
              </a:lnSpc>
              <a:spcBef>
                <a:spcPts val="0"/>
              </a:spcBef>
              <a:spcAft>
                <a:spcPts val="0"/>
              </a:spcAft>
              <a:buSzPts val="1400"/>
              <a:buChar char="○"/>
              <a:defRPr/>
            </a:lvl8pPr>
            <a:lvl9pPr marL="4114800" lvl="8" indent="-317500" algn="l">
              <a:lnSpc>
                <a:spcPct val="115000"/>
              </a:lnSpc>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a:noFill/>
          <a:ln>
            <a:noFill/>
          </a:ln>
        </p:spPr>
        <p:txBody>
          <a:bodyPr spcFirstLastPara="1" wrap="square" lIns="91425" tIns="91425" rIns="91425" bIns="91425" anchor="ctr" anchorCtr="0">
            <a:normAutofit/>
          </a:bodyPr>
          <a:lstStyle>
            <a:lvl1pPr marL="457200" lvl="0" indent="-228600" algn="l">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a:noFill/>
          <a:ln>
            <a:noFill/>
          </a:ln>
        </p:spPr>
        <p:txBody>
          <a:bodyPr spcFirstLastPara="1" wrap="square" lIns="91425" tIns="91425" rIns="91425" bIns="91425" anchor="b" anchorCtr="0">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a:noFill/>
          <a:ln>
            <a:noFill/>
          </a:ln>
        </p:spPr>
        <p:txBody>
          <a:bodyPr spcFirstLastPara="1" wrap="square" lIns="91425" tIns="91425" rIns="91425" bIns="91425" anchor="t" anchorCtr="0">
            <a:normAutofit/>
          </a:bodyPr>
          <a:lstStyle>
            <a:lvl1pPr marL="457200" lvl="0" indent="-342900" algn="ctr">
              <a:lnSpc>
                <a:spcPct val="115000"/>
              </a:lnSpc>
              <a:spcBef>
                <a:spcPts val="0"/>
              </a:spcBef>
              <a:spcAft>
                <a:spcPts val="0"/>
              </a:spcAft>
              <a:buSzPts val="1800"/>
              <a:buChar char="●"/>
              <a:defRPr/>
            </a:lvl1pPr>
            <a:lvl2pPr marL="914400" lvl="1" indent="-317500" algn="ctr">
              <a:lnSpc>
                <a:spcPct val="115000"/>
              </a:lnSpc>
              <a:spcBef>
                <a:spcPts val="0"/>
              </a:spcBef>
              <a:spcAft>
                <a:spcPts val="0"/>
              </a:spcAft>
              <a:buSzPts val="1400"/>
              <a:buChar char="○"/>
              <a:defRPr/>
            </a:lvl2pPr>
            <a:lvl3pPr marL="1371600" lvl="2" indent="-317500" algn="ctr">
              <a:lnSpc>
                <a:spcPct val="115000"/>
              </a:lnSpc>
              <a:spcBef>
                <a:spcPts val="0"/>
              </a:spcBef>
              <a:spcAft>
                <a:spcPts val="0"/>
              </a:spcAft>
              <a:buSzPts val="1400"/>
              <a:buChar char="■"/>
              <a:defRPr/>
            </a:lvl3pPr>
            <a:lvl4pPr marL="1828800" lvl="3" indent="-317500" algn="ctr">
              <a:lnSpc>
                <a:spcPct val="115000"/>
              </a:lnSpc>
              <a:spcBef>
                <a:spcPts val="0"/>
              </a:spcBef>
              <a:spcAft>
                <a:spcPts val="0"/>
              </a:spcAft>
              <a:buSzPts val="1400"/>
              <a:buChar char="●"/>
              <a:defRPr/>
            </a:lvl4pPr>
            <a:lvl5pPr marL="2286000" lvl="4" indent="-317500" algn="ctr">
              <a:lnSpc>
                <a:spcPct val="115000"/>
              </a:lnSpc>
              <a:spcBef>
                <a:spcPts val="0"/>
              </a:spcBef>
              <a:spcAft>
                <a:spcPts val="0"/>
              </a:spcAft>
              <a:buSzPts val="1400"/>
              <a:buChar char="○"/>
              <a:defRPr/>
            </a:lvl5pPr>
            <a:lvl6pPr marL="2743200" lvl="5" indent="-317500" algn="ctr">
              <a:lnSpc>
                <a:spcPct val="115000"/>
              </a:lnSpc>
              <a:spcBef>
                <a:spcPts val="0"/>
              </a:spcBef>
              <a:spcAft>
                <a:spcPts val="0"/>
              </a:spcAft>
              <a:buSzPts val="1400"/>
              <a:buChar char="■"/>
              <a:defRPr/>
            </a:lvl6pPr>
            <a:lvl7pPr marL="3200400" lvl="6" indent="-317500" algn="ctr">
              <a:lnSpc>
                <a:spcPct val="115000"/>
              </a:lnSpc>
              <a:spcBef>
                <a:spcPts val="0"/>
              </a:spcBef>
              <a:spcAft>
                <a:spcPts val="0"/>
              </a:spcAft>
              <a:buSzPts val="1400"/>
              <a:buChar char="●"/>
              <a:defRPr/>
            </a:lvl7pPr>
            <a:lvl8pPr marL="3657600" lvl="7" indent="-317500" algn="ctr">
              <a:lnSpc>
                <a:spcPct val="115000"/>
              </a:lnSpc>
              <a:spcBef>
                <a:spcPts val="0"/>
              </a:spcBef>
              <a:spcAft>
                <a:spcPts val="0"/>
              </a:spcAft>
              <a:buSzPts val="1400"/>
              <a:buChar char="○"/>
              <a:defRPr/>
            </a:lvl8pPr>
            <a:lvl9pPr marL="4114800" lvl="8" indent="-317500" algn="ctr">
              <a:lnSpc>
                <a:spcPct val="115000"/>
              </a:lnSpc>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628650" y="273844"/>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2" name="Google Shape;52;p13"/>
          <p:cNvSpPr txBox="1">
            <a:spLocks noGrp="1"/>
          </p:cNvSpPr>
          <p:nvPr>
            <p:ph type="body" idx="1"/>
          </p:nvPr>
        </p:nvSpPr>
        <p:spPr>
          <a:xfrm>
            <a:off x="628650" y="1369219"/>
            <a:ext cx="7886700" cy="32634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53" name="Google Shape;53;p13"/>
          <p:cNvSpPr txBox="1">
            <a:spLocks noGrp="1"/>
          </p:cNvSpPr>
          <p:nvPr>
            <p:ph type="dt" idx="10"/>
          </p:nvPr>
        </p:nvSpPr>
        <p:spPr>
          <a:xfrm>
            <a:off x="628650" y="4767263"/>
            <a:ext cx="2057400" cy="273900"/>
          </a:xfrm>
          <a:prstGeom prst="rect">
            <a:avLst/>
          </a:prstGeom>
          <a:noFill/>
          <a:ln>
            <a:noFill/>
          </a:ln>
        </p:spPr>
        <p:txBody>
          <a:bodyPr spcFirstLastPara="1" wrap="square" lIns="68575" tIns="34275" rIns="68575" bIns="34275" anchor="ctr" anchorCtr="0">
            <a:noAutofit/>
          </a:bodyPr>
          <a:lstStyle>
            <a:lvl1pPr marR="0" lvl="0"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4" name="Google Shape;54;p13"/>
          <p:cNvSpPr txBox="1">
            <a:spLocks noGrp="1"/>
          </p:cNvSpPr>
          <p:nvPr>
            <p:ph type="ftr" idx="11"/>
          </p:nvPr>
        </p:nvSpPr>
        <p:spPr>
          <a:xfrm>
            <a:off x="3028950" y="4767263"/>
            <a:ext cx="3086100" cy="273900"/>
          </a:xfrm>
          <a:prstGeom prst="rect">
            <a:avLst/>
          </a:prstGeom>
          <a:noFill/>
          <a:ln>
            <a:noFill/>
          </a:ln>
        </p:spPr>
        <p:txBody>
          <a:bodyPr spcFirstLastPara="1" wrap="square" lIns="68575" tIns="34275" rIns="68575" bIns="34275" anchor="ctr" anchorCtr="0">
            <a:noAutofit/>
          </a:bodyPr>
          <a:lstStyle>
            <a:lvl1pPr marR="0" lvl="0" algn="ctr"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55" name="Google Shape;55;p13"/>
          <p:cNvSpPr txBox="1">
            <a:spLocks noGrp="1"/>
          </p:cNvSpPr>
          <p:nvPr>
            <p:ph type="sldNum" idx="12"/>
          </p:nvPr>
        </p:nvSpPr>
        <p:spPr>
          <a:xfrm>
            <a:off x="6457950" y="4767263"/>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56"/>
        <p:cNvGrpSpPr/>
        <p:nvPr/>
      </p:nvGrpSpPr>
      <p:grpSpPr>
        <a:xfrm>
          <a:off x="0" y="0"/>
          <a:ext cx="0" cy="0"/>
          <a:chOff x="0" y="0"/>
          <a:chExt cx="0" cy="0"/>
        </a:xfrm>
      </p:grpSpPr>
      <p:sp>
        <p:nvSpPr>
          <p:cNvPr id="57" name="Google Shape;57;p14"/>
          <p:cNvSpPr txBox="1">
            <a:spLocks noGrp="1"/>
          </p:cNvSpPr>
          <p:nvPr>
            <p:ph type="title"/>
          </p:nvPr>
        </p:nvSpPr>
        <p:spPr>
          <a:xfrm>
            <a:off x="629842" y="273845"/>
            <a:ext cx="7886700" cy="994200"/>
          </a:xfrm>
          <a:prstGeom prst="rect">
            <a:avLst/>
          </a:prstGeom>
          <a:noFill/>
          <a:ln>
            <a:noFill/>
          </a:ln>
        </p:spPr>
        <p:txBody>
          <a:bodyPr spcFirstLastPara="1" wrap="square" lIns="68575" tIns="34275" rIns="68575" bIns="34275" anchor="ctr" anchorCtr="0">
            <a:normAutofit/>
          </a:bodyPr>
          <a:lstStyle>
            <a:lvl1pPr lvl="0" algn="l">
              <a:lnSpc>
                <a:spcPct val="90000"/>
              </a:lnSpc>
              <a:spcBef>
                <a:spcPts val="0"/>
              </a:spcBef>
              <a:spcAft>
                <a:spcPts val="0"/>
              </a:spcAft>
              <a:buClr>
                <a:schemeClr val="dk1"/>
              </a:buClr>
              <a:buSzPts val="14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a:endParaRPr/>
          </a:p>
        </p:txBody>
      </p:sp>
      <p:sp>
        <p:nvSpPr>
          <p:cNvPr id="58" name="Google Shape;58;p14"/>
          <p:cNvSpPr txBox="1">
            <a:spLocks noGrp="1"/>
          </p:cNvSpPr>
          <p:nvPr>
            <p:ph type="body" idx="1"/>
          </p:nvPr>
        </p:nvSpPr>
        <p:spPr>
          <a:xfrm>
            <a:off x="629841" y="1260872"/>
            <a:ext cx="38685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59" name="Google Shape;59;p14"/>
          <p:cNvSpPr txBox="1">
            <a:spLocks noGrp="1"/>
          </p:cNvSpPr>
          <p:nvPr>
            <p:ph type="body" idx="2"/>
          </p:nvPr>
        </p:nvSpPr>
        <p:spPr>
          <a:xfrm>
            <a:off x="629841" y="1878806"/>
            <a:ext cx="38685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60" name="Google Shape;60;p14"/>
          <p:cNvSpPr txBox="1">
            <a:spLocks noGrp="1"/>
          </p:cNvSpPr>
          <p:nvPr>
            <p:ph type="body" idx="3"/>
          </p:nvPr>
        </p:nvSpPr>
        <p:spPr>
          <a:xfrm>
            <a:off x="4629150" y="1260872"/>
            <a:ext cx="3887400" cy="618000"/>
          </a:xfrm>
          <a:prstGeom prst="rect">
            <a:avLst/>
          </a:prstGeom>
          <a:noFill/>
          <a:ln>
            <a:noFill/>
          </a:ln>
        </p:spPr>
        <p:txBody>
          <a:bodyPr spcFirstLastPara="1" wrap="square" lIns="68575" tIns="34275" rIns="68575" bIns="34275" anchor="b" anchorCtr="0">
            <a:normAutofit/>
          </a:bodyPr>
          <a:lstStyle>
            <a:lvl1pPr marL="457200" lvl="0" indent="-228600" algn="l">
              <a:lnSpc>
                <a:spcPct val="90000"/>
              </a:lnSpc>
              <a:spcBef>
                <a:spcPts val="800"/>
              </a:spcBef>
              <a:spcAft>
                <a:spcPts val="0"/>
              </a:spcAft>
              <a:buClr>
                <a:schemeClr val="dk1"/>
              </a:buClr>
              <a:buSzPts val="1800"/>
              <a:buNone/>
              <a:defRPr sz="1800" b="1"/>
            </a:lvl1pPr>
            <a:lvl2pPr marL="914400" lvl="1" indent="-228600" algn="l">
              <a:lnSpc>
                <a:spcPct val="90000"/>
              </a:lnSpc>
              <a:spcBef>
                <a:spcPts val="1200"/>
              </a:spcBef>
              <a:spcAft>
                <a:spcPts val="0"/>
              </a:spcAft>
              <a:buClr>
                <a:schemeClr val="dk1"/>
              </a:buClr>
              <a:buSzPts val="1500"/>
              <a:buNone/>
              <a:defRPr sz="1500" b="1"/>
            </a:lvl2pPr>
            <a:lvl3pPr marL="1371600" lvl="2" indent="-228600" algn="l">
              <a:lnSpc>
                <a:spcPct val="90000"/>
              </a:lnSpc>
              <a:spcBef>
                <a:spcPts val="1200"/>
              </a:spcBef>
              <a:spcAft>
                <a:spcPts val="0"/>
              </a:spcAft>
              <a:buClr>
                <a:schemeClr val="dk1"/>
              </a:buClr>
              <a:buSzPts val="1400"/>
              <a:buNone/>
              <a:defRPr sz="1400" b="1"/>
            </a:lvl3pPr>
            <a:lvl4pPr marL="1828800" lvl="3" indent="-228600" algn="l">
              <a:lnSpc>
                <a:spcPct val="90000"/>
              </a:lnSpc>
              <a:spcBef>
                <a:spcPts val="1200"/>
              </a:spcBef>
              <a:spcAft>
                <a:spcPts val="0"/>
              </a:spcAft>
              <a:buClr>
                <a:schemeClr val="dk1"/>
              </a:buClr>
              <a:buSzPts val="1200"/>
              <a:buNone/>
              <a:defRPr sz="1200" b="1"/>
            </a:lvl4pPr>
            <a:lvl5pPr marL="2286000" lvl="4" indent="-228600" algn="l">
              <a:lnSpc>
                <a:spcPct val="90000"/>
              </a:lnSpc>
              <a:spcBef>
                <a:spcPts val="1200"/>
              </a:spcBef>
              <a:spcAft>
                <a:spcPts val="0"/>
              </a:spcAft>
              <a:buClr>
                <a:schemeClr val="dk1"/>
              </a:buClr>
              <a:buSzPts val="1200"/>
              <a:buNone/>
              <a:defRPr sz="1200" b="1"/>
            </a:lvl5pPr>
            <a:lvl6pPr marL="2743200" lvl="5" indent="-228600" algn="l">
              <a:lnSpc>
                <a:spcPct val="90000"/>
              </a:lnSpc>
              <a:spcBef>
                <a:spcPts val="1200"/>
              </a:spcBef>
              <a:spcAft>
                <a:spcPts val="0"/>
              </a:spcAft>
              <a:buClr>
                <a:schemeClr val="dk1"/>
              </a:buClr>
              <a:buSzPts val="1200"/>
              <a:buNone/>
              <a:defRPr sz="1200" b="1"/>
            </a:lvl6pPr>
            <a:lvl7pPr marL="3200400" lvl="6" indent="-228600" algn="l">
              <a:lnSpc>
                <a:spcPct val="90000"/>
              </a:lnSpc>
              <a:spcBef>
                <a:spcPts val="1200"/>
              </a:spcBef>
              <a:spcAft>
                <a:spcPts val="0"/>
              </a:spcAft>
              <a:buClr>
                <a:schemeClr val="dk1"/>
              </a:buClr>
              <a:buSzPts val="1200"/>
              <a:buNone/>
              <a:defRPr sz="1200" b="1"/>
            </a:lvl7pPr>
            <a:lvl8pPr marL="3657600" lvl="7" indent="-228600" algn="l">
              <a:lnSpc>
                <a:spcPct val="90000"/>
              </a:lnSpc>
              <a:spcBef>
                <a:spcPts val="1200"/>
              </a:spcBef>
              <a:spcAft>
                <a:spcPts val="0"/>
              </a:spcAft>
              <a:buClr>
                <a:schemeClr val="dk1"/>
              </a:buClr>
              <a:buSzPts val="1200"/>
              <a:buNone/>
              <a:defRPr sz="1200" b="1"/>
            </a:lvl8pPr>
            <a:lvl9pPr marL="4114800" lvl="8" indent="-228600" algn="l">
              <a:lnSpc>
                <a:spcPct val="90000"/>
              </a:lnSpc>
              <a:spcBef>
                <a:spcPts val="1200"/>
              </a:spcBef>
              <a:spcAft>
                <a:spcPts val="1200"/>
              </a:spcAft>
              <a:buClr>
                <a:schemeClr val="dk1"/>
              </a:buClr>
              <a:buSzPts val="1200"/>
              <a:buNone/>
              <a:defRPr sz="1200" b="1"/>
            </a:lvl9pPr>
          </a:lstStyle>
          <a:p>
            <a:endParaRPr/>
          </a:p>
        </p:txBody>
      </p:sp>
      <p:sp>
        <p:nvSpPr>
          <p:cNvPr id="61" name="Google Shape;61;p14"/>
          <p:cNvSpPr txBox="1">
            <a:spLocks noGrp="1"/>
          </p:cNvSpPr>
          <p:nvPr>
            <p:ph type="body" idx="4"/>
          </p:nvPr>
        </p:nvSpPr>
        <p:spPr>
          <a:xfrm>
            <a:off x="4629150" y="1878806"/>
            <a:ext cx="3887400" cy="2763600"/>
          </a:xfrm>
          <a:prstGeom prst="rect">
            <a:avLst/>
          </a:prstGeom>
          <a:noFill/>
          <a:ln>
            <a:noFill/>
          </a:ln>
        </p:spPr>
        <p:txBody>
          <a:bodyPr spcFirstLastPara="1" wrap="square" lIns="68575" tIns="34275" rIns="68575" bIns="34275" anchor="t" anchorCtr="0">
            <a:normAutofit/>
          </a:bodyPr>
          <a:lstStyle>
            <a:lvl1pPr marL="457200" lvl="0" indent="-317500" algn="l">
              <a:lnSpc>
                <a:spcPct val="90000"/>
              </a:lnSpc>
              <a:spcBef>
                <a:spcPts val="800"/>
              </a:spcBef>
              <a:spcAft>
                <a:spcPts val="0"/>
              </a:spcAft>
              <a:buClr>
                <a:schemeClr val="dk1"/>
              </a:buClr>
              <a:buSzPts val="1400"/>
              <a:buChar char="●"/>
              <a:defRPr/>
            </a:lvl1pPr>
            <a:lvl2pPr marL="914400" lvl="1" indent="-317500" algn="l">
              <a:lnSpc>
                <a:spcPct val="90000"/>
              </a:lnSpc>
              <a:spcBef>
                <a:spcPts val="1200"/>
              </a:spcBef>
              <a:spcAft>
                <a:spcPts val="0"/>
              </a:spcAft>
              <a:buClr>
                <a:schemeClr val="dk1"/>
              </a:buClr>
              <a:buSzPts val="1400"/>
              <a:buChar char="○"/>
              <a:defRPr/>
            </a:lvl2pPr>
            <a:lvl3pPr marL="1371600" lvl="2" indent="-317500" algn="l">
              <a:lnSpc>
                <a:spcPct val="90000"/>
              </a:lnSpc>
              <a:spcBef>
                <a:spcPts val="1200"/>
              </a:spcBef>
              <a:spcAft>
                <a:spcPts val="0"/>
              </a:spcAft>
              <a:buClr>
                <a:schemeClr val="dk1"/>
              </a:buClr>
              <a:buSzPts val="1400"/>
              <a:buChar char="■"/>
              <a:defRPr/>
            </a:lvl3pPr>
            <a:lvl4pPr marL="1828800" lvl="3" indent="-317500" algn="l">
              <a:lnSpc>
                <a:spcPct val="90000"/>
              </a:lnSpc>
              <a:spcBef>
                <a:spcPts val="1200"/>
              </a:spcBef>
              <a:spcAft>
                <a:spcPts val="0"/>
              </a:spcAft>
              <a:buClr>
                <a:schemeClr val="dk1"/>
              </a:buClr>
              <a:buSzPts val="1400"/>
              <a:buChar char="●"/>
              <a:defRPr/>
            </a:lvl4pPr>
            <a:lvl5pPr marL="2286000" lvl="4" indent="-317500" algn="l">
              <a:lnSpc>
                <a:spcPct val="90000"/>
              </a:lnSpc>
              <a:spcBef>
                <a:spcPts val="1200"/>
              </a:spcBef>
              <a:spcAft>
                <a:spcPts val="0"/>
              </a:spcAft>
              <a:buClr>
                <a:schemeClr val="dk1"/>
              </a:buClr>
              <a:buSzPts val="1400"/>
              <a:buChar char="○"/>
              <a:defRPr/>
            </a:lvl5pPr>
            <a:lvl6pPr marL="2743200" lvl="5" indent="-317500" algn="l">
              <a:lnSpc>
                <a:spcPct val="90000"/>
              </a:lnSpc>
              <a:spcBef>
                <a:spcPts val="1200"/>
              </a:spcBef>
              <a:spcAft>
                <a:spcPts val="0"/>
              </a:spcAft>
              <a:buClr>
                <a:schemeClr val="dk1"/>
              </a:buClr>
              <a:buSzPts val="1400"/>
              <a:buChar char="■"/>
              <a:defRPr/>
            </a:lvl6pPr>
            <a:lvl7pPr marL="3200400" lvl="6" indent="-317500" algn="l">
              <a:lnSpc>
                <a:spcPct val="90000"/>
              </a:lnSpc>
              <a:spcBef>
                <a:spcPts val="1200"/>
              </a:spcBef>
              <a:spcAft>
                <a:spcPts val="0"/>
              </a:spcAft>
              <a:buClr>
                <a:schemeClr val="dk1"/>
              </a:buClr>
              <a:buSzPts val="1400"/>
              <a:buChar char="●"/>
              <a:defRPr/>
            </a:lvl7pPr>
            <a:lvl8pPr marL="3657600" lvl="7" indent="-317500" algn="l">
              <a:lnSpc>
                <a:spcPct val="90000"/>
              </a:lnSpc>
              <a:spcBef>
                <a:spcPts val="1200"/>
              </a:spcBef>
              <a:spcAft>
                <a:spcPts val="0"/>
              </a:spcAft>
              <a:buClr>
                <a:schemeClr val="dk1"/>
              </a:buClr>
              <a:buSzPts val="1400"/>
              <a:buChar char="○"/>
              <a:defRPr/>
            </a:lvl8pPr>
            <a:lvl9pPr marL="4114800" lvl="8" indent="-317500" algn="l">
              <a:lnSpc>
                <a:spcPct val="90000"/>
              </a:lnSpc>
              <a:spcBef>
                <a:spcPts val="1200"/>
              </a:spcBef>
              <a:spcAft>
                <a:spcPts val="1200"/>
              </a:spcAft>
              <a:buClr>
                <a:schemeClr val="dk1"/>
              </a:buClr>
              <a:buSzPts val="1400"/>
              <a:buChar char="■"/>
              <a:defRPr/>
            </a:lvl9pPr>
          </a:lstStyle>
          <a:p>
            <a:endParaRPr/>
          </a:p>
        </p:txBody>
      </p:sp>
      <p:sp>
        <p:nvSpPr>
          <p:cNvPr id="62" name="Google Shape;62;p14"/>
          <p:cNvSpPr txBox="1">
            <a:spLocks noGrp="1"/>
          </p:cNvSpPr>
          <p:nvPr>
            <p:ph type="dt" idx="10"/>
          </p:nvPr>
        </p:nvSpPr>
        <p:spPr>
          <a:xfrm>
            <a:off x="628651" y="4767264"/>
            <a:ext cx="2057400" cy="273900"/>
          </a:xfrm>
          <a:prstGeom prst="rect">
            <a:avLst/>
          </a:prstGeom>
          <a:noFill/>
          <a:ln>
            <a:noFill/>
          </a:ln>
        </p:spPr>
        <p:txBody>
          <a:bodyPr spcFirstLastPara="1" wrap="square" lIns="68575" tIns="34275" rIns="68575" bIns="34275" anchor="ctr" anchorCtr="0">
            <a:noAutofit/>
          </a:bodyPr>
          <a:lstStyle>
            <a:lvl1pPr marR="0" lvl="0"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3" name="Google Shape;63;p14"/>
          <p:cNvSpPr txBox="1">
            <a:spLocks noGrp="1"/>
          </p:cNvSpPr>
          <p:nvPr>
            <p:ph type="ftr" idx="11"/>
          </p:nvPr>
        </p:nvSpPr>
        <p:spPr>
          <a:xfrm>
            <a:off x="3028951" y="4767264"/>
            <a:ext cx="3086100" cy="273900"/>
          </a:xfrm>
          <a:prstGeom prst="rect">
            <a:avLst/>
          </a:prstGeom>
          <a:noFill/>
          <a:ln>
            <a:noFill/>
          </a:ln>
        </p:spPr>
        <p:txBody>
          <a:bodyPr spcFirstLastPara="1" wrap="square" lIns="68575" tIns="34275" rIns="68575" bIns="34275" anchor="ctr" anchorCtr="0">
            <a:noAutofit/>
          </a:bodyPr>
          <a:lstStyle>
            <a:lvl1pPr marR="0" lvl="0" algn="ctr">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Clr>
                <a:srgbClr val="000000"/>
              </a:buClr>
              <a:buSzPts val="1100"/>
              <a:buFont typeface="Arial"/>
              <a:buNone/>
              <a:defRPr sz="1100" b="0" i="0" u="none" strike="noStrike" cap="none">
                <a:solidFill>
                  <a:srgbClr val="000000"/>
                </a:solidFill>
                <a:latin typeface="Arial"/>
                <a:ea typeface="Arial"/>
                <a:cs typeface="Arial"/>
                <a:sym typeface="Arial"/>
              </a:defRPr>
            </a:lvl9pPr>
          </a:lstStyle>
          <a:p>
            <a:endParaRPr/>
          </a:p>
        </p:txBody>
      </p:sp>
      <p:sp>
        <p:nvSpPr>
          <p:cNvPr id="64" name="Google Shape;64;p14"/>
          <p:cNvSpPr txBox="1">
            <a:spLocks noGrp="1"/>
          </p:cNvSpPr>
          <p:nvPr>
            <p:ph type="sldNum" idx="12"/>
          </p:nvPr>
        </p:nvSpPr>
        <p:spPr>
          <a:xfrm>
            <a:off x="6457951" y="4767264"/>
            <a:ext cx="2057400" cy="273900"/>
          </a:xfrm>
          <a:prstGeom prst="rect">
            <a:avLst/>
          </a:prstGeom>
          <a:noFill/>
          <a:ln>
            <a:noFill/>
          </a:ln>
        </p:spPr>
        <p:txBody>
          <a:bodyPr spcFirstLastPara="1" wrap="square" lIns="68575" tIns="34275" rIns="68575" bIns="34275" anchor="ctr" anchorCtr="0">
            <a:normAutofit/>
          </a:bodyPr>
          <a:lstStyle>
            <a:lvl1pPr marL="0" marR="0" lvl="0"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_1">
  <p:cSld name="TITLE_1">
    <p:spTree>
      <p:nvGrpSpPr>
        <p:cNvPr id="1" name="Shape 65"/>
        <p:cNvGrpSpPr/>
        <p:nvPr/>
      </p:nvGrpSpPr>
      <p:grpSpPr>
        <a:xfrm>
          <a:off x="0" y="0"/>
          <a:ext cx="0" cy="0"/>
          <a:chOff x="0" y="0"/>
          <a:chExt cx="0" cy="0"/>
        </a:xfrm>
      </p:grpSpPr>
      <p:sp>
        <p:nvSpPr>
          <p:cNvPr id="66" name="Google Shape;66;p15"/>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67" name="Google Shape;67;p15"/>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68" name="Google Shape;68;p1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_2">
  <p:cSld name="TITLE_2">
    <p:spTree>
      <p:nvGrpSpPr>
        <p:cNvPr id="1" name="Shape 69"/>
        <p:cNvGrpSpPr/>
        <p:nvPr/>
      </p:nvGrpSpPr>
      <p:grpSpPr>
        <a:xfrm>
          <a:off x="0" y="0"/>
          <a:ext cx="0" cy="0"/>
          <a:chOff x="0" y="0"/>
          <a:chExt cx="0" cy="0"/>
        </a:xfrm>
      </p:grpSpPr>
      <p:sp>
        <p:nvSpPr>
          <p:cNvPr id="70" name="Google Shape;70;p16"/>
          <p:cNvSpPr txBox="1">
            <a:spLocks noGrp="1"/>
          </p:cNvSpPr>
          <p:nvPr>
            <p:ph type="ctrTitle"/>
          </p:nvPr>
        </p:nvSpPr>
        <p:spPr>
          <a:xfrm>
            <a:off x="311708" y="744575"/>
            <a:ext cx="8520600" cy="2052600"/>
          </a:xfrm>
          <a:prstGeom prst="rect">
            <a:avLst/>
          </a:prstGeom>
          <a:noFill/>
          <a:ln>
            <a:noFill/>
          </a:ln>
        </p:spPr>
        <p:txBody>
          <a:bodyPr spcFirstLastPara="1" wrap="square" lIns="45700" tIns="45700" rIns="45700" bIns="45700" anchor="b" anchorCtr="0">
            <a:no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71" name="Google Shape;71;p16"/>
          <p:cNvSpPr txBox="1">
            <a:spLocks noGrp="1"/>
          </p:cNvSpPr>
          <p:nvPr>
            <p:ph type="subTitle" idx="1"/>
          </p:nvPr>
        </p:nvSpPr>
        <p:spPr>
          <a:xfrm>
            <a:off x="311700" y="2834125"/>
            <a:ext cx="8520600" cy="792600"/>
          </a:xfrm>
          <a:prstGeom prst="rect">
            <a:avLst/>
          </a:prstGeom>
          <a:noFill/>
          <a:ln>
            <a:noFill/>
          </a:ln>
        </p:spPr>
        <p:txBody>
          <a:bodyPr spcFirstLastPara="1" wrap="square" lIns="45700" tIns="45700" rIns="45700" bIns="45700" anchor="t" anchorCtr="0">
            <a:noAutofit/>
          </a:bodyPr>
          <a:lstStyle>
            <a:lvl1pPr lvl="0" algn="ctr">
              <a:lnSpc>
                <a:spcPct val="100000"/>
              </a:lnSpc>
              <a:spcBef>
                <a:spcPts val="700"/>
              </a:spcBef>
              <a:spcAft>
                <a:spcPts val="0"/>
              </a:spcAft>
              <a:buSzPts val="2800"/>
              <a:buNone/>
              <a:defRPr sz="2800"/>
            </a:lvl1pPr>
            <a:lvl2pPr lvl="1" algn="ctr">
              <a:lnSpc>
                <a:spcPct val="100000"/>
              </a:lnSpc>
              <a:spcBef>
                <a:spcPts val="700"/>
              </a:spcBef>
              <a:spcAft>
                <a:spcPts val="0"/>
              </a:spcAft>
              <a:buSzPts val="2800"/>
              <a:buNone/>
              <a:defRPr sz="2800"/>
            </a:lvl2pPr>
            <a:lvl3pPr lvl="2" algn="ctr">
              <a:lnSpc>
                <a:spcPct val="100000"/>
              </a:lnSpc>
              <a:spcBef>
                <a:spcPts val="700"/>
              </a:spcBef>
              <a:spcAft>
                <a:spcPts val="0"/>
              </a:spcAft>
              <a:buSzPts val="2800"/>
              <a:buNone/>
              <a:defRPr sz="2800"/>
            </a:lvl3pPr>
            <a:lvl4pPr lvl="3" algn="ctr">
              <a:lnSpc>
                <a:spcPct val="100000"/>
              </a:lnSpc>
              <a:spcBef>
                <a:spcPts val="700"/>
              </a:spcBef>
              <a:spcAft>
                <a:spcPts val="0"/>
              </a:spcAft>
              <a:buSzPts val="2800"/>
              <a:buNone/>
              <a:defRPr sz="2800"/>
            </a:lvl4pPr>
            <a:lvl5pPr lvl="4" algn="ctr">
              <a:lnSpc>
                <a:spcPct val="100000"/>
              </a:lnSpc>
              <a:spcBef>
                <a:spcPts val="700"/>
              </a:spcBef>
              <a:spcAft>
                <a:spcPts val="0"/>
              </a:spcAft>
              <a:buSzPts val="2800"/>
              <a:buNone/>
              <a:defRPr sz="2800"/>
            </a:lvl5pPr>
            <a:lvl6pPr lvl="5" algn="ctr">
              <a:lnSpc>
                <a:spcPct val="100000"/>
              </a:lnSpc>
              <a:spcBef>
                <a:spcPts val="700"/>
              </a:spcBef>
              <a:spcAft>
                <a:spcPts val="0"/>
              </a:spcAft>
              <a:buSzPts val="2800"/>
              <a:buNone/>
              <a:defRPr sz="2800"/>
            </a:lvl6pPr>
            <a:lvl7pPr lvl="6" algn="ctr">
              <a:lnSpc>
                <a:spcPct val="100000"/>
              </a:lnSpc>
              <a:spcBef>
                <a:spcPts val="700"/>
              </a:spcBef>
              <a:spcAft>
                <a:spcPts val="0"/>
              </a:spcAft>
              <a:buSzPts val="2800"/>
              <a:buNone/>
              <a:defRPr sz="2800"/>
            </a:lvl7pPr>
            <a:lvl8pPr lvl="7" algn="ctr">
              <a:lnSpc>
                <a:spcPct val="100000"/>
              </a:lnSpc>
              <a:spcBef>
                <a:spcPts val="700"/>
              </a:spcBef>
              <a:spcAft>
                <a:spcPts val="0"/>
              </a:spcAft>
              <a:buSzPts val="2800"/>
              <a:buNone/>
              <a:defRPr sz="2800"/>
            </a:lvl8pPr>
            <a:lvl9pPr lvl="8" algn="ctr">
              <a:lnSpc>
                <a:spcPct val="100000"/>
              </a:lnSpc>
              <a:spcBef>
                <a:spcPts val="700"/>
              </a:spcBef>
              <a:spcAft>
                <a:spcPts val="0"/>
              </a:spcAft>
              <a:buSzPts val="2800"/>
              <a:buNone/>
              <a:defRPr sz="2800"/>
            </a:lvl9pPr>
          </a:lstStyle>
          <a:p>
            <a:endParaRPr/>
          </a:p>
        </p:txBody>
      </p:sp>
      <p:sp>
        <p:nvSpPr>
          <p:cNvPr id="72" name="Google Shape;72;p16"/>
          <p:cNvSpPr txBox="1">
            <a:spLocks noGrp="1"/>
          </p:cNvSpPr>
          <p:nvPr>
            <p:ph type="sldNum" idx="12"/>
          </p:nvPr>
        </p:nvSpPr>
        <p:spPr>
          <a:xfrm>
            <a:off x="8472458" y="4663217"/>
            <a:ext cx="548700" cy="393600"/>
          </a:xfrm>
          <a:prstGeom prst="rect">
            <a:avLst/>
          </a:prstGeom>
          <a:noFill/>
          <a:ln>
            <a:noFill/>
          </a:ln>
        </p:spPr>
        <p:txBody>
          <a:bodyPr spcFirstLastPara="1" wrap="square" lIns="45700" tIns="45700" rIns="45700" bIns="45700" anchor="ctr" anchorCtr="0">
            <a:noAutofit/>
          </a:bodyPr>
          <a:lstStyle>
            <a:lvl1pPr marL="0" marR="0" lvl="0"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1pPr>
            <a:lvl2pPr marL="0" marR="0" lvl="1"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2pPr>
            <a:lvl3pPr marL="0" marR="0" lvl="2"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3pPr>
            <a:lvl4pPr marL="0" marR="0" lvl="3"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4pPr>
            <a:lvl5pPr marL="0" marR="0" lvl="4"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5pPr>
            <a:lvl6pPr marL="0" marR="0" lvl="5"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6pPr>
            <a:lvl7pPr marL="0" marR="0" lvl="6"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7pPr>
            <a:lvl8pPr marL="0" marR="0" lvl="7"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8pPr>
            <a:lvl9pPr marL="0" marR="0" lvl="8" indent="0" algn="r">
              <a:lnSpc>
                <a:spcPct val="100000"/>
              </a:lnSpc>
              <a:spcBef>
                <a:spcPts val="0"/>
              </a:spcBef>
              <a:spcAft>
                <a:spcPts val="0"/>
              </a:spcAft>
              <a:buClr>
                <a:srgbClr val="888888"/>
              </a:buClr>
              <a:buSzPts val="1200"/>
              <a:buFont typeface="Calibri"/>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rgbClr val="F4CCCC"/>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marR="0" lvl="0" indent="-342900" algn="l" rtl="0">
              <a:lnSpc>
                <a:spcPct val="115000"/>
              </a:lnSpc>
              <a:spcBef>
                <a:spcPts val="0"/>
              </a:spcBef>
              <a:spcAft>
                <a:spcPts val="0"/>
              </a:spcAft>
              <a:buClr>
                <a:schemeClr val="dk2"/>
              </a:buClr>
              <a:buSzPts val="1800"/>
              <a:buFont typeface="Arial"/>
              <a:buChar char="●"/>
              <a:defRPr sz="1800" b="0" i="0" u="none" strike="noStrike" cap="none">
                <a:solidFill>
                  <a:schemeClr val="dk2"/>
                </a:solidFill>
                <a:latin typeface="Arial"/>
                <a:ea typeface="Arial"/>
                <a:cs typeface="Arial"/>
                <a:sym typeface="Arial"/>
              </a:defRPr>
            </a:lvl1pPr>
            <a:lvl2pPr marL="914400" marR="0" lvl="1"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2pPr>
            <a:lvl3pPr marL="1371600" marR="0" lvl="2"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3pPr>
            <a:lvl4pPr marL="1828800" marR="0" lvl="3"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4pPr>
            <a:lvl5pPr marL="2286000" marR="0" lvl="4"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5pPr>
            <a:lvl6pPr marL="2743200" marR="0" lvl="5"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6pPr>
            <a:lvl7pPr marL="3200400" marR="0" lvl="6"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7pPr>
            <a:lvl8pPr marL="3657600" marR="0" lvl="7"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8pPr>
            <a:lvl9pPr marL="4114800" marR="0" lvl="8" indent="-317500" algn="l" rtl="0">
              <a:lnSpc>
                <a:spcPct val="115000"/>
              </a:lnSpc>
              <a:spcBef>
                <a:spcPts val="0"/>
              </a:spcBef>
              <a:spcAft>
                <a:spcPts val="0"/>
              </a:spcAft>
              <a:buClr>
                <a:schemeClr val="dk2"/>
              </a:buClr>
              <a:buSzPts val="1400"/>
              <a:buFont typeface="Arial"/>
              <a:buChar char="■"/>
              <a:defRPr sz="1400" b="0" i="0" u="none" strike="noStrike" cap="none">
                <a:solidFill>
                  <a:schemeClr val="dk2"/>
                </a:solidFill>
                <a:latin typeface="Arial"/>
                <a:ea typeface="Arial"/>
                <a:cs typeface="Arial"/>
                <a:sym typeface="Aria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marL="0" marR="0" lvl="0"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1pPr>
            <a:lvl2pPr marL="0" marR="0" lvl="1"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2pPr>
            <a:lvl3pPr marL="0" marR="0" lvl="2"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3pPr>
            <a:lvl4pPr marL="0" marR="0" lvl="3"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4pPr>
            <a:lvl5pPr marL="0" marR="0" lvl="4"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5pPr>
            <a:lvl6pPr marL="0" marR="0" lvl="5"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6pPr>
            <a:lvl7pPr marL="0" marR="0" lvl="6"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7pPr>
            <a:lvl8pPr marL="0" marR="0" lvl="7"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8pPr>
            <a:lvl9pPr marL="0" marR="0" lvl="8" indent="0" algn="r" rtl="0">
              <a:lnSpc>
                <a:spcPct val="100000"/>
              </a:lnSpc>
              <a:spcBef>
                <a:spcPts val="0"/>
              </a:spcBef>
              <a:spcAft>
                <a:spcPts val="0"/>
              </a:spcAft>
              <a:buClr>
                <a:srgbClr val="000000"/>
              </a:buClr>
              <a:buSzPts val="1000"/>
              <a:buFont typeface="Arial"/>
              <a:buNone/>
              <a:defRPr sz="1000" b="0" i="0" u="none" strike="noStrike" cap="none">
                <a:solidFill>
                  <a:schemeClr val="dk2"/>
                </a:solidFill>
                <a:latin typeface="Arial"/>
                <a:ea typeface="Arial"/>
                <a:cs typeface="Arial"/>
                <a:sym typeface="Aria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1.xml"/><Relationship Id="rId4" Type="http://schemas.openxmlformats.org/officeDocument/2006/relationships/image" Target="../media/image2.gif"/></Relationships>
</file>

<file path=ppt/slides/_rels/slide2.xml.rels><?xml version="1.0" encoding="UTF-8" standalone="yes"?>
<Relationships xmlns="http://schemas.openxmlformats.org/package/2006/relationships"><Relationship Id="rId3" Type="http://schemas.openxmlformats.org/officeDocument/2006/relationships/image" Target="../media/image2.gif"/><Relationship Id="rId2" Type="http://schemas.openxmlformats.org/officeDocument/2006/relationships/notesSlide" Target="../notesSlides/notesSlide2.xml"/><Relationship Id="rId1" Type="http://schemas.openxmlformats.org/officeDocument/2006/relationships/slideLayout" Target="../slideLayouts/slideLayout15.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3.xml"/><Relationship Id="rId5" Type="http://schemas.openxmlformats.org/officeDocument/2006/relationships/image" Target="../media/image5.png"/><Relationship Id="rId4" Type="http://schemas.openxmlformats.org/officeDocument/2006/relationships/image" Target="../media/image4.png"/></Relationships>
</file>

<file path=ppt/slides/_rels/slide4.xml.rels><?xml version="1.0" encoding="UTF-8" standalone="yes"?>
<Relationships xmlns="http://schemas.openxmlformats.org/package/2006/relationships"><Relationship Id="rId3" Type="http://schemas.openxmlformats.org/officeDocument/2006/relationships/hyperlink" Target="http://www.youtube.com/watch?v=S1Kbym7WYzs" TargetMode="External"/><Relationship Id="rId2" Type="http://schemas.openxmlformats.org/officeDocument/2006/relationships/notesSlide" Target="../notesSlides/notesSlide4.xml"/><Relationship Id="rId1" Type="http://schemas.openxmlformats.org/officeDocument/2006/relationships/slideLayout" Target="../slideLayouts/slideLayout13.xml"/><Relationship Id="rId4" Type="http://schemas.openxmlformats.org/officeDocument/2006/relationships/image" Target="../media/image6.jpg"/></Relationships>
</file>

<file path=ppt/slides/_rels/slide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3" Type="http://schemas.openxmlformats.org/officeDocument/2006/relationships/image" Target="../media/image9.gif"/><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8" Type="http://schemas.openxmlformats.org/officeDocument/2006/relationships/image" Target="../media/image14.png"/><Relationship Id="rId3" Type="http://schemas.openxmlformats.org/officeDocument/2006/relationships/hyperlink" Target="http://www.youtube.com/watch?v=OyZHZhYDWNk" TargetMode="External"/><Relationship Id="rId7" Type="http://schemas.openxmlformats.org/officeDocument/2006/relationships/image" Target="../media/image13.png"/><Relationship Id="rId2" Type="http://schemas.openxmlformats.org/officeDocument/2006/relationships/notesSlide" Target="../notesSlides/notesSlide7.xml"/><Relationship Id="rId1" Type="http://schemas.openxmlformats.org/officeDocument/2006/relationships/slideLayout" Target="../slideLayouts/slideLayout14.xml"/><Relationship Id="rId6" Type="http://schemas.openxmlformats.org/officeDocument/2006/relationships/image" Target="../media/image12.png"/><Relationship Id="rId5" Type="http://schemas.openxmlformats.org/officeDocument/2006/relationships/image" Target="../media/image11.png"/><Relationship Id="rId4" Type="http://schemas.openxmlformats.org/officeDocument/2006/relationships/image" Target="../media/image10.jpg"/></Relationships>
</file>

<file path=ppt/slides/_rels/slide8.xml.rels><?xml version="1.0" encoding="UTF-8" standalone="yes"?>
<Relationships xmlns="http://schemas.openxmlformats.org/package/2006/relationships"><Relationship Id="rId8" Type="http://schemas.openxmlformats.org/officeDocument/2006/relationships/hyperlink" Target="http://www.youtube.com/watch?v=OQAY2SEMtPg" TargetMode="External"/><Relationship Id="rId13" Type="http://schemas.openxmlformats.org/officeDocument/2006/relationships/image" Target="../media/image23.jpg"/><Relationship Id="rId3" Type="http://schemas.openxmlformats.org/officeDocument/2006/relationships/image" Target="../media/image15.png"/><Relationship Id="rId7" Type="http://schemas.openxmlformats.org/officeDocument/2006/relationships/image" Target="../media/image19.jpg"/><Relationship Id="rId12" Type="http://schemas.openxmlformats.org/officeDocument/2006/relationships/hyperlink" Target="http://www.youtube.com/watch?v=8thPJbbaKqM" TargetMode="External"/><Relationship Id="rId2" Type="http://schemas.openxmlformats.org/officeDocument/2006/relationships/notesSlide" Target="../notesSlides/notesSlide8.xml"/><Relationship Id="rId1" Type="http://schemas.openxmlformats.org/officeDocument/2006/relationships/slideLayout" Target="../slideLayouts/slideLayout13.xml"/><Relationship Id="rId6" Type="http://schemas.openxmlformats.org/officeDocument/2006/relationships/image" Target="../media/image18.png"/><Relationship Id="rId11" Type="http://schemas.openxmlformats.org/officeDocument/2006/relationships/image" Target="../media/image22.gif"/><Relationship Id="rId5" Type="http://schemas.openxmlformats.org/officeDocument/2006/relationships/image" Target="../media/image17.png"/><Relationship Id="rId10" Type="http://schemas.openxmlformats.org/officeDocument/2006/relationships/image" Target="../media/image21.png"/><Relationship Id="rId4" Type="http://schemas.openxmlformats.org/officeDocument/2006/relationships/image" Target="../media/image16.png"/><Relationship Id="rId9" Type="http://schemas.openxmlformats.org/officeDocument/2006/relationships/image" Target="../media/image20.jp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6.png"/><Relationship Id="rId7" Type="http://schemas.openxmlformats.org/officeDocument/2006/relationships/image" Target="../media/image15.png"/><Relationship Id="rId2" Type="http://schemas.openxmlformats.org/officeDocument/2006/relationships/notesSlide" Target="../notesSlides/notesSlide9.xml"/><Relationship Id="rId1" Type="http://schemas.openxmlformats.org/officeDocument/2006/relationships/slideLayout" Target="../slideLayouts/slideLayout13.xml"/><Relationship Id="rId6" Type="http://schemas.openxmlformats.org/officeDocument/2006/relationships/image" Target="../media/image19.jpg"/><Relationship Id="rId5" Type="http://schemas.openxmlformats.org/officeDocument/2006/relationships/image" Target="../media/image18.png"/><Relationship Id="rId4" Type="http://schemas.openxmlformats.org/officeDocument/2006/relationships/image" Target="../media/image17.png"/></Relationships>
</file>

<file path=ppt/slides/_rels/slide1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11.xml"/><Relationship Id="rId4" Type="http://schemas.openxmlformats.org/officeDocument/2006/relationships/image" Target="../media/image27.png"/></Relationships>
</file>

<file path=ppt/slides/_rels/slide12.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1.xml"/><Relationship Id="rId1" Type="http://schemas.openxmlformats.org/officeDocument/2006/relationships/slideLayout" Target="../slideLayouts/slideLayout13.xml"/><Relationship Id="rId6" Type="http://schemas.openxmlformats.org/officeDocument/2006/relationships/image" Target="../media/image30.png"/><Relationship Id="rId5" Type="http://schemas.openxmlformats.org/officeDocument/2006/relationships/image" Target="../media/image29.png"/><Relationship Id="rId4" Type="http://schemas.openxmlformats.org/officeDocument/2006/relationships/hyperlink" Target="https://dashboard.blooket.com/set/68c7b8951e8053292cd5b52b" TargetMode="Externa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76"/>
        <p:cNvGrpSpPr/>
        <p:nvPr/>
      </p:nvGrpSpPr>
      <p:grpSpPr>
        <a:xfrm>
          <a:off x="0" y="0"/>
          <a:ext cx="0" cy="0"/>
          <a:chOff x="0" y="0"/>
          <a:chExt cx="0" cy="0"/>
        </a:xfrm>
      </p:grpSpPr>
      <p:sp>
        <p:nvSpPr>
          <p:cNvPr id="77" name="Google Shape;77;p17"/>
          <p:cNvSpPr txBox="1"/>
          <p:nvPr/>
        </p:nvSpPr>
        <p:spPr>
          <a:xfrm>
            <a:off x="153525" y="624775"/>
            <a:ext cx="4891500" cy="630900"/>
          </a:xfrm>
          <a:prstGeom prst="rect">
            <a:avLst/>
          </a:prstGeom>
          <a:solidFill>
            <a:srgbClr val="CFE2F3"/>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Date: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Monday 7</a:t>
            </a:r>
            <a:r>
              <a:rPr lang="en" sz="1600" b="1" i="0" strike="noStrike" cap="none">
                <a:solidFill>
                  <a:srgbClr val="000000"/>
                </a:solidFill>
                <a:latin typeface="Poppins"/>
                <a:ea typeface="Poppins"/>
                <a:cs typeface="Poppins"/>
                <a:sym typeface="Poppins"/>
              </a:rPr>
              <a:t>th </a:t>
            </a:r>
            <a:r>
              <a:rPr lang="en" sz="1600" b="1">
                <a:latin typeface="Poppins"/>
                <a:ea typeface="Poppins"/>
                <a:cs typeface="Poppins"/>
                <a:sym typeface="Poppins"/>
              </a:rPr>
              <a:t>September</a:t>
            </a:r>
            <a:r>
              <a:rPr lang="en" sz="1600" b="1" i="0" strike="noStrike" cap="none">
                <a:solidFill>
                  <a:srgbClr val="000000"/>
                </a:solidFill>
                <a:latin typeface="Poppins"/>
                <a:ea typeface="Poppins"/>
                <a:cs typeface="Poppins"/>
                <a:sym typeface="Poppins"/>
              </a:rPr>
              <a:t> 202</a:t>
            </a:r>
            <a:r>
              <a:rPr lang="en" sz="1600" b="1">
                <a:latin typeface="Poppins"/>
                <a:ea typeface="Poppins"/>
                <a:cs typeface="Poppins"/>
                <a:sym typeface="Poppins"/>
              </a:rPr>
              <a:t>6</a:t>
            </a:r>
            <a:endParaRPr sz="1600" b="1" i="0" strike="noStrike" cap="none">
              <a:solidFill>
                <a:srgbClr val="000000"/>
              </a:solidFill>
              <a:latin typeface="Poppins"/>
              <a:ea typeface="Poppins"/>
              <a:cs typeface="Poppins"/>
              <a:sym typeface="Poppins"/>
            </a:endParaRPr>
          </a:p>
          <a:p>
            <a:pPr marL="0" marR="0" lvl="0" indent="0" algn="l" rtl="0">
              <a:lnSpc>
                <a:spcPct val="100000"/>
              </a:lnSpc>
              <a:spcBef>
                <a:spcPts val="0"/>
              </a:spcBef>
              <a:spcAft>
                <a:spcPts val="0"/>
              </a:spcAft>
              <a:buClr>
                <a:srgbClr val="000000"/>
              </a:buClr>
              <a:buSzPts val="1800"/>
              <a:buFont typeface="Arial"/>
              <a:buNone/>
            </a:pPr>
            <a:r>
              <a:rPr lang="en" sz="1600" b="1" i="0" u="sng" strike="noStrike" cap="none">
                <a:solidFill>
                  <a:srgbClr val="000000"/>
                </a:solidFill>
                <a:latin typeface="Poppins"/>
                <a:ea typeface="Poppins"/>
                <a:cs typeface="Poppins"/>
                <a:sym typeface="Poppins"/>
              </a:rPr>
              <a:t>Title:</a:t>
            </a:r>
            <a:r>
              <a:rPr lang="en" sz="1600" b="1" i="0" strike="noStrike" cap="none">
                <a:solidFill>
                  <a:srgbClr val="000000"/>
                </a:solidFill>
                <a:latin typeface="Poppins"/>
                <a:ea typeface="Poppins"/>
                <a:cs typeface="Poppins"/>
                <a:sym typeface="Poppins"/>
              </a:rPr>
              <a:t> </a:t>
            </a:r>
            <a:r>
              <a:rPr lang="en" sz="1600" b="1">
                <a:latin typeface="Poppins"/>
                <a:ea typeface="Poppins"/>
                <a:cs typeface="Poppins"/>
                <a:sym typeface="Poppins"/>
              </a:rPr>
              <a:t>Volcanic Hazards &amp; Impacts</a:t>
            </a:r>
            <a:endParaRPr sz="1600" b="1" i="0" strike="noStrike" cap="none">
              <a:solidFill>
                <a:srgbClr val="000000"/>
              </a:solidFill>
              <a:latin typeface="Poppins"/>
              <a:ea typeface="Poppins"/>
              <a:cs typeface="Poppins"/>
              <a:sym typeface="Poppins"/>
            </a:endParaRPr>
          </a:p>
        </p:txBody>
      </p:sp>
      <p:sp>
        <p:nvSpPr>
          <p:cNvPr id="78" name="Google Shape;78;p17"/>
          <p:cNvSpPr txBox="1"/>
          <p:nvPr/>
        </p:nvSpPr>
        <p:spPr>
          <a:xfrm>
            <a:off x="186450" y="1403775"/>
            <a:ext cx="5397000" cy="3475500"/>
          </a:xfrm>
          <a:prstGeom prst="rect">
            <a:avLst/>
          </a:prstGeom>
          <a:solidFill>
            <a:srgbClr val="FFF2CC"/>
          </a:solid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00000"/>
              </a:lnSpc>
              <a:spcBef>
                <a:spcPts val="0"/>
              </a:spcBef>
              <a:spcAft>
                <a:spcPts val="0"/>
              </a:spcAft>
              <a:buClr>
                <a:srgbClr val="000000"/>
              </a:buClr>
              <a:buSzPts val="2200"/>
              <a:buFont typeface="Arial"/>
              <a:buNone/>
            </a:pPr>
            <a:endParaRPr sz="2200" b="1" i="0" u="none" strike="noStrike" cap="none">
              <a:solidFill>
                <a:srgbClr val="000000"/>
              </a:solidFill>
              <a:latin typeface="Calibri"/>
              <a:ea typeface="Calibri"/>
              <a:cs typeface="Calibri"/>
              <a:sym typeface="Calibri"/>
            </a:endParaRPr>
          </a:p>
          <a:p>
            <a:pPr marL="0" marR="0" lvl="0" indent="0" algn="l" rtl="0">
              <a:lnSpc>
                <a:spcPct val="115000"/>
              </a:lnSpc>
              <a:spcBef>
                <a:spcPts val="0"/>
              </a:spcBef>
              <a:spcAft>
                <a:spcPts val="0"/>
              </a:spcAft>
              <a:buNone/>
            </a:pPr>
            <a:r>
              <a:rPr lang="en" sz="1800" b="1">
                <a:latin typeface="Poppins"/>
                <a:ea typeface="Poppins"/>
                <a:cs typeface="Poppins"/>
                <a:sym typeface="Poppins"/>
              </a:rPr>
              <a:t>Last Lesson: </a:t>
            </a:r>
            <a:r>
              <a:rPr lang="en" sz="1800">
                <a:latin typeface="Poppins"/>
                <a:ea typeface="Poppins"/>
                <a:cs typeface="Poppins"/>
                <a:sym typeface="Poppins"/>
              </a:rPr>
              <a:t>Why are composite volcanoes more dangerous than shield volcanoes?</a:t>
            </a:r>
            <a:endParaRPr sz="1800" b="1">
              <a:latin typeface="Poppins"/>
              <a:ea typeface="Poppins"/>
              <a:cs typeface="Poppins"/>
              <a:sym typeface="Poppins"/>
            </a:endParaRPr>
          </a:p>
          <a:p>
            <a:pPr marL="0" marR="0" lvl="0" indent="0" algn="l" rtl="0">
              <a:lnSpc>
                <a:spcPct val="115000"/>
              </a:lnSpc>
              <a:spcBef>
                <a:spcPts val="0"/>
              </a:spcBef>
              <a:spcAft>
                <a:spcPts val="0"/>
              </a:spcAft>
              <a:buNone/>
            </a:pPr>
            <a:endParaRPr sz="1800" b="1">
              <a:latin typeface="Poppins"/>
              <a:ea typeface="Poppins"/>
              <a:cs typeface="Poppins"/>
              <a:sym typeface="Poppins"/>
            </a:endParaRPr>
          </a:p>
          <a:p>
            <a:pPr marL="0" marR="0" lvl="0" indent="0" algn="l" rtl="0">
              <a:lnSpc>
                <a:spcPct val="115000"/>
              </a:lnSpc>
              <a:spcBef>
                <a:spcPts val="0"/>
              </a:spcBef>
              <a:spcAft>
                <a:spcPts val="0"/>
              </a:spcAft>
              <a:buNone/>
            </a:pPr>
            <a:r>
              <a:rPr lang="en" sz="1800" b="1">
                <a:solidFill>
                  <a:schemeClr val="dk1"/>
                </a:solidFill>
                <a:latin typeface="Poppins"/>
                <a:ea typeface="Poppins"/>
                <a:cs typeface="Poppins"/>
                <a:sym typeface="Poppins"/>
              </a:rPr>
              <a:t>Two Weeks Ago</a:t>
            </a:r>
            <a:r>
              <a:rPr lang="en" sz="1800" b="1">
                <a:latin typeface="Poppins"/>
                <a:ea typeface="Poppins"/>
                <a:cs typeface="Poppins"/>
                <a:sym typeface="Poppins"/>
              </a:rPr>
              <a:t>: </a:t>
            </a:r>
            <a:r>
              <a:rPr lang="en" sz="1800">
                <a:latin typeface="Poppins"/>
                <a:ea typeface="Poppins"/>
                <a:cs typeface="Poppins"/>
                <a:sym typeface="Poppins"/>
              </a:rPr>
              <a:t>How do convection currents move tectonic plates?</a:t>
            </a:r>
            <a:endParaRPr sz="1800" b="1">
              <a:latin typeface="Poppins"/>
              <a:ea typeface="Poppins"/>
              <a:cs typeface="Poppins"/>
              <a:sym typeface="Poppins"/>
            </a:endParaRPr>
          </a:p>
          <a:p>
            <a:pPr marL="0" marR="0" lvl="0" indent="0" algn="l" rtl="0">
              <a:lnSpc>
                <a:spcPct val="115000"/>
              </a:lnSpc>
              <a:spcBef>
                <a:spcPts val="0"/>
              </a:spcBef>
              <a:spcAft>
                <a:spcPts val="0"/>
              </a:spcAft>
              <a:buNone/>
            </a:pPr>
            <a:endParaRPr sz="1800" b="1">
              <a:latin typeface="Poppins"/>
              <a:ea typeface="Poppins"/>
              <a:cs typeface="Poppins"/>
              <a:sym typeface="Poppins"/>
            </a:endParaRPr>
          </a:p>
          <a:p>
            <a:pPr marL="0" marR="0" lvl="0" indent="0" algn="l" rtl="0">
              <a:lnSpc>
                <a:spcPct val="115000"/>
              </a:lnSpc>
              <a:spcBef>
                <a:spcPts val="0"/>
              </a:spcBef>
              <a:spcAft>
                <a:spcPts val="0"/>
              </a:spcAft>
              <a:buNone/>
            </a:pPr>
            <a:r>
              <a:rPr lang="en" sz="1800" b="1">
                <a:latin typeface="Poppins"/>
                <a:ea typeface="Poppins"/>
                <a:cs typeface="Poppins"/>
                <a:sym typeface="Poppins"/>
              </a:rPr>
              <a:t>Three Weeks Ago: </a:t>
            </a:r>
            <a:r>
              <a:rPr lang="en" sz="1800">
                <a:latin typeface="Poppins"/>
                <a:ea typeface="Poppins"/>
                <a:cs typeface="Poppins"/>
                <a:sym typeface="Poppins"/>
              </a:rPr>
              <a:t>How fold mountains are created at collision plate boundaries.</a:t>
            </a:r>
            <a:endParaRPr sz="1800">
              <a:latin typeface="Poppins"/>
              <a:ea typeface="Poppins"/>
              <a:cs typeface="Poppins"/>
              <a:sym typeface="Poppins"/>
            </a:endParaRPr>
          </a:p>
        </p:txBody>
      </p:sp>
      <p:pic>
        <p:nvPicPr>
          <p:cNvPr id="79" name="Google Shape;79;p17"/>
          <p:cNvPicPr preferRelativeResize="0"/>
          <p:nvPr/>
        </p:nvPicPr>
        <p:blipFill>
          <a:blip r:embed="rId3">
            <a:alphaModFix/>
          </a:blip>
          <a:stretch>
            <a:fillRect/>
          </a:stretch>
        </p:blipFill>
        <p:spPr>
          <a:xfrm>
            <a:off x="225576" y="1442250"/>
            <a:ext cx="756925" cy="543250"/>
          </a:xfrm>
          <a:prstGeom prst="rect">
            <a:avLst/>
          </a:prstGeom>
          <a:noFill/>
          <a:ln>
            <a:noFill/>
          </a:ln>
        </p:spPr>
      </p:pic>
      <p:pic>
        <p:nvPicPr>
          <p:cNvPr id="80" name="Google Shape;80;p17"/>
          <p:cNvPicPr preferRelativeResize="0"/>
          <p:nvPr/>
        </p:nvPicPr>
        <p:blipFill rotWithShape="1">
          <a:blip r:embed="rId4">
            <a:alphaModFix/>
          </a:blip>
          <a:srcRect/>
          <a:stretch/>
        </p:blipFill>
        <p:spPr>
          <a:xfrm>
            <a:off x="5658350" y="1884863"/>
            <a:ext cx="3346675" cy="2518813"/>
          </a:xfrm>
          <a:prstGeom prst="rect">
            <a:avLst/>
          </a:prstGeom>
          <a:noFill/>
          <a:ln>
            <a:noFill/>
          </a:ln>
        </p:spPr>
      </p:pic>
      <p:sp>
        <p:nvSpPr>
          <p:cNvPr id="81" name="Google Shape;81;p1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85"/>
        <p:cNvGrpSpPr/>
        <p:nvPr/>
      </p:nvGrpSpPr>
      <p:grpSpPr>
        <a:xfrm>
          <a:off x="0" y="0"/>
          <a:ext cx="0" cy="0"/>
          <a:chOff x="0" y="0"/>
          <a:chExt cx="0" cy="0"/>
        </a:xfrm>
      </p:grpSpPr>
      <p:sp>
        <p:nvSpPr>
          <p:cNvPr id="86" name="Google Shape;86;p18"/>
          <p:cNvSpPr txBox="1"/>
          <p:nvPr/>
        </p:nvSpPr>
        <p:spPr>
          <a:xfrm>
            <a:off x="5163901" y="845875"/>
            <a:ext cx="3884100" cy="1417500"/>
          </a:xfrm>
          <a:prstGeom prst="rect">
            <a:avLst/>
          </a:prstGeom>
          <a:noFill/>
          <a:ln>
            <a:noFill/>
          </a:ln>
        </p:spPr>
        <p:txBody>
          <a:bodyPr spcFirstLastPara="1" wrap="square" lIns="91425" tIns="91425" rIns="91425" bIns="91425" anchor="t" anchorCtr="0">
            <a:spAutoFit/>
          </a:bodyPr>
          <a:lstStyle/>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Key Enquiry Question:</a:t>
            </a:r>
            <a:endParaRPr sz="1800" b="1">
              <a:highlight>
                <a:schemeClr val="lt1"/>
              </a:highlight>
              <a:latin typeface="Edu TAS Beginner"/>
              <a:ea typeface="Edu TAS Beginner"/>
              <a:cs typeface="Edu TAS Beginner"/>
              <a:sym typeface="Edu TAS Beginner"/>
            </a:endParaRPr>
          </a:p>
          <a:p>
            <a:pPr marL="0" lvl="0" indent="0" algn="ctr" rtl="0">
              <a:lnSpc>
                <a:spcPct val="115000"/>
              </a:lnSpc>
              <a:spcBef>
                <a:spcPts val="0"/>
              </a:spcBef>
              <a:spcAft>
                <a:spcPts val="0"/>
              </a:spcAft>
              <a:buNone/>
            </a:pPr>
            <a:r>
              <a:rPr lang="en" sz="1800" b="1">
                <a:highlight>
                  <a:schemeClr val="lt1"/>
                </a:highlight>
                <a:latin typeface="Edu TAS Beginner"/>
                <a:ea typeface="Edu TAS Beginner"/>
                <a:cs typeface="Edu TAS Beginner"/>
                <a:sym typeface="Edu TAS Beginner"/>
              </a:rPr>
              <a:t>“Why can one volcanic hazard have impacts on people, the economy and the environment?"</a:t>
            </a:r>
            <a:endParaRPr sz="1800" b="1">
              <a:highlight>
                <a:schemeClr val="lt1"/>
              </a:highlight>
              <a:latin typeface="Edu TAS Beginner"/>
              <a:ea typeface="Edu TAS Beginner"/>
              <a:cs typeface="Edu TAS Beginner"/>
              <a:sym typeface="Edu TAS Beginner"/>
            </a:endParaRPr>
          </a:p>
        </p:txBody>
      </p:sp>
      <p:sp>
        <p:nvSpPr>
          <p:cNvPr id="87" name="Google Shape;87;p18"/>
          <p:cNvSpPr txBox="1"/>
          <p:nvPr/>
        </p:nvSpPr>
        <p:spPr>
          <a:xfrm>
            <a:off x="96000" y="845875"/>
            <a:ext cx="5067900" cy="40083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0"/>
              </a:spcBef>
              <a:spcAft>
                <a:spcPts val="0"/>
              </a:spcAft>
              <a:buNone/>
            </a:pPr>
            <a:r>
              <a:rPr lang="en" sz="1600" b="1">
                <a:solidFill>
                  <a:schemeClr val="dk1"/>
                </a:solidFill>
                <a:latin typeface="Baumans"/>
                <a:ea typeface="Baumans"/>
                <a:cs typeface="Baumans"/>
                <a:sym typeface="Baumans"/>
              </a:rPr>
              <a:t>Success Criteria:</a:t>
            </a:r>
            <a:endParaRPr sz="1600" b="1">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Meeting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identify and describe different volcanic hazards</a:t>
            </a:r>
            <a:r>
              <a:rPr lang="en" sz="1600">
                <a:solidFill>
                  <a:schemeClr val="dk1"/>
                </a:solidFill>
                <a:latin typeface="Baumans"/>
                <a:ea typeface="Baumans"/>
                <a:cs typeface="Baumans"/>
                <a:sym typeface="Baumans"/>
              </a:rPr>
              <a:t>, including their </a:t>
            </a:r>
            <a:r>
              <a:rPr lang="en" sz="1600" b="1">
                <a:solidFill>
                  <a:schemeClr val="dk1"/>
                </a:solidFill>
                <a:latin typeface="Baumans"/>
                <a:ea typeface="Baumans"/>
                <a:cs typeface="Baumans"/>
                <a:sym typeface="Baumans"/>
              </a:rPr>
              <a:t>causes and impacts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0"/>
              </a:spcAft>
              <a:buClr>
                <a:schemeClr val="dk1"/>
              </a:buClr>
              <a:buSzPts val="1100"/>
              <a:buFont typeface="Arial"/>
              <a:buNone/>
            </a:pPr>
            <a:r>
              <a:rPr lang="en" sz="1600" b="1">
                <a:solidFill>
                  <a:schemeClr val="dk1"/>
                </a:solidFill>
                <a:latin typeface="Baumans"/>
                <a:ea typeface="Baumans"/>
                <a:cs typeface="Baumans"/>
                <a:sym typeface="Baumans"/>
              </a:rPr>
              <a:t>🔗 Exceeding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explain how different volcanic hazards affect people and places</a:t>
            </a:r>
            <a:r>
              <a:rPr lang="en" sz="1600">
                <a:solidFill>
                  <a:schemeClr val="dk1"/>
                </a:solidFill>
                <a:latin typeface="Baumans"/>
                <a:ea typeface="Baumans"/>
                <a:cs typeface="Baumans"/>
                <a:sym typeface="Baumans"/>
              </a:rPr>
              <a:t>, using relevant </a:t>
            </a:r>
            <a:r>
              <a:rPr lang="en" sz="1600" b="1">
                <a:solidFill>
                  <a:schemeClr val="dk1"/>
                </a:solidFill>
                <a:latin typeface="Baumans"/>
                <a:ea typeface="Baumans"/>
                <a:cs typeface="Baumans"/>
                <a:sym typeface="Baumans"/>
              </a:rPr>
              <a:t>examples and evidence</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a:p>
            <a:pPr marL="0" lvl="0" indent="0" algn="l" rtl="0">
              <a:lnSpc>
                <a:spcPct val="115000"/>
              </a:lnSpc>
              <a:spcBef>
                <a:spcPts val="1200"/>
              </a:spcBef>
              <a:spcAft>
                <a:spcPts val="1200"/>
              </a:spcAft>
              <a:buNone/>
            </a:pPr>
            <a:r>
              <a:rPr lang="en" sz="1600" b="1">
                <a:solidFill>
                  <a:schemeClr val="dk1"/>
                </a:solidFill>
                <a:latin typeface="Baumans"/>
                <a:ea typeface="Baumans"/>
                <a:cs typeface="Baumans"/>
                <a:sym typeface="Baumans"/>
              </a:rPr>
              <a:t>🧠 Mastering</a:t>
            </a:r>
            <a:br>
              <a:rPr lang="en" sz="1600" b="1">
                <a:solidFill>
                  <a:schemeClr val="dk1"/>
                </a:solidFill>
                <a:latin typeface="Baumans"/>
                <a:ea typeface="Baumans"/>
                <a:cs typeface="Baumans"/>
                <a:sym typeface="Baumans"/>
              </a:rPr>
            </a:br>
            <a:r>
              <a:rPr lang="en" sz="1600">
                <a:solidFill>
                  <a:schemeClr val="dk1"/>
                </a:solidFill>
                <a:latin typeface="Baumans"/>
                <a:ea typeface="Baumans"/>
                <a:cs typeface="Baumans"/>
                <a:sym typeface="Baumans"/>
              </a:rPr>
              <a:t> Can </a:t>
            </a:r>
            <a:r>
              <a:rPr lang="en" sz="1600" b="1">
                <a:solidFill>
                  <a:schemeClr val="dk1"/>
                </a:solidFill>
                <a:latin typeface="Baumans"/>
                <a:ea typeface="Baumans"/>
                <a:cs typeface="Baumans"/>
                <a:sym typeface="Baumans"/>
              </a:rPr>
              <a:t>analyse and evaluate different volcanic hazards</a:t>
            </a:r>
            <a:r>
              <a:rPr lang="en" sz="1600">
                <a:solidFill>
                  <a:schemeClr val="dk1"/>
                </a:solidFill>
                <a:latin typeface="Baumans"/>
                <a:ea typeface="Baumans"/>
                <a:cs typeface="Baumans"/>
                <a:sym typeface="Baumans"/>
              </a:rPr>
              <a:t>, using evidence to </a:t>
            </a:r>
            <a:r>
              <a:rPr lang="en" sz="1600" b="1">
                <a:solidFill>
                  <a:schemeClr val="dk1"/>
                </a:solidFill>
                <a:latin typeface="Baumans"/>
                <a:ea typeface="Baumans"/>
                <a:cs typeface="Baumans"/>
                <a:sym typeface="Baumans"/>
              </a:rPr>
              <a:t>assess which is most dangerous and explain why</a:t>
            </a:r>
            <a:r>
              <a:rPr lang="en" sz="1600">
                <a:solidFill>
                  <a:schemeClr val="dk1"/>
                </a:solidFill>
                <a:latin typeface="Baumans"/>
                <a:ea typeface="Baumans"/>
                <a:cs typeface="Baumans"/>
                <a:sym typeface="Baumans"/>
              </a:rPr>
              <a:t>.</a:t>
            </a:r>
            <a:endParaRPr sz="1600" b="1">
              <a:solidFill>
                <a:schemeClr val="dk1"/>
              </a:solidFill>
              <a:latin typeface="Baumans"/>
              <a:ea typeface="Baumans"/>
              <a:cs typeface="Baumans"/>
              <a:sym typeface="Baumans"/>
            </a:endParaRPr>
          </a:p>
        </p:txBody>
      </p:sp>
      <p:pic>
        <p:nvPicPr>
          <p:cNvPr id="88" name="Google Shape;88;p18"/>
          <p:cNvPicPr preferRelativeResize="0"/>
          <p:nvPr/>
        </p:nvPicPr>
        <p:blipFill rotWithShape="1">
          <a:blip r:embed="rId3">
            <a:alphaModFix/>
          </a:blip>
          <a:srcRect/>
          <a:stretch/>
        </p:blipFill>
        <p:spPr>
          <a:xfrm>
            <a:off x="5432613" y="2335363"/>
            <a:ext cx="3346675" cy="2518813"/>
          </a:xfrm>
          <a:prstGeom prst="rect">
            <a:avLst/>
          </a:prstGeom>
          <a:noFill/>
          <a:ln>
            <a:noFill/>
          </a:ln>
        </p:spPr>
      </p:pic>
      <p:sp>
        <p:nvSpPr>
          <p:cNvPr id="89" name="Google Shape;89;p18"/>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93"/>
        <p:cNvGrpSpPr/>
        <p:nvPr/>
      </p:nvGrpSpPr>
      <p:grpSpPr>
        <a:xfrm>
          <a:off x="0" y="0"/>
          <a:ext cx="0" cy="0"/>
          <a:chOff x="0" y="0"/>
          <a:chExt cx="0" cy="0"/>
        </a:xfrm>
      </p:grpSpPr>
      <p:graphicFrame>
        <p:nvGraphicFramePr>
          <p:cNvPr id="94" name="Google Shape;94;p19"/>
          <p:cNvGraphicFramePr/>
          <p:nvPr/>
        </p:nvGraphicFramePr>
        <p:xfrm>
          <a:off x="156250" y="1354175"/>
          <a:ext cx="3000000" cy="3000000"/>
        </p:xfrm>
        <a:graphic>
          <a:graphicData uri="http://schemas.openxmlformats.org/drawingml/2006/table">
            <a:tbl>
              <a:tblPr>
                <a:noFill/>
                <a:tableStyleId>{8CC696FA-9184-41BC-A996-8E39E4019343}</a:tableStyleId>
              </a:tblPr>
              <a:tblGrid>
                <a:gridCol w="1931625">
                  <a:extLst>
                    <a:ext uri="{9D8B030D-6E8A-4147-A177-3AD203B41FA5}">
                      <a16:colId xmlns:a16="http://schemas.microsoft.com/office/drawing/2014/main" val="20000"/>
                    </a:ext>
                  </a:extLst>
                </a:gridCol>
                <a:gridCol w="1326400">
                  <a:extLst>
                    <a:ext uri="{9D8B030D-6E8A-4147-A177-3AD203B41FA5}">
                      <a16:colId xmlns:a16="http://schemas.microsoft.com/office/drawing/2014/main" val="20001"/>
                    </a:ext>
                  </a:extLst>
                </a:gridCol>
                <a:gridCol w="5573450">
                  <a:extLst>
                    <a:ext uri="{9D8B030D-6E8A-4147-A177-3AD203B41FA5}">
                      <a16:colId xmlns:a16="http://schemas.microsoft.com/office/drawing/2014/main" val="20002"/>
                    </a:ext>
                  </a:extLst>
                </a:gridCol>
              </a:tblGrid>
              <a:tr h="1088125">
                <a:tc>
                  <a:txBody>
                    <a:bodyPr/>
                    <a:lstStyle/>
                    <a:p>
                      <a:pPr marL="0" lvl="0" indent="0" algn="l" rtl="0">
                        <a:lnSpc>
                          <a:spcPct val="115000"/>
                        </a:lnSpc>
                        <a:spcBef>
                          <a:spcPts val="0"/>
                        </a:spcBef>
                        <a:spcAft>
                          <a:spcPts val="0"/>
                        </a:spcAft>
                        <a:buClr>
                          <a:schemeClr val="dk1"/>
                        </a:buClr>
                        <a:buSzPts val="2200"/>
                        <a:buFont typeface="Arial"/>
                        <a:buNone/>
                      </a:pPr>
                      <a:r>
                        <a:rPr lang="en" sz="1800" b="1">
                          <a:solidFill>
                            <a:schemeClr val="dk1"/>
                          </a:solidFill>
                          <a:latin typeface="Poppins"/>
                          <a:ea typeface="Poppins"/>
                          <a:cs typeface="Poppins"/>
                          <a:sym typeface="Poppins"/>
                        </a:rPr>
                        <a:t>Social Impacts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Effects on people and communities. For example, injuries, deaths, loss of homes, or health problems.</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0"/>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Poppins"/>
                          <a:ea typeface="Poppins"/>
                          <a:cs typeface="Poppins"/>
                          <a:sym typeface="Poppins"/>
                        </a:rPr>
                        <a:t>Economic Impacts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r>
                        <a:rPr lang="en" sz="1800">
                          <a:solidFill>
                            <a:schemeClr val="dk1"/>
                          </a:solidFill>
                          <a:latin typeface="Poppins"/>
                          <a:ea typeface="Poppins"/>
                          <a:cs typeface="Poppins"/>
                          <a:sym typeface="Poppins"/>
                        </a:rPr>
                        <a:t>Effects on money, jobs, and businesses. For example, damage to roads, airports, farms, or the cost of rebuilding.</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1"/>
                  </a:ext>
                </a:extLst>
              </a:tr>
              <a:tr h="1088125">
                <a:tc>
                  <a:txBody>
                    <a:bodyPr/>
                    <a:lstStyle/>
                    <a:p>
                      <a:pPr marL="0" lvl="0" indent="0" algn="l" rtl="0">
                        <a:lnSpc>
                          <a:spcPct val="115000"/>
                        </a:lnSpc>
                        <a:spcBef>
                          <a:spcPts val="0"/>
                        </a:spcBef>
                        <a:spcAft>
                          <a:spcPts val="0"/>
                        </a:spcAft>
                        <a:buClr>
                          <a:schemeClr val="dk1"/>
                        </a:buClr>
                        <a:buSzPts val="1100"/>
                        <a:buFont typeface="Arial"/>
                        <a:buNone/>
                      </a:pPr>
                      <a:r>
                        <a:rPr lang="en" sz="1800" b="1">
                          <a:solidFill>
                            <a:schemeClr val="dk1"/>
                          </a:solidFill>
                          <a:latin typeface="Poppins"/>
                          <a:ea typeface="Poppins"/>
                          <a:cs typeface="Poppins"/>
                          <a:sym typeface="Poppins"/>
                        </a:rPr>
                        <a:t>Environmental Impacts</a:t>
                      </a:r>
                      <a:endParaRPr sz="1800" b="1">
                        <a:solidFill>
                          <a:schemeClr val="dk1"/>
                        </a:solidFill>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None/>
                      </a:pP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tc>
                  <a:txBody>
                    <a:bodyPr/>
                    <a:lstStyle/>
                    <a:p>
                      <a:pPr marL="0" lvl="0" indent="0" algn="l" rtl="0">
                        <a:lnSpc>
                          <a:spcPct val="115000"/>
                        </a:lnSpc>
                        <a:spcBef>
                          <a:spcPts val="0"/>
                        </a:spcBef>
                        <a:spcAft>
                          <a:spcPts val="0"/>
                        </a:spcAft>
                        <a:buClr>
                          <a:schemeClr val="dk1"/>
                        </a:buClr>
                        <a:buSzPts val="1100"/>
                        <a:buFont typeface="Arial"/>
                        <a:buNone/>
                      </a:pPr>
                      <a:r>
                        <a:rPr lang="en" sz="1800">
                          <a:solidFill>
                            <a:schemeClr val="dk1"/>
                          </a:solidFill>
                          <a:latin typeface="Poppins"/>
                          <a:ea typeface="Poppins"/>
                          <a:cs typeface="Poppins"/>
                          <a:sym typeface="Poppins"/>
                        </a:rPr>
                        <a:t>Effects on the natural world. For example, destroyed forests, polluted air, buried farmland, or changes to rivers and landscapes.</a:t>
                      </a:r>
                      <a:endParaRPr sz="1800">
                        <a:latin typeface="Poppins"/>
                        <a:ea typeface="Poppins"/>
                        <a:cs typeface="Poppins"/>
                        <a:sym typeface="Poppins"/>
                      </a:endParaRPr>
                    </a:p>
                  </a:txBody>
                  <a:tcPr marL="91425" marR="91425" marT="91425" marB="91425" anchor="ctr">
                    <a:lnL w="9525" cap="flat" cmpd="sng">
                      <a:solidFill>
                        <a:schemeClr val="dk1"/>
                      </a:solidFill>
                      <a:prstDash val="solid"/>
                      <a:round/>
                      <a:headEnd type="none" w="sm" len="sm"/>
                      <a:tailEnd type="none" w="sm" len="sm"/>
                    </a:lnL>
                    <a:lnR w="9525" cap="flat" cmpd="sng">
                      <a:solidFill>
                        <a:schemeClr val="dk1"/>
                      </a:solidFill>
                      <a:prstDash val="solid"/>
                      <a:round/>
                      <a:headEnd type="none" w="sm" len="sm"/>
                      <a:tailEnd type="none" w="sm" len="sm"/>
                    </a:lnR>
                    <a:lnT w="9525" cap="flat" cmpd="sng">
                      <a:solidFill>
                        <a:schemeClr val="dk1"/>
                      </a:solidFill>
                      <a:prstDash val="solid"/>
                      <a:round/>
                      <a:headEnd type="none" w="sm" len="sm"/>
                      <a:tailEnd type="none" w="sm" len="sm"/>
                    </a:lnT>
                    <a:lnB w="9525" cap="flat" cmpd="sng">
                      <a:solidFill>
                        <a:schemeClr val="dk1"/>
                      </a:solidFill>
                      <a:prstDash val="solid"/>
                      <a:round/>
                      <a:headEnd type="none" w="sm" len="sm"/>
                      <a:tailEnd type="none" w="sm" len="sm"/>
                    </a:lnB>
                  </a:tcPr>
                </a:tc>
                <a:extLst>
                  <a:ext uri="{0D108BD9-81ED-4DB2-BD59-A6C34878D82A}">
                    <a16:rowId xmlns:a16="http://schemas.microsoft.com/office/drawing/2014/main" val="10002"/>
                  </a:ext>
                </a:extLst>
              </a:tr>
            </a:tbl>
          </a:graphicData>
        </a:graphic>
      </p:graphicFrame>
      <p:sp>
        <p:nvSpPr>
          <p:cNvPr id="95" name="Google Shape;95;p19"/>
          <p:cNvSpPr txBox="1"/>
          <p:nvPr/>
        </p:nvSpPr>
        <p:spPr>
          <a:xfrm>
            <a:off x="156275" y="559400"/>
            <a:ext cx="4467600" cy="6777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3600"/>
              <a:buFont typeface="Arial"/>
              <a:buNone/>
            </a:pPr>
            <a:r>
              <a:rPr lang="en" sz="3000">
                <a:latin typeface="Fugaz One"/>
                <a:ea typeface="Fugaz One"/>
                <a:cs typeface="Fugaz One"/>
                <a:sym typeface="Fugaz One"/>
              </a:rPr>
              <a:t>K</a:t>
            </a:r>
            <a:r>
              <a:rPr lang="en" sz="3000" i="0" u="none" strike="noStrike" cap="none">
                <a:latin typeface="Fugaz One"/>
                <a:ea typeface="Fugaz One"/>
                <a:cs typeface="Fugaz One"/>
                <a:sym typeface="Fugaz One"/>
              </a:rPr>
              <a:t>eywords:</a:t>
            </a:r>
            <a:endParaRPr sz="3000" i="0" u="none" strike="noStrike" cap="none">
              <a:latin typeface="Fugaz One"/>
              <a:ea typeface="Fugaz One"/>
              <a:cs typeface="Fugaz One"/>
              <a:sym typeface="Fugaz One"/>
            </a:endParaRPr>
          </a:p>
        </p:txBody>
      </p:sp>
      <p:pic>
        <p:nvPicPr>
          <p:cNvPr id="96" name="Google Shape;96;p19"/>
          <p:cNvPicPr preferRelativeResize="0"/>
          <p:nvPr/>
        </p:nvPicPr>
        <p:blipFill>
          <a:blip r:embed="rId3">
            <a:alphaModFix/>
          </a:blip>
          <a:stretch>
            <a:fillRect/>
          </a:stretch>
        </p:blipFill>
        <p:spPr>
          <a:xfrm>
            <a:off x="2291400" y="1426700"/>
            <a:ext cx="960625" cy="960625"/>
          </a:xfrm>
          <a:prstGeom prst="rect">
            <a:avLst/>
          </a:prstGeom>
          <a:noFill/>
          <a:ln>
            <a:noFill/>
          </a:ln>
        </p:spPr>
      </p:pic>
      <p:pic>
        <p:nvPicPr>
          <p:cNvPr id="97" name="Google Shape;97;p19"/>
          <p:cNvPicPr preferRelativeResize="0"/>
          <p:nvPr/>
        </p:nvPicPr>
        <p:blipFill>
          <a:blip r:embed="rId4">
            <a:alphaModFix/>
          </a:blip>
          <a:stretch>
            <a:fillRect/>
          </a:stretch>
        </p:blipFill>
        <p:spPr>
          <a:xfrm>
            <a:off x="2291400" y="2515250"/>
            <a:ext cx="960625" cy="960625"/>
          </a:xfrm>
          <a:prstGeom prst="rect">
            <a:avLst/>
          </a:prstGeom>
          <a:noFill/>
          <a:ln>
            <a:noFill/>
          </a:ln>
        </p:spPr>
      </p:pic>
      <p:pic>
        <p:nvPicPr>
          <p:cNvPr id="98" name="Google Shape;98;p19"/>
          <p:cNvPicPr preferRelativeResize="0"/>
          <p:nvPr/>
        </p:nvPicPr>
        <p:blipFill>
          <a:blip r:embed="rId5">
            <a:alphaModFix/>
          </a:blip>
          <a:stretch>
            <a:fillRect/>
          </a:stretch>
        </p:blipFill>
        <p:spPr>
          <a:xfrm>
            <a:off x="2291400" y="3728075"/>
            <a:ext cx="960625" cy="960625"/>
          </a:xfrm>
          <a:prstGeom prst="rect">
            <a:avLst/>
          </a:prstGeom>
          <a:noFill/>
          <a:ln>
            <a:noFill/>
          </a:ln>
        </p:spPr>
      </p:pic>
      <p:sp>
        <p:nvSpPr>
          <p:cNvPr id="99" name="Google Shape;99;p19"/>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p:cNvGrpSpPr/>
        <p:nvPr/>
      </p:nvGrpSpPr>
      <p:grpSpPr>
        <a:xfrm>
          <a:off x="0" y="0"/>
          <a:ext cx="0" cy="0"/>
          <a:chOff x="0" y="0"/>
          <a:chExt cx="0" cy="0"/>
        </a:xfrm>
      </p:grpSpPr>
      <p:sp>
        <p:nvSpPr>
          <p:cNvPr id="104" name="Google Shape;104;p20"/>
          <p:cNvSpPr txBox="1"/>
          <p:nvPr/>
        </p:nvSpPr>
        <p:spPr>
          <a:xfrm>
            <a:off x="165125" y="1520100"/>
            <a:ext cx="3116700" cy="21033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300"/>
              <a:buFont typeface="Arial"/>
              <a:buNone/>
            </a:pPr>
            <a:r>
              <a:rPr lang="en" sz="2000">
                <a:solidFill>
                  <a:schemeClr val="dk1"/>
                </a:solidFill>
                <a:latin typeface="Baumans"/>
                <a:ea typeface="Baumans"/>
                <a:cs typeface="Baumans"/>
                <a:sym typeface="Baumans"/>
              </a:rPr>
              <a:t>This clip is exaggerated for the film, but the order of events is realistic.</a:t>
            </a:r>
            <a:endParaRPr sz="2000">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300"/>
              <a:buFont typeface="Arial"/>
              <a:buNone/>
            </a:pPr>
            <a:endParaRPr sz="2000">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300"/>
              <a:buFont typeface="Arial"/>
              <a:buNone/>
            </a:pPr>
            <a:r>
              <a:rPr lang="en" sz="2000">
                <a:solidFill>
                  <a:schemeClr val="dk1"/>
                </a:solidFill>
                <a:latin typeface="Baumans"/>
                <a:ea typeface="Baumans"/>
                <a:cs typeface="Baumans"/>
                <a:sym typeface="Baumans"/>
              </a:rPr>
              <a:t>What volcanic hazards can you identify in this scene?</a:t>
            </a:r>
            <a:endParaRPr sz="2000">
              <a:solidFill>
                <a:schemeClr val="dk1"/>
              </a:solidFill>
              <a:latin typeface="Baumans"/>
              <a:ea typeface="Baumans"/>
              <a:cs typeface="Baumans"/>
              <a:sym typeface="Baumans"/>
            </a:endParaRPr>
          </a:p>
        </p:txBody>
      </p:sp>
      <p:sp>
        <p:nvSpPr>
          <p:cNvPr id="105" name="Google Shape;105;p20"/>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Volcanic Hazards</a:t>
            </a:r>
            <a:endParaRPr sz="700" i="0" u="none" strike="noStrike" cap="none">
              <a:solidFill>
                <a:srgbClr val="000000"/>
              </a:solidFill>
              <a:latin typeface="Fugaz One"/>
              <a:ea typeface="Fugaz One"/>
              <a:cs typeface="Fugaz One"/>
              <a:sym typeface="Fugaz One"/>
            </a:endParaRPr>
          </a:p>
        </p:txBody>
      </p:sp>
      <p:pic>
        <p:nvPicPr>
          <p:cNvPr id="106" name="Google Shape;106;p20" descr="2012 - Yellowstone Erupts: As the Yellowstone Caldera erupts, Jackson (John Cusack) and his daughter Lilly (Morgan Lily) race to get back to the airplane.&#10;BUY THE MOVIE: https://www.fandangonow.com/details/movie/2012-2009/1MVc61e7075bdadad98ae41973718477daa?cmp=Movieclips_YT_Description&#10;&#10;Watch the best 2012 scenes &amp; clips:&#10;https://www.youtube.com/playlist?list=PLZbXA4lyCtqpskLgZrOHLMuNkzHu8IH1j&#10;&#10;FILM DESCRIPTION:&#10;Earth's billions of inhabitants are unaware that the planet has an expiration date. With the warnings of an American scientist (Chiwetel Ejiofor), world leaders begin secret preparations for the survival of select members of society. When the global cataclysm finally occurs, failed writer Jackson Curtis (John Cusack) tries to lead his family to safety as the world starts falling apart.&#10;&#10;CREDITS:&#10;TM &amp; © Columbia Pictures (2009)&#10;Cast: Woody Harrelson, Tom McCarthy, John Cusack, Amanda Peet, Morgan Lily&#10;Director: Roland Emmerich&#10;Producer: Mark Gordon&#10;Screewriter: Harald Kloser&#10;&#10;WHO ARE WE?&#10;The MOVIECLIPS channel is the largest collection of licensed movie clips on the web. Here you will find unforgettable moments, scenes and lines from all your favorite films. Made by movie fans, for movie fans.&#10;&#10;SUBSCRIBE TO OUR MOVIE CHANNELS:&#10;MOVIECLIPS: http://bit.ly/1u2yaWd&#10;ComingSoon: http://bit.ly/1DVpgtR&#10;Indie &amp; Film Festivals: http://bit.ly/1wbkfYg&#10;Hero Central: http://bit.ly/1AMUZwv&#10;Extras: http://bit.ly/1u431fr&#10;Classic Trailers: http://bit.ly/1u43jDe&#10;Pop-Up Trailers: http://bit.ly/1z7EtZR&#10;Movie News: http://bit.ly/1C3Ncd2&#10;Movie Games: http://bit.ly/1ygDV13&#10;Fandango: http://bit.ly/1Bl79ye&#10;Fandango FrontRunners: http://bit.ly/1CggQfC&#10;&#10;HIT US UP:&#10;Facebook: http://on.fb.me/1y8M8ax&#10;Twitter: http://bit.ly/1ghOWmt&#10;Pinterest: http://bit.ly/14wL9De&#10;Tumblr: http://bit.ly/1vUwhH7" title="2012 (2009) - Yellowstone Erupts Scene (4/10) | Movieclips">
            <a:hlinkClick r:id="rId3"/>
          </p:cNvPr>
          <p:cNvPicPr preferRelativeResize="0"/>
          <p:nvPr/>
        </p:nvPicPr>
        <p:blipFill>
          <a:blip r:embed="rId4">
            <a:alphaModFix/>
          </a:blip>
          <a:stretch>
            <a:fillRect/>
          </a:stretch>
        </p:blipFill>
        <p:spPr>
          <a:xfrm>
            <a:off x="3434225" y="1152500"/>
            <a:ext cx="5295425" cy="2978676"/>
          </a:xfrm>
          <a:prstGeom prst="rect">
            <a:avLst/>
          </a:prstGeom>
          <a:noFill/>
          <a:ln>
            <a:noFill/>
          </a:ln>
        </p:spPr>
      </p:pic>
      <p:sp>
        <p:nvSpPr>
          <p:cNvPr id="107" name="Google Shape;107;p20"/>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06"/>
                                        </p:tgtEl>
                                        <p:attrNameLst>
                                          <p:attrName>style.visibility</p:attrName>
                                        </p:attrNameLst>
                                      </p:cBhvr>
                                      <p:to>
                                        <p:strVal val="visible"/>
                                      </p:to>
                                    </p:set>
                                    <p:animEffect transition="in" filter="fade">
                                      <p:cBhvr>
                                        <p:cTn id="7" dur="1000"/>
                                        <p:tgtEl>
                                          <p:spTgt spid="10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11"/>
        <p:cNvGrpSpPr/>
        <p:nvPr/>
      </p:nvGrpSpPr>
      <p:grpSpPr>
        <a:xfrm>
          <a:off x="0" y="0"/>
          <a:ext cx="0" cy="0"/>
          <a:chOff x="0" y="0"/>
          <a:chExt cx="0" cy="0"/>
        </a:xfrm>
      </p:grpSpPr>
      <p:pic>
        <p:nvPicPr>
          <p:cNvPr id="112" name="Google Shape;112;p21"/>
          <p:cNvPicPr preferRelativeResize="0"/>
          <p:nvPr/>
        </p:nvPicPr>
        <p:blipFill rotWithShape="1">
          <a:blip r:embed="rId3">
            <a:alphaModFix/>
          </a:blip>
          <a:srcRect/>
          <a:stretch/>
        </p:blipFill>
        <p:spPr>
          <a:xfrm>
            <a:off x="4537708" y="1167718"/>
            <a:ext cx="4413290" cy="2966484"/>
          </a:xfrm>
          <a:prstGeom prst="rect">
            <a:avLst/>
          </a:prstGeom>
          <a:noFill/>
          <a:ln>
            <a:noFill/>
          </a:ln>
        </p:spPr>
      </p:pic>
      <p:pic>
        <p:nvPicPr>
          <p:cNvPr id="113" name="Google Shape;113;p21"/>
          <p:cNvPicPr preferRelativeResize="0"/>
          <p:nvPr/>
        </p:nvPicPr>
        <p:blipFill rotWithShape="1">
          <a:blip r:embed="rId4">
            <a:alphaModFix/>
          </a:blip>
          <a:srcRect/>
          <a:stretch/>
        </p:blipFill>
        <p:spPr>
          <a:xfrm>
            <a:off x="192900" y="1167718"/>
            <a:ext cx="4035876" cy="2966484"/>
          </a:xfrm>
          <a:prstGeom prst="rect">
            <a:avLst/>
          </a:prstGeom>
          <a:noFill/>
          <a:ln>
            <a:noFill/>
          </a:ln>
        </p:spPr>
      </p:pic>
      <p:sp>
        <p:nvSpPr>
          <p:cNvPr id="114" name="Google Shape;114;p21"/>
          <p:cNvSpPr txBox="1"/>
          <p:nvPr/>
        </p:nvSpPr>
        <p:spPr>
          <a:xfrm>
            <a:off x="192875" y="3548700"/>
            <a:ext cx="403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lt1"/>
                </a:solidFill>
                <a:latin typeface="Baumans"/>
                <a:ea typeface="Baumans"/>
                <a:cs typeface="Baumans"/>
                <a:sym typeface="Baumans"/>
              </a:rPr>
              <a:t>How might this?</a:t>
            </a:r>
            <a:endParaRPr>
              <a:solidFill>
                <a:schemeClr val="lt1"/>
              </a:solidFill>
            </a:endParaRPr>
          </a:p>
        </p:txBody>
      </p:sp>
      <p:sp>
        <p:nvSpPr>
          <p:cNvPr id="115" name="Google Shape;115;p21"/>
          <p:cNvSpPr txBox="1"/>
          <p:nvPr/>
        </p:nvSpPr>
        <p:spPr>
          <a:xfrm>
            <a:off x="4862525" y="3548700"/>
            <a:ext cx="4035900" cy="492600"/>
          </a:xfrm>
          <a:prstGeom prst="rect">
            <a:avLst/>
          </a:prstGeom>
          <a:noFill/>
          <a:ln>
            <a:noFill/>
          </a:ln>
        </p:spPr>
        <p:txBody>
          <a:bodyPr spcFirstLastPara="1" wrap="square" lIns="91425" tIns="91425" rIns="91425" bIns="91425" anchor="t" anchorCtr="0">
            <a:spAutoFit/>
          </a:bodyPr>
          <a:lstStyle/>
          <a:p>
            <a:pPr marL="0" lvl="0" indent="0" algn="ctr" rtl="0">
              <a:spcBef>
                <a:spcPts val="0"/>
              </a:spcBef>
              <a:spcAft>
                <a:spcPts val="0"/>
              </a:spcAft>
              <a:buNone/>
            </a:pPr>
            <a:r>
              <a:rPr lang="en" sz="2000" b="1">
                <a:solidFill>
                  <a:schemeClr val="lt1"/>
                </a:solidFill>
                <a:latin typeface="Baumans"/>
                <a:ea typeface="Baumans"/>
                <a:cs typeface="Baumans"/>
                <a:sym typeface="Baumans"/>
              </a:rPr>
              <a:t>Impact this?</a:t>
            </a:r>
            <a:endParaRPr>
              <a:solidFill>
                <a:schemeClr val="lt1"/>
              </a:solidFill>
            </a:endParaRPr>
          </a:p>
        </p:txBody>
      </p:sp>
      <p:sp>
        <p:nvSpPr>
          <p:cNvPr id="116" name="Google Shape;116;p21"/>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Impacts of Volcanic Hazards</a:t>
            </a:r>
            <a:endParaRPr sz="700" i="0" u="none" strike="noStrike" cap="none">
              <a:solidFill>
                <a:srgbClr val="000000"/>
              </a:solidFill>
              <a:latin typeface="Fugaz One"/>
              <a:ea typeface="Fugaz One"/>
              <a:cs typeface="Fugaz One"/>
              <a:sym typeface="Fugaz One"/>
            </a:endParaRPr>
          </a:p>
        </p:txBody>
      </p:sp>
      <p:sp>
        <p:nvSpPr>
          <p:cNvPr id="117" name="Google Shape;117;p21"/>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21"/>
        <p:cNvGrpSpPr/>
        <p:nvPr/>
      </p:nvGrpSpPr>
      <p:grpSpPr>
        <a:xfrm>
          <a:off x="0" y="0"/>
          <a:ext cx="0" cy="0"/>
          <a:chOff x="0" y="0"/>
          <a:chExt cx="0" cy="0"/>
        </a:xfrm>
      </p:grpSpPr>
      <p:pic>
        <p:nvPicPr>
          <p:cNvPr id="122" name="Google Shape;122;p22"/>
          <p:cNvPicPr preferRelativeResize="0"/>
          <p:nvPr/>
        </p:nvPicPr>
        <p:blipFill rotWithShape="1">
          <a:blip r:embed="rId3">
            <a:alphaModFix/>
          </a:blip>
          <a:srcRect/>
          <a:stretch/>
        </p:blipFill>
        <p:spPr>
          <a:xfrm>
            <a:off x="2597131" y="875825"/>
            <a:ext cx="6298894" cy="3695925"/>
          </a:xfrm>
          <a:prstGeom prst="rect">
            <a:avLst/>
          </a:prstGeom>
          <a:noFill/>
          <a:ln>
            <a:noFill/>
          </a:ln>
        </p:spPr>
      </p:pic>
      <p:sp>
        <p:nvSpPr>
          <p:cNvPr id="123" name="Google Shape;123;p22"/>
          <p:cNvSpPr txBox="1"/>
          <p:nvPr/>
        </p:nvSpPr>
        <p:spPr>
          <a:xfrm>
            <a:off x="166000" y="891300"/>
            <a:ext cx="2342700" cy="36960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800"/>
              <a:buFont typeface="Arial"/>
              <a:buNone/>
            </a:pPr>
            <a:r>
              <a:rPr lang="en" sz="1600" b="1" i="0" u="none" strike="noStrike" cap="none">
                <a:solidFill>
                  <a:schemeClr val="dk1"/>
                </a:solidFill>
                <a:latin typeface="Baumans"/>
                <a:ea typeface="Baumans"/>
                <a:cs typeface="Baumans"/>
                <a:sym typeface="Baumans"/>
              </a:rPr>
              <a:t>Turn &amp; Talk:</a:t>
            </a:r>
            <a:endParaRPr sz="1600" b="1" i="0" u="none" strike="noStrike" cap="none">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800"/>
              <a:buFont typeface="Arial"/>
              <a:buNone/>
            </a:pPr>
            <a:endParaRPr sz="1600" i="0" u="none" strike="noStrike" cap="none">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800"/>
              <a:buFont typeface="Arial"/>
              <a:buNone/>
            </a:pPr>
            <a:r>
              <a:rPr lang="en" sz="1600">
                <a:solidFill>
                  <a:schemeClr val="dk1"/>
                </a:solidFill>
                <a:latin typeface="Baumans"/>
                <a:ea typeface="Baumans"/>
                <a:cs typeface="Baumans"/>
                <a:sym typeface="Baumans"/>
              </a:rPr>
              <a:t>What does this animation show about the 2010 eruption?</a:t>
            </a:r>
            <a:endParaRPr sz="1600">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800"/>
              <a:buFont typeface="Arial"/>
              <a:buNone/>
            </a:pPr>
            <a:endParaRPr sz="1600">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800"/>
              <a:buFont typeface="Arial"/>
              <a:buNone/>
            </a:pPr>
            <a:r>
              <a:rPr lang="en" sz="1600">
                <a:solidFill>
                  <a:schemeClr val="dk1"/>
                </a:solidFill>
                <a:latin typeface="Baumans"/>
                <a:ea typeface="Baumans"/>
                <a:cs typeface="Baumans"/>
                <a:sym typeface="Baumans"/>
              </a:rPr>
              <a:t>How might it have affected other countries?</a:t>
            </a:r>
            <a:endParaRPr sz="1600">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800"/>
              <a:buFont typeface="Arial"/>
              <a:buNone/>
            </a:pPr>
            <a:endParaRPr sz="1600">
              <a:solidFill>
                <a:schemeClr val="dk1"/>
              </a:solidFill>
              <a:latin typeface="Baumans"/>
              <a:ea typeface="Baumans"/>
              <a:cs typeface="Baumans"/>
              <a:sym typeface="Baumans"/>
            </a:endParaRPr>
          </a:p>
          <a:p>
            <a:pPr marL="0" marR="0" lvl="0" indent="0" algn="l" rtl="0">
              <a:lnSpc>
                <a:spcPct val="100000"/>
              </a:lnSpc>
              <a:spcBef>
                <a:spcPts val="0"/>
              </a:spcBef>
              <a:spcAft>
                <a:spcPts val="0"/>
              </a:spcAft>
              <a:buClr>
                <a:srgbClr val="000000"/>
              </a:buClr>
              <a:buSzPts val="1800"/>
              <a:buFont typeface="Arial"/>
              <a:buNone/>
            </a:pPr>
            <a:r>
              <a:rPr lang="en" sz="1600">
                <a:solidFill>
                  <a:schemeClr val="dk1"/>
                </a:solidFill>
                <a:latin typeface="Baumans"/>
                <a:ea typeface="Baumans"/>
                <a:cs typeface="Baumans"/>
                <a:sym typeface="Baumans"/>
              </a:rPr>
              <a:t>Do you think the eruption caused bigger problems for Iceland or for the wider world?</a:t>
            </a:r>
            <a:endParaRPr sz="1600">
              <a:solidFill>
                <a:schemeClr val="dk1"/>
              </a:solidFill>
              <a:latin typeface="Baumans"/>
              <a:ea typeface="Baumans"/>
              <a:cs typeface="Baumans"/>
              <a:sym typeface="Baumans"/>
            </a:endParaRPr>
          </a:p>
        </p:txBody>
      </p:sp>
      <p:sp>
        <p:nvSpPr>
          <p:cNvPr id="124" name="Google Shape;124;p22"/>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128"/>
        <p:cNvGrpSpPr/>
        <p:nvPr/>
      </p:nvGrpSpPr>
      <p:grpSpPr>
        <a:xfrm>
          <a:off x="0" y="0"/>
          <a:ext cx="0" cy="0"/>
          <a:chOff x="0" y="0"/>
          <a:chExt cx="0" cy="0"/>
        </a:xfrm>
      </p:grpSpPr>
      <p:sp>
        <p:nvSpPr>
          <p:cNvPr id="129" name="Google Shape;129;p23"/>
          <p:cNvSpPr txBox="1"/>
          <p:nvPr/>
        </p:nvSpPr>
        <p:spPr>
          <a:xfrm>
            <a:off x="106800" y="3731600"/>
            <a:ext cx="4014600" cy="12621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Baumans"/>
              <a:buAutoNum type="arabicPeriod" startAt="5"/>
            </a:pPr>
            <a:r>
              <a:rPr lang="en" sz="1600" b="1">
                <a:solidFill>
                  <a:schemeClr val="dk1"/>
                </a:solidFill>
                <a:latin typeface="Baumans"/>
                <a:ea typeface="Baumans"/>
                <a:cs typeface="Baumans"/>
                <a:sym typeface="Baumans"/>
              </a:rPr>
              <a:t>Airlines lost up to $200 million every day</a:t>
            </a:r>
            <a:r>
              <a:rPr lang="en" sz="1600">
                <a:solidFill>
                  <a:schemeClr val="dk1"/>
                </a:solidFill>
                <a:latin typeface="Baumans"/>
                <a:ea typeface="Baumans"/>
                <a:cs typeface="Baumans"/>
                <a:sym typeface="Baumans"/>
              </a:rPr>
              <a:t>. </a:t>
            </a:r>
            <a:endParaRPr sz="1600" b="1">
              <a:solidFill>
                <a:schemeClr val="dk1"/>
              </a:solidFill>
              <a:latin typeface="Baumans"/>
              <a:ea typeface="Baumans"/>
              <a:cs typeface="Baumans"/>
              <a:sym typeface="Baumans"/>
            </a:endParaRPr>
          </a:p>
          <a:p>
            <a:pPr marL="457200" lvl="0" indent="0" algn="l" rtl="0">
              <a:spcBef>
                <a:spcPts val="0"/>
              </a:spcBef>
              <a:spcAft>
                <a:spcPts val="0"/>
              </a:spcAft>
              <a:buNone/>
            </a:pPr>
            <a:endParaRPr sz="600" b="1">
              <a:solidFill>
                <a:schemeClr val="dk1"/>
              </a:solidFill>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rabicPeriod" startAt="5"/>
            </a:pPr>
            <a:r>
              <a:rPr lang="en" sz="1600" b="1">
                <a:solidFill>
                  <a:schemeClr val="dk1"/>
                </a:solidFill>
                <a:latin typeface="Baumans"/>
                <a:ea typeface="Baumans"/>
                <a:cs typeface="Baumans"/>
                <a:sym typeface="Baumans"/>
              </a:rPr>
              <a:t>Sports games and concerts were cancelled</a:t>
            </a:r>
            <a:r>
              <a:rPr lang="en" sz="1600">
                <a:solidFill>
                  <a:schemeClr val="dk1"/>
                </a:solidFill>
                <a:latin typeface="Baumans"/>
                <a:ea typeface="Baumans"/>
                <a:cs typeface="Baumans"/>
                <a:sym typeface="Baumans"/>
              </a:rPr>
              <a:t> across Europe.</a:t>
            </a:r>
            <a:endParaRPr sz="1600">
              <a:latin typeface="Baumans"/>
              <a:ea typeface="Baumans"/>
              <a:cs typeface="Baumans"/>
              <a:sym typeface="Baumans"/>
            </a:endParaRPr>
          </a:p>
        </p:txBody>
      </p:sp>
      <p:sp>
        <p:nvSpPr>
          <p:cNvPr id="130" name="Google Shape;130;p23"/>
          <p:cNvSpPr txBox="1"/>
          <p:nvPr/>
        </p:nvSpPr>
        <p:spPr>
          <a:xfrm>
            <a:off x="106800" y="709700"/>
            <a:ext cx="8904300" cy="6849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On the 20th March 2010 the Eyjafjallajökull </a:t>
            </a:r>
            <a:r>
              <a:rPr lang="en" sz="1600">
                <a:solidFill>
                  <a:schemeClr val="dk1"/>
                </a:solidFill>
                <a:latin typeface="Patrick Hand"/>
                <a:ea typeface="Patrick Hand"/>
                <a:cs typeface="Patrick Hand"/>
                <a:sym typeface="Patrick Hand"/>
              </a:rPr>
              <a:t>(AY-ya-FYAT-la-YO-kutl) </a:t>
            </a:r>
            <a:r>
              <a:rPr lang="en" sz="2000">
                <a:solidFill>
                  <a:schemeClr val="dk1"/>
                </a:solidFill>
                <a:latin typeface="Fugaz One"/>
                <a:ea typeface="Fugaz One"/>
                <a:cs typeface="Fugaz One"/>
                <a:sym typeface="Fugaz One"/>
              </a:rPr>
              <a:t>in Iceland began to erupt, and it had far reaching impacts…</a:t>
            </a:r>
            <a:endParaRPr sz="700" i="0" u="none" strike="noStrike" cap="none">
              <a:solidFill>
                <a:srgbClr val="000000"/>
              </a:solidFill>
              <a:latin typeface="Fugaz One"/>
              <a:ea typeface="Fugaz One"/>
              <a:cs typeface="Fugaz One"/>
              <a:sym typeface="Fugaz One"/>
            </a:endParaRPr>
          </a:p>
        </p:txBody>
      </p:sp>
      <p:pic>
        <p:nvPicPr>
          <p:cNvPr id="131" name="Google Shape;131;p23" descr="Iceland volcano, Eyjafjallajökull, erupted in 2010 and disrupted air travel across Europe costing airlines hundreds of millions&#10;» Subscribe to NBC News: http://nbcnews.to/SubscribeToNBC&#10;» Watch more Flashback here: http://bit.ly/WatchFlashback&#10;&#10;NBC News is a leading source of global news and information. Here you will find clips from NBC Nightly News, Meet The Press, and our original series Debunker, Flashback, Nerdwatch, and Show Me. Subscribe to our channel for news stories, technology, politics, health, entertainment, science, business, and exclusive NBC investigations.&#10;&#10;Connect with NBC News Online!&#10;Visit NBCNews.Com: http://nbcnews.to/ReadNBC&#10;Find NBC News on Facebook: http://nbcnews.to/LikeNBC&#10;Follow NBC News on Twitter: http://nbcnews.to/FollowNBC&#10;Follow NBC News on Google+: http://nbcnews.to/PlusNBC&#10;Follow NBC News on Instagram: http://nbcnews.to/InstaNBC&#10;Follow NBC News on Pinterest: http://nbcnews.to/PinNBC&#10;&#10;Iceland Eruption Disrupts Travel | Flashback | NBC News" title="Iceland Eruption Disrupts Travel | Flashback | NBC News">
            <a:hlinkClick r:id="rId3"/>
          </p:cNvPr>
          <p:cNvPicPr preferRelativeResize="0"/>
          <p:nvPr/>
        </p:nvPicPr>
        <p:blipFill>
          <a:blip r:embed="rId4">
            <a:alphaModFix/>
          </a:blip>
          <a:stretch>
            <a:fillRect/>
          </a:stretch>
        </p:blipFill>
        <p:spPr>
          <a:xfrm>
            <a:off x="106800" y="1473400"/>
            <a:ext cx="4014568" cy="2258200"/>
          </a:xfrm>
          <a:prstGeom prst="rect">
            <a:avLst/>
          </a:prstGeom>
          <a:noFill/>
          <a:ln>
            <a:noFill/>
          </a:ln>
        </p:spPr>
      </p:pic>
      <p:sp>
        <p:nvSpPr>
          <p:cNvPr id="132" name="Google Shape;132;p23"/>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pic>
        <p:nvPicPr>
          <p:cNvPr id="133" name="Google Shape;133;p23"/>
          <p:cNvPicPr preferRelativeResize="0"/>
          <p:nvPr/>
        </p:nvPicPr>
        <p:blipFill>
          <a:blip r:embed="rId5">
            <a:alphaModFix/>
          </a:blip>
          <a:stretch>
            <a:fillRect/>
          </a:stretch>
        </p:blipFill>
        <p:spPr>
          <a:xfrm>
            <a:off x="5746938" y="1419700"/>
            <a:ext cx="1765724" cy="1177149"/>
          </a:xfrm>
          <a:prstGeom prst="rect">
            <a:avLst/>
          </a:prstGeom>
          <a:noFill/>
          <a:ln>
            <a:noFill/>
          </a:ln>
        </p:spPr>
      </p:pic>
      <p:sp>
        <p:nvSpPr>
          <p:cNvPr id="134" name="Google Shape;134;p23"/>
          <p:cNvSpPr txBox="1"/>
          <p:nvPr/>
        </p:nvSpPr>
        <p:spPr>
          <a:xfrm>
            <a:off x="4248400" y="2536800"/>
            <a:ext cx="4762800" cy="2185800"/>
          </a:xfrm>
          <a:prstGeom prst="rect">
            <a:avLst/>
          </a:prstGeom>
          <a:noFill/>
          <a:ln>
            <a:noFill/>
          </a:ln>
        </p:spPr>
        <p:txBody>
          <a:bodyPr spcFirstLastPara="1" wrap="square" lIns="91425" tIns="91425" rIns="91425" bIns="91425" anchor="t" anchorCtr="0">
            <a:spAutoFit/>
          </a:bodyPr>
          <a:lstStyle/>
          <a:p>
            <a:pPr marL="457200" lvl="0" indent="-330200" algn="l" rtl="0">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The ash cloud caused </a:t>
            </a:r>
            <a:r>
              <a:rPr lang="en" sz="1600" b="1">
                <a:solidFill>
                  <a:schemeClr val="dk1"/>
                </a:solidFill>
                <a:latin typeface="Baumans"/>
                <a:ea typeface="Baumans"/>
                <a:cs typeface="Baumans"/>
                <a:sym typeface="Baumans"/>
              </a:rPr>
              <a:t>breathing problems for people nearby</a:t>
            </a:r>
            <a:r>
              <a:rPr lang="en" sz="1600">
                <a:solidFill>
                  <a:schemeClr val="dk1"/>
                </a:solidFill>
                <a:latin typeface="Baumans"/>
                <a:ea typeface="Baumans"/>
                <a:cs typeface="Baumans"/>
                <a:sym typeface="Baumans"/>
              </a:rPr>
              <a:t>. </a:t>
            </a:r>
            <a:endParaRPr sz="1600">
              <a:solidFill>
                <a:schemeClr val="dk1"/>
              </a:solidFill>
              <a:latin typeface="Baumans"/>
              <a:ea typeface="Baumans"/>
              <a:cs typeface="Baumans"/>
              <a:sym typeface="Baumans"/>
            </a:endParaRPr>
          </a:p>
          <a:p>
            <a:pPr marL="0" lvl="0" indent="0" algn="l" rtl="0">
              <a:spcBef>
                <a:spcPts val="0"/>
              </a:spcBef>
              <a:spcAft>
                <a:spcPts val="0"/>
              </a:spcAft>
              <a:buNone/>
            </a:pPr>
            <a:endParaRPr sz="600">
              <a:solidFill>
                <a:schemeClr val="dk1"/>
              </a:solidFill>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More than </a:t>
            </a:r>
            <a:r>
              <a:rPr lang="en" sz="1600" b="1">
                <a:solidFill>
                  <a:schemeClr val="dk1"/>
                </a:solidFill>
                <a:latin typeface="Baumans"/>
                <a:ea typeface="Baumans"/>
                <a:cs typeface="Baumans"/>
                <a:sym typeface="Baumans"/>
              </a:rPr>
              <a:t>100,000 flights were cancelled</a:t>
            </a:r>
            <a:r>
              <a:rPr lang="en" sz="1600">
                <a:solidFill>
                  <a:schemeClr val="dk1"/>
                </a:solidFill>
                <a:latin typeface="Baumans"/>
                <a:ea typeface="Baumans"/>
                <a:cs typeface="Baumans"/>
                <a:sym typeface="Baumans"/>
              </a:rPr>
              <a:t> because of the ash cloud. </a:t>
            </a:r>
            <a:endParaRPr sz="1600">
              <a:solidFill>
                <a:schemeClr val="dk1"/>
              </a:solidFill>
              <a:latin typeface="Baumans"/>
              <a:ea typeface="Baumans"/>
              <a:cs typeface="Baumans"/>
              <a:sym typeface="Baumans"/>
            </a:endParaRPr>
          </a:p>
          <a:p>
            <a:pPr marL="0" lvl="0" indent="0" algn="l" rtl="0">
              <a:spcBef>
                <a:spcPts val="0"/>
              </a:spcBef>
              <a:spcAft>
                <a:spcPts val="0"/>
              </a:spcAft>
              <a:buNone/>
            </a:pPr>
            <a:endParaRPr sz="600">
              <a:solidFill>
                <a:schemeClr val="dk1"/>
              </a:solidFill>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rabicPeriod"/>
            </a:pPr>
            <a:r>
              <a:rPr lang="en" sz="1600" b="1">
                <a:solidFill>
                  <a:schemeClr val="dk1"/>
                </a:solidFill>
                <a:latin typeface="Baumans"/>
                <a:ea typeface="Baumans"/>
                <a:cs typeface="Baumans"/>
                <a:sym typeface="Baumans"/>
              </a:rPr>
              <a:t>Crops were damaged</a:t>
            </a:r>
            <a:r>
              <a:rPr lang="en" sz="1600">
                <a:solidFill>
                  <a:schemeClr val="dk1"/>
                </a:solidFill>
                <a:latin typeface="Baumans"/>
                <a:ea typeface="Baumans"/>
                <a:cs typeface="Baumans"/>
                <a:sym typeface="Baumans"/>
              </a:rPr>
              <a:t> because volcanic ash blocked sunlight.</a:t>
            </a:r>
            <a:endParaRPr sz="1600">
              <a:solidFill>
                <a:schemeClr val="dk1"/>
              </a:solidFill>
              <a:latin typeface="Baumans"/>
              <a:ea typeface="Baumans"/>
              <a:cs typeface="Baumans"/>
              <a:sym typeface="Baumans"/>
            </a:endParaRPr>
          </a:p>
          <a:p>
            <a:pPr marL="0" lvl="0" indent="0" algn="l" rtl="0">
              <a:spcBef>
                <a:spcPts val="0"/>
              </a:spcBef>
              <a:spcAft>
                <a:spcPts val="0"/>
              </a:spcAft>
              <a:buNone/>
            </a:pPr>
            <a:endParaRPr sz="600">
              <a:solidFill>
                <a:schemeClr val="dk1"/>
              </a:solidFill>
              <a:latin typeface="Baumans"/>
              <a:ea typeface="Baumans"/>
              <a:cs typeface="Baumans"/>
              <a:sym typeface="Baumans"/>
            </a:endParaRPr>
          </a:p>
          <a:p>
            <a:pPr marL="457200" lvl="0" indent="-330200" algn="l" rtl="0">
              <a:spcBef>
                <a:spcPts val="0"/>
              </a:spcBef>
              <a:spcAft>
                <a:spcPts val="0"/>
              </a:spcAft>
              <a:buClr>
                <a:schemeClr val="dk1"/>
              </a:buClr>
              <a:buSzPts val="1600"/>
              <a:buFont typeface="Baumans"/>
              <a:buAutoNum type="arabicPeriod"/>
            </a:pPr>
            <a:r>
              <a:rPr lang="en" sz="1600">
                <a:solidFill>
                  <a:schemeClr val="dk1"/>
                </a:solidFill>
                <a:latin typeface="Baumans"/>
                <a:ea typeface="Baumans"/>
                <a:cs typeface="Baumans"/>
                <a:sym typeface="Baumans"/>
              </a:rPr>
              <a:t>Rivers in Iceland rose by about </a:t>
            </a:r>
            <a:r>
              <a:rPr lang="en" sz="1600" b="1">
                <a:solidFill>
                  <a:schemeClr val="dk1"/>
                </a:solidFill>
                <a:latin typeface="Baumans"/>
                <a:ea typeface="Baumans"/>
                <a:cs typeface="Baumans"/>
                <a:sym typeface="Baumans"/>
              </a:rPr>
              <a:t>3 metres</a:t>
            </a:r>
            <a:r>
              <a:rPr lang="en" sz="1600">
                <a:solidFill>
                  <a:schemeClr val="dk1"/>
                </a:solidFill>
                <a:latin typeface="Baumans"/>
                <a:ea typeface="Baumans"/>
                <a:cs typeface="Baumans"/>
                <a:sym typeface="Baumans"/>
              </a:rPr>
              <a:t>.</a:t>
            </a:r>
            <a:endParaRPr sz="1600">
              <a:solidFill>
                <a:schemeClr val="dk1"/>
              </a:solidFill>
              <a:latin typeface="Baumans"/>
              <a:ea typeface="Baumans"/>
              <a:cs typeface="Baumans"/>
              <a:sym typeface="Baumans"/>
            </a:endParaRPr>
          </a:p>
        </p:txBody>
      </p:sp>
      <p:pic>
        <p:nvPicPr>
          <p:cNvPr id="135" name="Google Shape;135;p23"/>
          <p:cNvPicPr preferRelativeResize="0"/>
          <p:nvPr/>
        </p:nvPicPr>
        <p:blipFill>
          <a:blip r:embed="rId6">
            <a:alphaModFix/>
          </a:blip>
          <a:stretch>
            <a:fillRect/>
          </a:stretch>
        </p:blipFill>
        <p:spPr>
          <a:xfrm>
            <a:off x="4121375" y="3193025"/>
            <a:ext cx="622725" cy="415150"/>
          </a:xfrm>
          <a:prstGeom prst="rect">
            <a:avLst/>
          </a:prstGeom>
          <a:noFill/>
          <a:ln>
            <a:noFill/>
          </a:ln>
        </p:spPr>
      </p:pic>
      <p:pic>
        <p:nvPicPr>
          <p:cNvPr id="136" name="Google Shape;136;p23"/>
          <p:cNvPicPr preferRelativeResize="0"/>
          <p:nvPr/>
        </p:nvPicPr>
        <p:blipFill>
          <a:blip r:embed="rId7">
            <a:alphaModFix/>
          </a:blip>
          <a:stretch>
            <a:fillRect/>
          </a:stretch>
        </p:blipFill>
        <p:spPr>
          <a:xfrm>
            <a:off x="36701" y="4411388"/>
            <a:ext cx="622725" cy="415150"/>
          </a:xfrm>
          <a:prstGeom prst="rect">
            <a:avLst/>
          </a:prstGeom>
          <a:noFill/>
          <a:ln>
            <a:noFill/>
          </a:ln>
        </p:spPr>
      </p:pic>
      <p:pic>
        <p:nvPicPr>
          <p:cNvPr id="137" name="Google Shape;137;p23"/>
          <p:cNvPicPr preferRelativeResize="0"/>
          <p:nvPr/>
        </p:nvPicPr>
        <p:blipFill>
          <a:blip r:embed="rId7">
            <a:alphaModFix/>
          </a:blip>
          <a:stretch>
            <a:fillRect/>
          </a:stretch>
        </p:blipFill>
        <p:spPr>
          <a:xfrm>
            <a:off x="4121376" y="2621926"/>
            <a:ext cx="622725" cy="415150"/>
          </a:xfrm>
          <a:prstGeom prst="rect">
            <a:avLst/>
          </a:prstGeom>
          <a:noFill/>
          <a:ln>
            <a:noFill/>
          </a:ln>
        </p:spPr>
      </p:pic>
      <p:pic>
        <p:nvPicPr>
          <p:cNvPr id="138" name="Google Shape;138;p23"/>
          <p:cNvPicPr preferRelativeResize="0"/>
          <p:nvPr/>
        </p:nvPicPr>
        <p:blipFill>
          <a:blip r:embed="rId8">
            <a:alphaModFix/>
          </a:blip>
          <a:stretch>
            <a:fillRect/>
          </a:stretch>
        </p:blipFill>
        <p:spPr>
          <a:xfrm>
            <a:off x="4121374" y="3790425"/>
            <a:ext cx="622725" cy="415150"/>
          </a:xfrm>
          <a:prstGeom prst="rect">
            <a:avLst/>
          </a:prstGeom>
          <a:noFill/>
          <a:ln>
            <a:noFill/>
          </a:ln>
        </p:spPr>
      </p:pic>
      <p:pic>
        <p:nvPicPr>
          <p:cNvPr id="139" name="Google Shape;139;p23"/>
          <p:cNvPicPr preferRelativeResize="0"/>
          <p:nvPr/>
        </p:nvPicPr>
        <p:blipFill>
          <a:blip r:embed="rId8">
            <a:alphaModFix/>
          </a:blip>
          <a:stretch>
            <a:fillRect/>
          </a:stretch>
        </p:blipFill>
        <p:spPr>
          <a:xfrm>
            <a:off x="4121374" y="4324425"/>
            <a:ext cx="622725" cy="415150"/>
          </a:xfrm>
          <a:prstGeom prst="rect">
            <a:avLst/>
          </a:prstGeom>
          <a:noFill/>
          <a:ln>
            <a:noFill/>
          </a:ln>
        </p:spPr>
      </p:pic>
      <p:sp>
        <p:nvSpPr>
          <p:cNvPr id="140" name="Google Shape;140;p23"/>
          <p:cNvSpPr txBox="1"/>
          <p:nvPr/>
        </p:nvSpPr>
        <p:spPr>
          <a:xfrm>
            <a:off x="4248400" y="1761963"/>
            <a:ext cx="1298100" cy="492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2000">
                <a:solidFill>
                  <a:schemeClr val="dk1"/>
                </a:solidFill>
                <a:latin typeface="Baumans"/>
                <a:ea typeface="Baumans"/>
                <a:cs typeface="Baumans"/>
                <a:sym typeface="Baumans"/>
              </a:rPr>
              <a:t>Are these: </a:t>
            </a:r>
            <a:endParaRPr/>
          </a:p>
        </p:txBody>
      </p:sp>
      <p:pic>
        <p:nvPicPr>
          <p:cNvPr id="141" name="Google Shape;141;p23"/>
          <p:cNvPicPr preferRelativeResize="0"/>
          <p:nvPr/>
        </p:nvPicPr>
        <p:blipFill>
          <a:blip r:embed="rId6">
            <a:alphaModFix/>
          </a:blip>
          <a:stretch>
            <a:fillRect/>
          </a:stretch>
        </p:blipFill>
        <p:spPr>
          <a:xfrm>
            <a:off x="36700" y="3810400"/>
            <a:ext cx="622725" cy="41515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3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5"/>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39"/>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41"/>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1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146"/>
        <p:cNvGrpSpPr/>
        <p:nvPr/>
      </p:nvGrpSpPr>
      <p:grpSpPr>
        <a:xfrm>
          <a:off x="0" y="0"/>
          <a:ext cx="0" cy="0"/>
          <a:chOff x="0" y="0"/>
          <a:chExt cx="0" cy="0"/>
        </a:xfrm>
      </p:grpSpPr>
      <p:pic>
        <p:nvPicPr>
          <p:cNvPr id="147" name="Google Shape;147;p24"/>
          <p:cNvPicPr preferRelativeResize="0"/>
          <p:nvPr/>
        </p:nvPicPr>
        <p:blipFill>
          <a:blip r:embed="rId3">
            <a:alphaModFix/>
          </a:blip>
          <a:stretch>
            <a:fillRect/>
          </a:stretch>
        </p:blipFill>
        <p:spPr>
          <a:xfrm>
            <a:off x="105800" y="2785825"/>
            <a:ext cx="1964529" cy="1223651"/>
          </a:xfrm>
          <a:prstGeom prst="rect">
            <a:avLst/>
          </a:prstGeom>
          <a:noFill/>
          <a:ln>
            <a:noFill/>
          </a:ln>
        </p:spPr>
      </p:pic>
      <p:pic>
        <p:nvPicPr>
          <p:cNvPr id="148" name="Google Shape;148;p24"/>
          <p:cNvPicPr preferRelativeResize="0"/>
          <p:nvPr/>
        </p:nvPicPr>
        <p:blipFill>
          <a:blip r:embed="rId4">
            <a:alphaModFix/>
          </a:blip>
          <a:stretch>
            <a:fillRect/>
          </a:stretch>
        </p:blipFill>
        <p:spPr>
          <a:xfrm>
            <a:off x="2077000" y="2781625"/>
            <a:ext cx="1971200" cy="1223675"/>
          </a:xfrm>
          <a:prstGeom prst="rect">
            <a:avLst/>
          </a:prstGeom>
          <a:noFill/>
          <a:ln>
            <a:noFill/>
          </a:ln>
        </p:spPr>
      </p:pic>
      <p:pic>
        <p:nvPicPr>
          <p:cNvPr id="149" name="Google Shape;149;p24"/>
          <p:cNvPicPr preferRelativeResize="0"/>
          <p:nvPr/>
        </p:nvPicPr>
        <p:blipFill>
          <a:blip r:embed="rId5">
            <a:alphaModFix/>
          </a:blip>
          <a:stretch>
            <a:fillRect/>
          </a:stretch>
        </p:blipFill>
        <p:spPr>
          <a:xfrm>
            <a:off x="105800" y="1549625"/>
            <a:ext cx="1971201" cy="1232001"/>
          </a:xfrm>
          <a:prstGeom prst="rect">
            <a:avLst/>
          </a:prstGeom>
          <a:noFill/>
          <a:ln>
            <a:noFill/>
          </a:ln>
        </p:spPr>
      </p:pic>
      <p:pic>
        <p:nvPicPr>
          <p:cNvPr id="150" name="Google Shape;150;p24"/>
          <p:cNvPicPr preferRelativeResize="0"/>
          <p:nvPr/>
        </p:nvPicPr>
        <p:blipFill>
          <a:blip r:embed="rId6">
            <a:alphaModFix/>
          </a:blip>
          <a:stretch>
            <a:fillRect/>
          </a:stretch>
        </p:blipFill>
        <p:spPr>
          <a:xfrm>
            <a:off x="4048200" y="1549613"/>
            <a:ext cx="1971200" cy="1223661"/>
          </a:xfrm>
          <a:prstGeom prst="rect">
            <a:avLst/>
          </a:prstGeom>
          <a:noFill/>
          <a:ln>
            <a:noFill/>
          </a:ln>
        </p:spPr>
      </p:pic>
      <p:pic>
        <p:nvPicPr>
          <p:cNvPr id="151" name="Google Shape;151;p24" title="Hot_lahar_at_Santiaguito.jpg"/>
          <p:cNvPicPr preferRelativeResize="0"/>
          <p:nvPr/>
        </p:nvPicPr>
        <p:blipFill>
          <a:blip r:embed="rId7">
            <a:alphaModFix/>
          </a:blip>
          <a:stretch>
            <a:fillRect/>
          </a:stretch>
        </p:blipFill>
        <p:spPr>
          <a:xfrm>
            <a:off x="2077010" y="1545438"/>
            <a:ext cx="1971200" cy="1232013"/>
          </a:xfrm>
          <a:prstGeom prst="rect">
            <a:avLst/>
          </a:prstGeom>
          <a:noFill/>
          <a:ln>
            <a:noFill/>
          </a:ln>
        </p:spPr>
      </p:pic>
      <p:sp>
        <p:nvSpPr>
          <p:cNvPr id="152" name="Google Shape;152;p24"/>
          <p:cNvSpPr txBox="1"/>
          <p:nvPr/>
        </p:nvSpPr>
        <p:spPr>
          <a:xfrm>
            <a:off x="107383" y="1551378"/>
            <a:ext cx="2472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200" i="0" u="none" strike="noStrike" cap="none">
                <a:solidFill>
                  <a:schemeClr val="dk1"/>
                </a:solidFill>
                <a:latin typeface="Fugaz One"/>
                <a:ea typeface="Fugaz One"/>
                <a:cs typeface="Fugaz One"/>
                <a:sym typeface="Fugaz One"/>
              </a:rPr>
              <a:t>A</a:t>
            </a:r>
            <a:endParaRPr sz="1200" i="0" u="none" strike="noStrike" cap="none">
              <a:solidFill>
                <a:srgbClr val="000000"/>
              </a:solidFill>
              <a:latin typeface="Fugaz One"/>
              <a:ea typeface="Fugaz One"/>
              <a:cs typeface="Fugaz One"/>
              <a:sym typeface="Fugaz One"/>
            </a:endParaRPr>
          </a:p>
        </p:txBody>
      </p:sp>
      <p:sp>
        <p:nvSpPr>
          <p:cNvPr id="153" name="Google Shape;153;p24"/>
          <p:cNvSpPr txBox="1"/>
          <p:nvPr/>
        </p:nvSpPr>
        <p:spPr>
          <a:xfrm>
            <a:off x="2099176" y="2816575"/>
            <a:ext cx="2472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200" i="0" u="none" strike="noStrike" cap="none">
                <a:solidFill>
                  <a:schemeClr val="dk1"/>
                </a:solidFill>
                <a:latin typeface="Fugaz One"/>
                <a:ea typeface="Fugaz One"/>
                <a:cs typeface="Fugaz One"/>
                <a:sym typeface="Fugaz One"/>
              </a:rPr>
              <a:t>E</a:t>
            </a:r>
            <a:endParaRPr sz="1200" i="0" u="none" strike="noStrike" cap="none">
              <a:solidFill>
                <a:srgbClr val="000000"/>
              </a:solidFill>
              <a:latin typeface="Fugaz One"/>
              <a:ea typeface="Fugaz One"/>
              <a:cs typeface="Fugaz One"/>
              <a:sym typeface="Fugaz One"/>
            </a:endParaRPr>
          </a:p>
        </p:txBody>
      </p:sp>
      <p:sp>
        <p:nvSpPr>
          <p:cNvPr id="154" name="Google Shape;154;p24"/>
          <p:cNvSpPr txBox="1"/>
          <p:nvPr/>
        </p:nvSpPr>
        <p:spPr>
          <a:xfrm>
            <a:off x="107375" y="2804675"/>
            <a:ext cx="2472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200" i="0" u="none" strike="noStrike" cap="none">
                <a:solidFill>
                  <a:schemeClr val="dk1"/>
                </a:solidFill>
                <a:latin typeface="Fugaz One"/>
                <a:ea typeface="Fugaz One"/>
                <a:cs typeface="Fugaz One"/>
                <a:sym typeface="Fugaz One"/>
              </a:rPr>
              <a:t>D</a:t>
            </a:r>
            <a:endParaRPr sz="1200" i="0" u="none" strike="noStrike" cap="none">
              <a:solidFill>
                <a:schemeClr val="dk1"/>
              </a:solidFill>
              <a:latin typeface="Fugaz One"/>
              <a:ea typeface="Fugaz One"/>
              <a:cs typeface="Fugaz One"/>
              <a:sym typeface="Fugaz One"/>
            </a:endParaRPr>
          </a:p>
        </p:txBody>
      </p:sp>
      <p:sp>
        <p:nvSpPr>
          <p:cNvPr id="155" name="Google Shape;155;p24"/>
          <p:cNvSpPr txBox="1"/>
          <p:nvPr/>
        </p:nvSpPr>
        <p:spPr>
          <a:xfrm>
            <a:off x="2094232" y="1557324"/>
            <a:ext cx="2472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200" i="0" u="none" strike="noStrike" cap="none">
                <a:solidFill>
                  <a:schemeClr val="dk1"/>
                </a:solidFill>
                <a:latin typeface="Fugaz One"/>
                <a:ea typeface="Fugaz One"/>
                <a:cs typeface="Fugaz One"/>
                <a:sym typeface="Fugaz One"/>
              </a:rPr>
              <a:t>B</a:t>
            </a:r>
            <a:endParaRPr sz="1200" i="0" u="none" strike="noStrike" cap="none">
              <a:solidFill>
                <a:schemeClr val="dk1"/>
              </a:solidFill>
              <a:latin typeface="Fugaz One"/>
              <a:ea typeface="Fugaz One"/>
              <a:cs typeface="Fugaz One"/>
              <a:sym typeface="Fugaz One"/>
            </a:endParaRPr>
          </a:p>
        </p:txBody>
      </p:sp>
      <p:sp>
        <p:nvSpPr>
          <p:cNvPr id="156" name="Google Shape;156;p24"/>
          <p:cNvSpPr txBox="1"/>
          <p:nvPr/>
        </p:nvSpPr>
        <p:spPr>
          <a:xfrm>
            <a:off x="4048204" y="1551375"/>
            <a:ext cx="247200" cy="253800"/>
          </a:xfrm>
          <a:prstGeom prst="rect">
            <a:avLst/>
          </a:prstGeom>
          <a:solidFill>
            <a:schemeClr val="lt1"/>
          </a:solid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400"/>
              <a:buFont typeface="Arial"/>
              <a:buNone/>
            </a:pPr>
            <a:r>
              <a:rPr lang="en" sz="1200" i="0" u="none" strike="noStrike" cap="none">
                <a:solidFill>
                  <a:schemeClr val="dk1"/>
                </a:solidFill>
                <a:latin typeface="Fugaz One"/>
                <a:ea typeface="Fugaz One"/>
                <a:cs typeface="Fugaz One"/>
                <a:sym typeface="Fugaz One"/>
              </a:rPr>
              <a:t>C</a:t>
            </a:r>
            <a:endParaRPr sz="1200" i="0" u="none" strike="noStrike" cap="none">
              <a:solidFill>
                <a:srgbClr val="000000"/>
              </a:solidFill>
              <a:latin typeface="Fugaz One"/>
              <a:ea typeface="Fugaz One"/>
              <a:cs typeface="Fugaz One"/>
              <a:sym typeface="Fugaz One"/>
            </a:endParaRPr>
          </a:p>
        </p:txBody>
      </p:sp>
      <p:sp>
        <p:nvSpPr>
          <p:cNvPr id="157" name="Google Shape;157;p24"/>
          <p:cNvSpPr txBox="1"/>
          <p:nvPr/>
        </p:nvSpPr>
        <p:spPr>
          <a:xfrm>
            <a:off x="139100" y="983513"/>
            <a:ext cx="8930400" cy="5619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1500"/>
              <a:buFont typeface="Arial"/>
              <a:buNone/>
            </a:pPr>
            <a:r>
              <a:rPr lang="en" sz="1600" b="1">
                <a:solidFill>
                  <a:schemeClr val="dk1"/>
                </a:solidFill>
                <a:highlight>
                  <a:srgbClr val="00FF00"/>
                </a:highlight>
                <a:latin typeface="Baumans"/>
                <a:ea typeface="Baumans"/>
                <a:cs typeface="Baumans"/>
                <a:sym typeface="Baumans"/>
              </a:rPr>
              <a:t>Activity</a:t>
            </a:r>
            <a:r>
              <a:rPr lang="en" sz="1600" b="1" i="0" u="none" strike="noStrike" cap="none">
                <a:solidFill>
                  <a:schemeClr val="dk1"/>
                </a:solidFill>
                <a:highlight>
                  <a:srgbClr val="00FF00"/>
                </a:highlight>
                <a:latin typeface="Baumans"/>
                <a:ea typeface="Baumans"/>
                <a:cs typeface="Baumans"/>
                <a:sym typeface="Baumans"/>
              </a:rPr>
              <a:t>:</a:t>
            </a:r>
            <a:r>
              <a:rPr lang="en" sz="1600" b="1" i="0" u="none" strike="noStrike" cap="none">
                <a:solidFill>
                  <a:schemeClr val="dk1"/>
                </a:solidFill>
                <a:latin typeface="Baumans"/>
                <a:ea typeface="Baumans"/>
                <a:cs typeface="Baumans"/>
                <a:sym typeface="Baumans"/>
              </a:rPr>
              <a:t> </a:t>
            </a:r>
            <a:r>
              <a:rPr lang="en" sz="1600" i="0" u="none" strike="noStrike" cap="none">
                <a:solidFill>
                  <a:schemeClr val="dk1"/>
                </a:solidFill>
                <a:latin typeface="Baumans"/>
                <a:ea typeface="Baumans"/>
                <a:cs typeface="Baumans"/>
                <a:sym typeface="Baumans"/>
              </a:rPr>
              <a:t>Pictures A-F are ways in which volcanoes can pose hazards to people and the environment. While watc</a:t>
            </a:r>
            <a:r>
              <a:rPr lang="en" sz="1600">
                <a:solidFill>
                  <a:schemeClr val="dk1"/>
                </a:solidFill>
                <a:latin typeface="Baumans"/>
                <a:ea typeface="Baumans"/>
                <a:cs typeface="Baumans"/>
                <a:sym typeface="Baumans"/>
              </a:rPr>
              <a:t>hing the video, match the statement to the correct picture.</a:t>
            </a:r>
            <a:endParaRPr sz="1600">
              <a:solidFill>
                <a:schemeClr val="dk1"/>
              </a:solidFill>
              <a:latin typeface="Baumans"/>
              <a:ea typeface="Baumans"/>
              <a:cs typeface="Baumans"/>
              <a:sym typeface="Baumans"/>
            </a:endParaRPr>
          </a:p>
        </p:txBody>
      </p:sp>
      <p:sp>
        <p:nvSpPr>
          <p:cNvPr id="158" name="Google Shape;158;p24"/>
          <p:cNvSpPr txBox="1"/>
          <p:nvPr/>
        </p:nvSpPr>
        <p:spPr>
          <a:xfrm>
            <a:off x="6152400" y="3362625"/>
            <a:ext cx="2883900" cy="738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800" b="1">
                <a:solidFill>
                  <a:schemeClr val="dk1"/>
                </a:solidFill>
                <a:highlight>
                  <a:srgbClr val="00FF00"/>
                </a:highlight>
                <a:latin typeface="Baumans"/>
                <a:ea typeface="Baumans"/>
                <a:cs typeface="Baumans"/>
                <a:sym typeface="Baumans"/>
              </a:rPr>
              <a:t>Activity 2:</a:t>
            </a:r>
            <a:r>
              <a:rPr lang="en" sz="1800" b="1">
                <a:solidFill>
                  <a:schemeClr val="dk1"/>
                </a:solidFill>
                <a:latin typeface="Baumans"/>
                <a:ea typeface="Baumans"/>
                <a:cs typeface="Baumans"/>
                <a:sym typeface="Baumans"/>
              </a:rPr>
              <a:t> </a:t>
            </a:r>
            <a:r>
              <a:rPr lang="en" sz="1800">
                <a:solidFill>
                  <a:schemeClr val="dk1"/>
                </a:solidFill>
                <a:latin typeface="Baumans"/>
                <a:ea typeface="Baumans"/>
                <a:cs typeface="Baumans"/>
                <a:sym typeface="Baumans"/>
              </a:rPr>
              <a:t>Complete the gap-fill.</a:t>
            </a:r>
            <a:endParaRPr/>
          </a:p>
        </p:txBody>
      </p:sp>
      <p:pic>
        <p:nvPicPr>
          <p:cNvPr id="159" name="Google Shape;159;p24" descr="Bring learning to life with hands-on experiences! Visit our shop for carefully crafted resources, ideal for interactive and engaging educational activities: https://shop.inspire.education&#10;&#10;&#10;What are the 5 most deadly impacts volcanoes have on society?&#10;&#10;www.inspire.education&#10;&#10;#volcanoes  #geography #naturaldisasters" title="Negative Volcano Effects">
            <a:hlinkClick r:id="rId8"/>
          </p:cNvPr>
          <p:cNvPicPr preferRelativeResize="0"/>
          <p:nvPr/>
        </p:nvPicPr>
        <p:blipFill>
          <a:blip r:embed="rId9">
            <a:alphaModFix/>
          </a:blip>
          <a:stretch>
            <a:fillRect/>
          </a:stretch>
        </p:blipFill>
        <p:spPr>
          <a:xfrm>
            <a:off x="6069750" y="1545413"/>
            <a:ext cx="2968450" cy="1669750"/>
          </a:xfrm>
          <a:prstGeom prst="rect">
            <a:avLst/>
          </a:prstGeom>
          <a:noFill/>
          <a:ln>
            <a:noFill/>
          </a:ln>
        </p:spPr>
      </p:pic>
      <p:sp>
        <p:nvSpPr>
          <p:cNvPr id="160" name="Google Shape;160;p24"/>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
        <p:nvSpPr>
          <p:cNvPr id="161" name="Google Shape;161;p24"/>
          <p:cNvSpPr txBox="1"/>
          <p:nvPr/>
        </p:nvSpPr>
        <p:spPr>
          <a:xfrm>
            <a:off x="125348" y="623000"/>
            <a:ext cx="8604300" cy="377100"/>
          </a:xfrm>
          <a:prstGeom prst="rect">
            <a:avLst/>
          </a:prstGeom>
          <a:noFill/>
          <a:ln>
            <a:noFill/>
          </a:ln>
        </p:spPr>
        <p:txBody>
          <a:bodyPr spcFirstLastPara="1" wrap="square" lIns="68575" tIns="34275" rIns="68575" bIns="34275" anchor="t" anchorCtr="0">
            <a:spAutoFit/>
          </a:bodyPr>
          <a:lstStyle/>
          <a:p>
            <a:pPr marL="0" lvl="0" indent="0" algn="l" rtl="0">
              <a:spcBef>
                <a:spcPts val="0"/>
              </a:spcBef>
              <a:spcAft>
                <a:spcPts val="0"/>
              </a:spcAft>
              <a:buClr>
                <a:schemeClr val="dk1"/>
              </a:buClr>
              <a:buSzPts val="2400"/>
              <a:buFont typeface="Arial"/>
              <a:buNone/>
            </a:pPr>
            <a:r>
              <a:rPr lang="en" sz="2000">
                <a:solidFill>
                  <a:schemeClr val="dk1"/>
                </a:solidFill>
                <a:latin typeface="Fugaz One"/>
                <a:ea typeface="Fugaz One"/>
                <a:cs typeface="Fugaz One"/>
                <a:sym typeface="Fugaz One"/>
              </a:rPr>
              <a:t>Volcanic Hazards</a:t>
            </a:r>
            <a:endParaRPr sz="700" i="0" u="none" strike="noStrike" cap="none">
              <a:solidFill>
                <a:srgbClr val="000000"/>
              </a:solidFill>
              <a:latin typeface="Fugaz One"/>
              <a:ea typeface="Fugaz One"/>
              <a:cs typeface="Fugaz One"/>
              <a:sym typeface="Fugaz One"/>
            </a:endParaRPr>
          </a:p>
        </p:txBody>
      </p:sp>
      <p:sp>
        <p:nvSpPr>
          <p:cNvPr id="162" name="Google Shape;162;p24"/>
          <p:cNvSpPr txBox="1"/>
          <p:nvPr/>
        </p:nvSpPr>
        <p:spPr>
          <a:xfrm>
            <a:off x="864875" y="4075825"/>
            <a:ext cx="3888000" cy="831300"/>
          </a:xfrm>
          <a:prstGeom prst="rect">
            <a:avLst/>
          </a:prstGeom>
          <a:solidFill>
            <a:srgbClr val="FAA500"/>
          </a:solid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b="1">
                <a:solidFill>
                  <a:schemeClr val="dk1"/>
                </a:solidFill>
                <a:latin typeface="Poppins"/>
                <a:ea typeface="Poppins"/>
                <a:cs typeface="Poppins"/>
                <a:sym typeface="Poppins"/>
              </a:rPr>
              <a:t>Do volcanic hazards have a greater impact on people socially, economically, or on the environment?</a:t>
            </a:r>
            <a:endParaRPr b="1">
              <a:latin typeface="Poppins"/>
              <a:ea typeface="Poppins"/>
              <a:cs typeface="Poppins"/>
              <a:sym typeface="Poppins"/>
            </a:endParaRPr>
          </a:p>
        </p:txBody>
      </p:sp>
      <p:grpSp>
        <p:nvGrpSpPr>
          <p:cNvPr id="163" name="Google Shape;163;p24"/>
          <p:cNvGrpSpPr/>
          <p:nvPr/>
        </p:nvGrpSpPr>
        <p:grpSpPr>
          <a:xfrm>
            <a:off x="124351" y="4129429"/>
            <a:ext cx="648188" cy="738946"/>
            <a:chOff x="5313625" y="1569463"/>
            <a:chExt cx="1136175" cy="1330475"/>
          </a:xfrm>
        </p:grpSpPr>
        <p:pic>
          <p:nvPicPr>
            <p:cNvPr id="164" name="Google Shape;164;p24"/>
            <p:cNvPicPr preferRelativeResize="0"/>
            <p:nvPr/>
          </p:nvPicPr>
          <p:blipFill>
            <a:blip r:embed="rId10">
              <a:alphaModFix/>
            </a:blip>
            <a:stretch>
              <a:fillRect/>
            </a:stretch>
          </p:blipFill>
          <p:spPr>
            <a:xfrm>
              <a:off x="5392550" y="1569463"/>
              <a:ext cx="1057250" cy="1330475"/>
            </a:xfrm>
            <a:prstGeom prst="rect">
              <a:avLst/>
            </a:prstGeom>
            <a:noFill/>
            <a:ln>
              <a:noFill/>
            </a:ln>
          </p:spPr>
        </p:pic>
        <p:pic>
          <p:nvPicPr>
            <p:cNvPr id="165" name="Google Shape;165;p24" descr="smoke is coming out of a hole in the ground on a white background . (Provided by Tenor)"/>
            <p:cNvPicPr preferRelativeResize="0"/>
            <p:nvPr/>
          </p:nvPicPr>
          <p:blipFill rotWithShape="1">
            <a:blip r:embed="rId11">
              <a:alphaModFix/>
            </a:blip>
            <a:srcRect l="42413" t="17925"/>
            <a:stretch/>
          </p:blipFill>
          <p:spPr>
            <a:xfrm>
              <a:off x="5313625" y="1650525"/>
              <a:ext cx="418000" cy="604725"/>
            </a:xfrm>
            <a:prstGeom prst="rect">
              <a:avLst/>
            </a:prstGeom>
            <a:noFill/>
            <a:ln>
              <a:noFill/>
            </a:ln>
          </p:spPr>
        </p:pic>
      </p:grpSp>
      <p:pic>
        <p:nvPicPr>
          <p:cNvPr id="166" name="Google Shape;166;p24" descr="Attention, secret agents! 🚨 Your mission, should you choose to accept it, is to ignite the bomb and completely destroy our target. And here's the kicker – you'll be doing it while grooving to the iconic Mission Impossible OST theme music. 🎵 You've got a tight 10 minutes to save the day, which, let's be honest, is barely enough time to decide between gummy bears or chocolate, but hey, priorities, right? 🍿⏰ This message will self-destruct in 10 minutes... so get ready to show our enemy who's boss!&quot; 💣💥&#10;&#10;🚨 SUBSCRIBE&#10;https://www.youtube.com/@TimerTopia?sub_confirmation=1&#10; &#10;&#10;👉 Support Timer Topia&#10;https://bit.ly/3pkGmo7&#10; &#10;💬 JOIN US IN THE COMMENTS&#10;WE LIKE TO HAVE FUN!&#10;&#10;Song Attribution:&#10;🎵 Music licensed from Lickd. The biggest mainstream and stock music platform for content creators&#10;&#10;Mission Impossible (Main Theme) by The Intermezzo Orchestra, https://t.lickd.co/J3vx30aWZA4 License ID: 1wDEAp8BDzE, L0w8bj7WV4v, e4ZJvE8BZlv, nRQWa36m84z&#10;&#10;Try Lickd FREE for 14 days for unlimited stock music and get 50% off your first mainstream track: https://app.lickd.co/r/56039d7d9af54f58ae6590a8b65d50c8&#10;&#10;Get the best offline timer at Walmart:&#10;https://www.walmart.com/ip/JOYHILL-Digital-Kitchen-Timer-Magnetic-Timer-with-Large-LED-Display-Screen-3-Volume-Levels-Ideal-for-Cooking-Baking-Teaching-Fitness-Black/3600076033?classType=VARIANT&amp;adsRedirect=true&#10;#timertopia&#10;&#10;Disclaimer: Some links in this description may be affiliate links. If you click and buy something, I may earn a small commission at no extra cost to you. As an Amazon Associate, I earn from qualifying purchases." title="10 Minute Timer Bomb [MISSION IMPOSSIBLE] 💣">
            <a:hlinkClick r:id="rId12"/>
          </p:cNvPr>
          <p:cNvPicPr preferRelativeResize="0"/>
          <p:nvPr/>
        </p:nvPicPr>
        <p:blipFill>
          <a:blip r:embed="rId13">
            <a:alphaModFix/>
          </a:blip>
          <a:stretch>
            <a:fillRect/>
          </a:stretch>
        </p:blipFill>
        <p:spPr>
          <a:xfrm>
            <a:off x="7944800" y="83900"/>
            <a:ext cx="1094400" cy="615600"/>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0"/>
                                  </p:stCondLst>
                                  <p:childTnLst>
                                    <p:set>
                                      <p:cBhvr>
                                        <p:cTn id="6" dur="1" fill="hold">
                                          <p:stCondLst>
                                            <p:cond delay="0"/>
                                          </p:stCondLst>
                                        </p:cTn>
                                        <p:tgtEl>
                                          <p:spTgt spid="166"/>
                                        </p:tgtEl>
                                        <p:attrNameLst>
                                          <p:attrName>style.visibility</p:attrName>
                                        </p:attrNameLst>
                                      </p:cBhvr>
                                      <p:to>
                                        <p:strVal val="visible"/>
                                      </p:to>
                                    </p:set>
                                    <p:animEffect transition="in" filter="fade">
                                      <p:cBhvr>
                                        <p:cTn id="7" dur="1000"/>
                                        <p:tgtEl>
                                          <p:spTgt spid="16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171"/>
        <p:cNvGrpSpPr/>
        <p:nvPr/>
      </p:nvGrpSpPr>
      <p:grpSpPr>
        <a:xfrm>
          <a:off x="0" y="0"/>
          <a:ext cx="0" cy="0"/>
          <a:chOff x="0" y="0"/>
          <a:chExt cx="0" cy="0"/>
        </a:xfrm>
      </p:grpSpPr>
      <p:sp>
        <p:nvSpPr>
          <p:cNvPr id="172" name="Google Shape;172;p25"/>
          <p:cNvSpPr txBox="1"/>
          <p:nvPr/>
        </p:nvSpPr>
        <p:spPr>
          <a:xfrm>
            <a:off x="130650" y="734600"/>
            <a:ext cx="3519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73" name="Google Shape;173;p25"/>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pic>
        <p:nvPicPr>
          <p:cNvPr id="174" name="Google Shape;174;p25"/>
          <p:cNvPicPr preferRelativeResize="0"/>
          <p:nvPr/>
        </p:nvPicPr>
        <p:blipFill>
          <a:blip r:embed="rId3">
            <a:alphaModFix/>
          </a:blip>
          <a:stretch>
            <a:fillRect/>
          </a:stretch>
        </p:blipFill>
        <p:spPr>
          <a:xfrm>
            <a:off x="3027954" y="3042458"/>
            <a:ext cx="2951142" cy="1831993"/>
          </a:xfrm>
          <a:prstGeom prst="rect">
            <a:avLst/>
          </a:prstGeom>
          <a:noFill/>
          <a:ln>
            <a:noFill/>
          </a:ln>
        </p:spPr>
      </p:pic>
      <p:pic>
        <p:nvPicPr>
          <p:cNvPr id="175" name="Google Shape;175;p25"/>
          <p:cNvPicPr preferRelativeResize="0"/>
          <p:nvPr/>
        </p:nvPicPr>
        <p:blipFill>
          <a:blip r:embed="rId4">
            <a:alphaModFix/>
          </a:blip>
          <a:stretch>
            <a:fillRect/>
          </a:stretch>
        </p:blipFill>
        <p:spPr>
          <a:xfrm>
            <a:off x="106800" y="1207350"/>
            <a:ext cx="2931151" cy="1831975"/>
          </a:xfrm>
          <a:prstGeom prst="rect">
            <a:avLst/>
          </a:prstGeom>
          <a:noFill/>
          <a:ln>
            <a:noFill/>
          </a:ln>
        </p:spPr>
      </p:pic>
      <p:pic>
        <p:nvPicPr>
          <p:cNvPr id="176" name="Google Shape;176;p25"/>
          <p:cNvPicPr preferRelativeResize="0"/>
          <p:nvPr/>
        </p:nvPicPr>
        <p:blipFill>
          <a:blip r:embed="rId5">
            <a:alphaModFix/>
          </a:blip>
          <a:stretch>
            <a:fillRect/>
          </a:stretch>
        </p:blipFill>
        <p:spPr>
          <a:xfrm>
            <a:off x="5969108" y="1207357"/>
            <a:ext cx="2951142" cy="1831973"/>
          </a:xfrm>
          <a:prstGeom prst="rect">
            <a:avLst/>
          </a:prstGeom>
          <a:noFill/>
          <a:ln>
            <a:noFill/>
          </a:ln>
        </p:spPr>
      </p:pic>
      <p:pic>
        <p:nvPicPr>
          <p:cNvPr id="177" name="Google Shape;177;p25" title="Hot_lahar_at_Santiaguito.jpg"/>
          <p:cNvPicPr preferRelativeResize="0"/>
          <p:nvPr/>
        </p:nvPicPr>
        <p:blipFill>
          <a:blip r:embed="rId6">
            <a:alphaModFix/>
          </a:blip>
          <a:stretch>
            <a:fillRect/>
          </a:stretch>
        </p:blipFill>
        <p:spPr>
          <a:xfrm>
            <a:off x="3037950" y="1207350"/>
            <a:ext cx="2931140" cy="1831975"/>
          </a:xfrm>
          <a:prstGeom prst="rect">
            <a:avLst/>
          </a:prstGeom>
          <a:noFill/>
          <a:ln>
            <a:noFill/>
          </a:ln>
        </p:spPr>
      </p:pic>
      <p:sp>
        <p:nvSpPr>
          <p:cNvPr id="178" name="Google Shape;178;p25"/>
          <p:cNvSpPr txBox="1"/>
          <p:nvPr/>
        </p:nvSpPr>
        <p:spPr>
          <a:xfrm>
            <a:off x="130644" y="1207361"/>
            <a:ext cx="2116800" cy="333600"/>
          </a:xfrm>
          <a:prstGeom prst="rect">
            <a:avLst/>
          </a:prstGeom>
          <a:solidFill>
            <a:schemeClr val="lt1"/>
          </a:solidFill>
          <a:ln>
            <a:noFill/>
          </a:ln>
        </p:spPr>
        <p:txBody>
          <a:bodyPr spcFirstLastPara="1" wrap="square" lIns="90100" tIns="45025" rIns="90100" bIns="45025" anchor="t" anchorCtr="0">
            <a:spAutoFit/>
          </a:bodyPr>
          <a:lstStyle/>
          <a:p>
            <a:pPr marL="0" marR="0" lvl="0" indent="0" algn="l" rtl="0">
              <a:lnSpc>
                <a:spcPct val="100000"/>
              </a:lnSpc>
              <a:spcBef>
                <a:spcPts val="0"/>
              </a:spcBef>
              <a:spcAft>
                <a:spcPts val="0"/>
              </a:spcAft>
              <a:buClr>
                <a:srgbClr val="000000"/>
              </a:buClr>
              <a:buSzPts val="3153"/>
              <a:buFont typeface="Arial"/>
              <a:buNone/>
            </a:pPr>
            <a:r>
              <a:rPr lang="en" sz="1577">
                <a:solidFill>
                  <a:schemeClr val="dk1"/>
                </a:solidFill>
                <a:latin typeface="Fugaz One"/>
                <a:ea typeface="Fugaz One"/>
                <a:cs typeface="Fugaz One"/>
                <a:sym typeface="Fugaz One"/>
              </a:rPr>
              <a:t>A: Pyroclastic Flow</a:t>
            </a:r>
            <a:endParaRPr sz="1577" i="0" u="none" strike="noStrike" cap="none">
              <a:solidFill>
                <a:schemeClr val="dk1"/>
              </a:solidFill>
              <a:latin typeface="Fugaz One"/>
              <a:ea typeface="Fugaz One"/>
              <a:cs typeface="Fugaz One"/>
              <a:sym typeface="Fugaz One"/>
            </a:endParaRPr>
          </a:p>
        </p:txBody>
      </p:sp>
      <p:sp>
        <p:nvSpPr>
          <p:cNvPr id="179" name="Google Shape;179;p25"/>
          <p:cNvSpPr txBox="1"/>
          <p:nvPr/>
        </p:nvSpPr>
        <p:spPr>
          <a:xfrm>
            <a:off x="3057957" y="1207343"/>
            <a:ext cx="1113600" cy="333600"/>
          </a:xfrm>
          <a:prstGeom prst="rect">
            <a:avLst/>
          </a:prstGeom>
          <a:solidFill>
            <a:schemeClr val="lt1"/>
          </a:solidFill>
          <a:ln>
            <a:noFill/>
          </a:ln>
        </p:spPr>
        <p:txBody>
          <a:bodyPr spcFirstLastPara="1" wrap="square" lIns="90100" tIns="45025" rIns="90100" bIns="45025" anchor="t" anchorCtr="0">
            <a:spAutoFit/>
          </a:bodyPr>
          <a:lstStyle/>
          <a:p>
            <a:pPr marL="0" marR="0" lvl="0" indent="0" algn="l" rtl="0">
              <a:lnSpc>
                <a:spcPct val="100000"/>
              </a:lnSpc>
              <a:spcBef>
                <a:spcPts val="0"/>
              </a:spcBef>
              <a:spcAft>
                <a:spcPts val="0"/>
              </a:spcAft>
              <a:buClr>
                <a:srgbClr val="000000"/>
              </a:buClr>
              <a:buSzPts val="3153"/>
              <a:buFont typeface="Arial"/>
              <a:buNone/>
            </a:pPr>
            <a:r>
              <a:rPr lang="en" sz="1577">
                <a:solidFill>
                  <a:schemeClr val="dk1"/>
                </a:solidFill>
                <a:latin typeface="Fugaz One"/>
                <a:ea typeface="Fugaz One"/>
                <a:cs typeface="Fugaz One"/>
                <a:sym typeface="Fugaz One"/>
              </a:rPr>
              <a:t>B</a:t>
            </a:r>
            <a:r>
              <a:rPr lang="en" sz="1577" i="0" u="none" strike="noStrike" cap="none">
                <a:solidFill>
                  <a:schemeClr val="dk1"/>
                </a:solidFill>
                <a:latin typeface="Fugaz One"/>
                <a:ea typeface="Fugaz One"/>
                <a:cs typeface="Fugaz One"/>
                <a:sym typeface="Fugaz One"/>
              </a:rPr>
              <a:t>: </a:t>
            </a:r>
            <a:r>
              <a:rPr lang="en" sz="1577">
                <a:solidFill>
                  <a:schemeClr val="dk1"/>
                </a:solidFill>
                <a:latin typeface="Fugaz One"/>
                <a:ea typeface="Fugaz One"/>
                <a:cs typeface="Fugaz One"/>
                <a:sym typeface="Fugaz One"/>
              </a:rPr>
              <a:t>Lahar</a:t>
            </a:r>
            <a:endParaRPr sz="1577" i="0" u="none" strike="noStrike" cap="none">
              <a:solidFill>
                <a:srgbClr val="000000"/>
              </a:solidFill>
              <a:latin typeface="Fugaz One"/>
              <a:ea typeface="Fugaz One"/>
              <a:cs typeface="Fugaz One"/>
              <a:sym typeface="Fugaz One"/>
            </a:endParaRPr>
          </a:p>
        </p:txBody>
      </p:sp>
      <p:sp>
        <p:nvSpPr>
          <p:cNvPr id="180" name="Google Shape;180;p25"/>
          <p:cNvSpPr txBox="1"/>
          <p:nvPr/>
        </p:nvSpPr>
        <p:spPr>
          <a:xfrm>
            <a:off x="5999100" y="1207350"/>
            <a:ext cx="2160000" cy="333600"/>
          </a:xfrm>
          <a:prstGeom prst="rect">
            <a:avLst/>
          </a:prstGeom>
          <a:solidFill>
            <a:schemeClr val="lt1"/>
          </a:solidFill>
          <a:ln>
            <a:noFill/>
          </a:ln>
        </p:spPr>
        <p:txBody>
          <a:bodyPr spcFirstLastPara="1" wrap="square" lIns="90100" tIns="45025" rIns="90100" bIns="45025" anchor="t" anchorCtr="0">
            <a:spAutoFit/>
          </a:bodyPr>
          <a:lstStyle/>
          <a:p>
            <a:pPr marL="0" marR="0" lvl="0" indent="0" algn="l" rtl="0">
              <a:lnSpc>
                <a:spcPct val="100000"/>
              </a:lnSpc>
              <a:spcBef>
                <a:spcPts val="0"/>
              </a:spcBef>
              <a:spcAft>
                <a:spcPts val="0"/>
              </a:spcAft>
              <a:buClr>
                <a:srgbClr val="000000"/>
              </a:buClr>
              <a:buSzPts val="3153"/>
              <a:buFont typeface="Arial"/>
              <a:buNone/>
            </a:pPr>
            <a:r>
              <a:rPr lang="en" sz="1577" i="0" u="none" strike="noStrike" cap="none">
                <a:solidFill>
                  <a:schemeClr val="dk1"/>
                </a:solidFill>
                <a:latin typeface="Fugaz One"/>
                <a:ea typeface="Fugaz One"/>
                <a:cs typeface="Fugaz One"/>
                <a:sym typeface="Fugaz One"/>
              </a:rPr>
              <a:t>C: </a:t>
            </a:r>
            <a:r>
              <a:rPr lang="en" sz="1577">
                <a:solidFill>
                  <a:schemeClr val="dk1"/>
                </a:solidFill>
                <a:latin typeface="Fugaz One"/>
                <a:ea typeface="Fugaz One"/>
                <a:cs typeface="Fugaz One"/>
                <a:sym typeface="Fugaz One"/>
              </a:rPr>
              <a:t>Volcanic Bombs</a:t>
            </a:r>
            <a:endParaRPr sz="1577" i="0" u="none" strike="noStrike" cap="none">
              <a:solidFill>
                <a:srgbClr val="000000"/>
              </a:solidFill>
              <a:latin typeface="Fugaz One"/>
              <a:ea typeface="Fugaz One"/>
              <a:cs typeface="Fugaz One"/>
              <a:sym typeface="Fugaz One"/>
            </a:endParaRPr>
          </a:p>
        </p:txBody>
      </p:sp>
      <p:pic>
        <p:nvPicPr>
          <p:cNvPr id="181" name="Google Shape;181;p25"/>
          <p:cNvPicPr preferRelativeResize="0"/>
          <p:nvPr/>
        </p:nvPicPr>
        <p:blipFill>
          <a:blip r:embed="rId7">
            <a:alphaModFix/>
          </a:blip>
          <a:stretch>
            <a:fillRect/>
          </a:stretch>
        </p:blipFill>
        <p:spPr>
          <a:xfrm>
            <a:off x="106800" y="3045575"/>
            <a:ext cx="2931149" cy="1825749"/>
          </a:xfrm>
          <a:prstGeom prst="rect">
            <a:avLst/>
          </a:prstGeom>
          <a:noFill/>
          <a:ln>
            <a:noFill/>
          </a:ln>
        </p:spPr>
      </p:pic>
      <p:sp>
        <p:nvSpPr>
          <p:cNvPr id="182" name="Google Shape;182;p25"/>
          <p:cNvSpPr txBox="1"/>
          <p:nvPr/>
        </p:nvSpPr>
        <p:spPr>
          <a:xfrm>
            <a:off x="106801" y="3045575"/>
            <a:ext cx="2116800" cy="333600"/>
          </a:xfrm>
          <a:prstGeom prst="rect">
            <a:avLst/>
          </a:prstGeom>
          <a:solidFill>
            <a:schemeClr val="lt1"/>
          </a:solidFill>
          <a:ln>
            <a:noFill/>
          </a:ln>
        </p:spPr>
        <p:txBody>
          <a:bodyPr spcFirstLastPara="1" wrap="square" lIns="90100" tIns="45025" rIns="90100" bIns="45025" anchor="t" anchorCtr="0">
            <a:spAutoFit/>
          </a:bodyPr>
          <a:lstStyle/>
          <a:p>
            <a:pPr marL="0" marR="0" lvl="0" indent="0" algn="l" rtl="0">
              <a:lnSpc>
                <a:spcPct val="100000"/>
              </a:lnSpc>
              <a:spcBef>
                <a:spcPts val="0"/>
              </a:spcBef>
              <a:spcAft>
                <a:spcPts val="0"/>
              </a:spcAft>
              <a:buClr>
                <a:srgbClr val="000000"/>
              </a:buClr>
              <a:buSzPts val="3153"/>
              <a:buFont typeface="Arial"/>
              <a:buNone/>
            </a:pPr>
            <a:r>
              <a:rPr lang="en" sz="1577">
                <a:solidFill>
                  <a:schemeClr val="dk1"/>
                </a:solidFill>
                <a:latin typeface="Fugaz One"/>
                <a:ea typeface="Fugaz One"/>
                <a:cs typeface="Fugaz One"/>
                <a:sym typeface="Fugaz One"/>
              </a:rPr>
              <a:t>D: Volcanic Ash</a:t>
            </a:r>
            <a:endParaRPr sz="1577" i="0" u="none" strike="noStrike" cap="none">
              <a:solidFill>
                <a:schemeClr val="dk1"/>
              </a:solidFill>
              <a:latin typeface="Fugaz One"/>
              <a:ea typeface="Fugaz One"/>
              <a:cs typeface="Fugaz One"/>
              <a:sym typeface="Fugaz One"/>
            </a:endParaRPr>
          </a:p>
        </p:txBody>
      </p:sp>
      <p:sp>
        <p:nvSpPr>
          <p:cNvPr id="183" name="Google Shape;183;p25"/>
          <p:cNvSpPr txBox="1"/>
          <p:nvPr/>
        </p:nvSpPr>
        <p:spPr>
          <a:xfrm>
            <a:off x="3037958" y="3045565"/>
            <a:ext cx="1468200" cy="333600"/>
          </a:xfrm>
          <a:prstGeom prst="rect">
            <a:avLst/>
          </a:prstGeom>
          <a:solidFill>
            <a:schemeClr val="lt1"/>
          </a:solidFill>
          <a:ln>
            <a:noFill/>
          </a:ln>
        </p:spPr>
        <p:txBody>
          <a:bodyPr spcFirstLastPara="1" wrap="square" lIns="90100" tIns="45025" rIns="90100" bIns="45025" anchor="t" anchorCtr="0">
            <a:spAutoFit/>
          </a:bodyPr>
          <a:lstStyle/>
          <a:p>
            <a:pPr marL="0" marR="0" lvl="0" indent="0" algn="l" rtl="0">
              <a:lnSpc>
                <a:spcPct val="100000"/>
              </a:lnSpc>
              <a:spcBef>
                <a:spcPts val="0"/>
              </a:spcBef>
              <a:spcAft>
                <a:spcPts val="0"/>
              </a:spcAft>
              <a:buClr>
                <a:srgbClr val="000000"/>
              </a:buClr>
              <a:buSzPts val="3153"/>
              <a:buFont typeface="Arial"/>
              <a:buNone/>
            </a:pPr>
            <a:r>
              <a:rPr lang="en" sz="1577" i="0" u="none" strike="noStrike" cap="none">
                <a:solidFill>
                  <a:schemeClr val="dk1"/>
                </a:solidFill>
                <a:latin typeface="Fugaz One"/>
                <a:ea typeface="Fugaz One"/>
                <a:cs typeface="Fugaz One"/>
                <a:sym typeface="Fugaz One"/>
              </a:rPr>
              <a:t>E: </a:t>
            </a:r>
            <a:r>
              <a:rPr lang="en" sz="1577">
                <a:solidFill>
                  <a:schemeClr val="dk1"/>
                </a:solidFill>
                <a:latin typeface="Fugaz One"/>
                <a:ea typeface="Fugaz One"/>
                <a:cs typeface="Fugaz One"/>
                <a:sym typeface="Fugaz One"/>
              </a:rPr>
              <a:t>Tsunami</a:t>
            </a:r>
            <a:endParaRPr sz="1577" i="0" u="none" strike="noStrike" cap="none">
              <a:solidFill>
                <a:srgbClr val="000000"/>
              </a:solidFill>
              <a:latin typeface="Fugaz One"/>
              <a:ea typeface="Fugaz One"/>
              <a:cs typeface="Fugaz One"/>
              <a:sym typeface="Fugaz One"/>
            </a:endParaRPr>
          </a:p>
        </p:txBody>
      </p:sp>
      <p:pic>
        <p:nvPicPr>
          <p:cNvPr id="184" name="Google Shape;184;p25"/>
          <p:cNvPicPr preferRelativeResize="0"/>
          <p:nvPr/>
        </p:nvPicPr>
        <p:blipFill>
          <a:blip r:embed="rId8">
            <a:alphaModFix/>
          </a:blip>
          <a:stretch>
            <a:fillRect/>
          </a:stretch>
        </p:blipFill>
        <p:spPr>
          <a:xfrm>
            <a:off x="7943375" y="236300"/>
            <a:ext cx="1052874" cy="701924"/>
          </a:xfrm>
          <a:prstGeom prst="rect">
            <a:avLst/>
          </a:prstGeom>
          <a:noFill/>
          <a:ln>
            <a:noFill/>
          </a:ln>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7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79"/>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80"/>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2"/>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83"/>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188"/>
        <p:cNvGrpSpPr/>
        <p:nvPr/>
      </p:nvGrpSpPr>
      <p:grpSpPr>
        <a:xfrm>
          <a:off x="0" y="0"/>
          <a:ext cx="0" cy="0"/>
          <a:chOff x="0" y="0"/>
          <a:chExt cx="0" cy="0"/>
        </a:xfrm>
      </p:grpSpPr>
      <p:sp>
        <p:nvSpPr>
          <p:cNvPr id="189" name="Google Shape;189;p26"/>
          <p:cNvSpPr txBox="1"/>
          <p:nvPr/>
        </p:nvSpPr>
        <p:spPr>
          <a:xfrm>
            <a:off x="130650" y="734600"/>
            <a:ext cx="3519900" cy="4665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None/>
            </a:pPr>
            <a:r>
              <a:rPr lang="en" sz="2000">
                <a:solidFill>
                  <a:srgbClr val="38761D"/>
                </a:solidFill>
                <a:latin typeface="Luckiest Guy"/>
                <a:ea typeface="Luckiest Guy"/>
                <a:cs typeface="Luckiest Guy"/>
                <a:sym typeface="Luckiest Guy"/>
              </a:rPr>
              <a:t>GREEN PEN YOUR ANSWERS</a:t>
            </a:r>
            <a:endParaRPr sz="2000">
              <a:solidFill>
                <a:srgbClr val="38761D"/>
              </a:solidFill>
              <a:latin typeface="Luckiest Guy"/>
              <a:ea typeface="Luckiest Guy"/>
              <a:cs typeface="Luckiest Guy"/>
              <a:sym typeface="Luckiest Guy"/>
            </a:endParaRPr>
          </a:p>
        </p:txBody>
      </p:sp>
      <p:sp>
        <p:nvSpPr>
          <p:cNvPr id="190" name="Google Shape;190;p26"/>
          <p:cNvSpPr txBox="1"/>
          <p:nvPr/>
        </p:nvSpPr>
        <p:spPr>
          <a:xfrm>
            <a:off x="130650" y="1201100"/>
            <a:ext cx="8865600" cy="3143700"/>
          </a:xfrm>
          <a:prstGeom prst="rect">
            <a:avLst/>
          </a:prstGeom>
          <a:noFill/>
          <a:ln>
            <a:noFill/>
          </a:ln>
        </p:spPr>
        <p:txBody>
          <a:bodyPr spcFirstLastPara="1" wrap="square" lIns="91425" tIns="91425" rIns="91425" bIns="91425" anchor="t" anchorCtr="0">
            <a:spAutoFit/>
          </a:bodyPr>
          <a:lstStyle/>
          <a:p>
            <a:pPr marL="457200" lvl="0" indent="-317500" algn="l" rtl="0">
              <a:lnSpc>
                <a:spcPct val="115000"/>
              </a:lnSpc>
              <a:spcBef>
                <a:spcPts val="0"/>
              </a:spcBef>
              <a:spcAft>
                <a:spcPts val="0"/>
              </a:spcAft>
              <a:buClr>
                <a:srgbClr val="38761D"/>
              </a:buClr>
              <a:buSzPts val="1400"/>
              <a:buAutoNum type="arabicPeriod"/>
            </a:pPr>
            <a:r>
              <a:rPr lang="en" b="1">
                <a:solidFill>
                  <a:srgbClr val="38761D"/>
                </a:solidFill>
                <a:latin typeface="Poppins"/>
                <a:ea typeface="Poppins"/>
                <a:cs typeface="Poppins"/>
                <a:sym typeface="Poppins"/>
              </a:rPr>
              <a:t>A </a:t>
            </a:r>
            <a:r>
              <a:rPr lang="en" b="1">
                <a:solidFill>
                  <a:srgbClr val="38761D"/>
                </a:solidFill>
                <a:highlight>
                  <a:srgbClr val="FFF2CC"/>
                </a:highlight>
                <a:latin typeface="Poppins"/>
                <a:ea typeface="Poppins"/>
                <a:cs typeface="Poppins"/>
                <a:sym typeface="Poppins"/>
              </a:rPr>
              <a:t>Lahar</a:t>
            </a:r>
            <a:r>
              <a:rPr lang="en" b="1">
                <a:solidFill>
                  <a:srgbClr val="38761D"/>
                </a:solidFill>
                <a:latin typeface="Poppins"/>
                <a:ea typeface="Poppins"/>
                <a:cs typeface="Poppins"/>
                <a:sym typeface="Poppins"/>
              </a:rPr>
              <a:t> is a mixture of water, mud, ash and rocks that flows quickly down the side of a volcano. It can </a:t>
            </a:r>
            <a:r>
              <a:rPr lang="en" b="1">
                <a:solidFill>
                  <a:srgbClr val="38761D"/>
                </a:solidFill>
                <a:highlight>
                  <a:srgbClr val="FFF2CC"/>
                </a:highlight>
                <a:latin typeface="Poppins"/>
                <a:ea typeface="Poppins"/>
                <a:cs typeface="Poppins"/>
                <a:sym typeface="Poppins"/>
              </a:rPr>
              <a:t>destroy roads</a:t>
            </a:r>
            <a:r>
              <a:rPr lang="en" b="1">
                <a:solidFill>
                  <a:srgbClr val="38761D"/>
                </a:solidFill>
                <a:latin typeface="Poppins"/>
                <a:ea typeface="Poppins"/>
                <a:cs typeface="Poppins"/>
                <a:sym typeface="Poppins"/>
              </a:rPr>
              <a:t> and </a:t>
            </a:r>
            <a:r>
              <a:rPr lang="en" b="1">
                <a:solidFill>
                  <a:srgbClr val="38761D"/>
                </a:solidFill>
                <a:highlight>
                  <a:srgbClr val="FFF2CC"/>
                </a:highlight>
                <a:latin typeface="Poppins"/>
                <a:ea typeface="Poppins"/>
                <a:cs typeface="Poppins"/>
                <a:sym typeface="Poppins"/>
              </a:rPr>
              <a:t>bridges</a:t>
            </a:r>
            <a:r>
              <a:rPr lang="en" b="1">
                <a:solidFill>
                  <a:srgbClr val="38761D"/>
                </a:solidFill>
                <a:latin typeface="Poppins"/>
                <a:ea typeface="Poppins"/>
                <a:cs typeface="Poppins"/>
                <a:sym typeface="Poppins"/>
              </a:rPr>
              <a:t>. This is mainly an </a:t>
            </a:r>
            <a:r>
              <a:rPr lang="en" b="1">
                <a:solidFill>
                  <a:srgbClr val="38761D"/>
                </a:solidFill>
                <a:highlight>
                  <a:srgbClr val="FFF2CC"/>
                </a:highlight>
                <a:latin typeface="Poppins"/>
                <a:ea typeface="Poppins"/>
                <a:cs typeface="Poppins"/>
                <a:sym typeface="Poppins"/>
              </a:rPr>
              <a:t>Economic</a:t>
            </a:r>
            <a:r>
              <a:rPr lang="en" b="1">
                <a:solidFill>
                  <a:srgbClr val="38761D"/>
                </a:solidFill>
                <a:latin typeface="Poppins"/>
                <a:ea typeface="Poppins"/>
                <a:cs typeface="Poppins"/>
                <a:sym typeface="Poppins"/>
              </a:rPr>
              <a:t> impact.</a:t>
            </a:r>
            <a:endParaRPr b="1">
              <a:solidFill>
                <a:srgbClr val="38761D"/>
              </a:solidFill>
              <a:latin typeface="Poppins"/>
              <a:ea typeface="Poppins"/>
              <a:cs typeface="Poppins"/>
              <a:sym typeface="Poppins"/>
            </a:endParaRPr>
          </a:p>
          <a:p>
            <a:pPr marL="457200" lvl="0" indent="-317500" algn="l" rtl="0">
              <a:lnSpc>
                <a:spcPct val="115000"/>
              </a:lnSpc>
              <a:spcBef>
                <a:spcPts val="1000"/>
              </a:spcBef>
              <a:spcAft>
                <a:spcPts val="0"/>
              </a:spcAft>
              <a:buClr>
                <a:srgbClr val="38761D"/>
              </a:buClr>
              <a:buSzPts val="1400"/>
              <a:buAutoNum type="arabicPeriod"/>
            </a:pPr>
            <a:r>
              <a:rPr lang="en" b="1">
                <a:solidFill>
                  <a:srgbClr val="38761D"/>
                </a:solidFill>
                <a:latin typeface="Poppins"/>
                <a:ea typeface="Poppins"/>
                <a:cs typeface="Poppins"/>
                <a:sym typeface="Poppins"/>
              </a:rPr>
              <a:t>A </a:t>
            </a:r>
            <a:r>
              <a:rPr lang="en" b="1">
                <a:solidFill>
                  <a:srgbClr val="38761D"/>
                </a:solidFill>
                <a:highlight>
                  <a:srgbClr val="FFF2CC"/>
                </a:highlight>
                <a:latin typeface="Poppins"/>
                <a:ea typeface="Poppins"/>
                <a:cs typeface="Poppins"/>
                <a:sym typeface="Poppins"/>
              </a:rPr>
              <a:t>Tsunami</a:t>
            </a:r>
            <a:r>
              <a:rPr lang="en" b="1">
                <a:solidFill>
                  <a:srgbClr val="38761D"/>
                </a:solidFill>
                <a:latin typeface="Poppins"/>
                <a:ea typeface="Poppins"/>
                <a:cs typeface="Poppins"/>
                <a:sym typeface="Poppins"/>
              </a:rPr>
              <a:t> is a huge ocean wave caused by an underwater volcanic eruption. It can </a:t>
            </a:r>
            <a:r>
              <a:rPr lang="en" b="1">
                <a:solidFill>
                  <a:srgbClr val="38761D"/>
                </a:solidFill>
                <a:highlight>
                  <a:srgbClr val="FFF2CC"/>
                </a:highlight>
                <a:latin typeface="Poppins"/>
                <a:ea typeface="Poppins"/>
                <a:cs typeface="Poppins"/>
                <a:sym typeface="Poppins"/>
              </a:rPr>
              <a:t>flood</a:t>
            </a:r>
            <a:r>
              <a:rPr lang="en" b="1">
                <a:solidFill>
                  <a:srgbClr val="38761D"/>
                </a:solidFill>
                <a:latin typeface="Poppins"/>
                <a:ea typeface="Poppins"/>
                <a:cs typeface="Poppins"/>
                <a:sym typeface="Poppins"/>
              </a:rPr>
              <a:t> coastal areas and destroy </a:t>
            </a:r>
            <a:r>
              <a:rPr lang="en" b="1">
                <a:solidFill>
                  <a:srgbClr val="38761D"/>
                </a:solidFill>
                <a:highlight>
                  <a:srgbClr val="FFF2CC"/>
                </a:highlight>
                <a:latin typeface="Poppins"/>
                <a:ea typeface="Poppins"/>
                <a:cs typeface="Poppins"/>
                <a:sym typeface="Poppins"/>
              </a:rPr>
              <a:t>habitats</a:t>
            </a:r>
            <a:r>
              <a:rPr lang="en" b="1">
                <a:solidFill>
                  <a:srgbClr val="38761D"/>
                </a:solidFill>
                <a:latin typeface="Poppins"/>
                <a:ea typeface="Poppins"/>
                <a:cs typeface="Poppins"/>
                <a:sym typeface="Poppins"/>
              </a:rPr>
              <a:t>. This is an </a:t>
            </a:r>
            <a:r>
              <a:rPr lang="en" b="1">
                <a:solidFill>
                  <a:srgbClr val="38761D"/>
                </a:solidFill>
                <a:highlight>
                  <a:srgbClr val="FFF2CC"/>
                </a:highlight>
                <a:latin typeface="Poppins"/>
                <a:ea typeface="Poppins"/>
                <a:cs typeface="Poppins"/>
                <a:sym typeface="Poppins"/>
              </a:rPr>
              <a:t>Environmental</a:t>
            </a:r>
            <a:r>
              <a:rPr lang="en" b="1">
                <a:solidFill>
                  <a:srgbClr val="38761D"/>
                </a:solidFill>
                <a:latin typeface="Poppins"/>
                <a:ea typeface="Poppins"/>
                <a:cs typeface="Poppins"/>
                <a:sym typeface="Poppins"/>
              </a:rPr>
              <a:t> impact.</a:t>
            </a:r>
            <a:endParaRPr b="1">
              <a:solidFill>
                <a:srgbClr val="38761D"/>
              </a:solidFill>
              <a:latin typeface="Poppins"/>
              <a:ea typeface="Poppins"/>
              <a:cs typeface="Poppins"/>
              <a:sym typeface="Poppins"/>
            </a:endParaRPr>
          </a:p>
          <a:p>
            <a:pPr marL="457200" lvl="0" indent="-317500" algn="l" rtl="0">
              <a:lnSpc>
                <a:spcPct val="115000"/>
              </a:lnSpc>
              <a:spcBef>
                <a:spcPts val="1000"/>
              </a:spcBef>
              <a:spcAft>
                <a:spcPts val="0"/>
              </a:spcAft>
              <a:buClr>
                <a:srgbClr val="38761D"/>
              </a:buClr>
              <a:buSzPts val="1400"/>
              <a:buAutoNum type="arabicPeriod"/>
            </a:pPr>
            <a:r>
              <a:rPr lang="en" b="1">
                <a:solidFill>
                  <a:srgbClr val="38761D"/>
                </a:solidFill>
                <a:highlight>
                  <a:srgbClr val="FFF2CC"/>
                </a:highlight>
                <a:latin typeface="Poppins"/>
                <a:ea typeface="Poppins"/>
                <a:cs typeface="Poppins"/>
                <a:sym typeface="Poppins"/>
              </a:rPr>
              <a:t>Volcanic ash</a:t>
            </a:r>
            <a:r>
              <a:rPr lang="en" b="1">
                <a:solidFill>
                  <a:srgbClr val="38761D"/>
                </a:solidFill>
                <a:latin typeface="Poppins"/>
                <a:ea typeface="Poppins"/>
                <a:cs typeface="Poppins"/>
                <a:sym typeface="Poppins"/>
              </a:rPr>
              <a:t> is made up of tiny pieces of rock and volcanic glass. It can be breathed in and cause </a:t>
            </a:r>
            <a:r>
              <a:rPr lang="en" b="1">
                <a:solidFill>
                  <a:srgbClr val="38761D"/>
                </a:solidFill>
                <a:highlight>
                  <a:srgbClr val="FFF2CC"/>
                </a:highlight>
                <a:latin typeface="Poppins"/>
                <a:ea typeface="Poppins"/>
                <a:cs typeface="Poppins"/>
                <a:sym typeface="Poppins"/>
              </a:rPr>
              <a:t>breathing</a:t>
            </a:r>
            <a:r>
              <a:rPr lang="en" b="1">
                <a:solidFill>
                  <a:srgbClr val="38761D"/>
                </a:solidFill>
                <a:latin typeface="Poppins"/>
                <a:ea typeface="Poppins"/>
                <a:cs typeface="Poppins"/>
                <a:sym typeface="Poppins"/>
              </a:rPr>
              <a:t> problems. This is a </a:t>
            </a:r>
            <a:r>
              <a:rPr lang="en" b="1">
                <a:solidFill>
                  <a:srgbClr val="38761D"/>
                </a:solidFill>
                <a:highlight>
                  <a:srgbClr val="FFF2CC"/>
                </a:highlight>
                <a:latin typeface="Poppins"/>
                <a:ea typeface="Poppins"/>
                <a:cs typeface="Poppins"/>
                <a:sym typeface="Poppins"/>
              </a:rPr>
              <a:t>Social </a:t>
            </a:r>
            <a:r>
              <a:rPr lang="en" b="1">
                <a:solidFill>
                  <a:srgbClr val="38761D"/>
                </a:solidFill>
                <a:latin typeface="Poppins"/>
                <a:ea typeface="Poppins"/>
                <a:cs typeface="Poppins"/>
                <a:sym typeface="Poppins"/>
              </a:rPr>
              <a:t>impact.</a:t>
            </a:r>
            <a:endParaRPr b="1">
              <a:solidFill>
                <a:srgbClr val="38761D"/>
              </a:solidFill>
              <a:latin typeface="Poppins"/>
              <a:ea typeface="Poppins"/>
              <a:cs typeface="Poppins"/>
              <a:sym typeface="Poppins"/>
            </a:endParaRPr>
          </a:p>
          <a:p>
            <a:pPr marL="457200" lvl="0" indent="-317500" algn="l" rtl="0">
              <a:lnSpc>
                <a:spcPct val="115000"/>
              </a:lnSpc>
              <a:spcBef>
                <a:spcPts val="1000"/>
              </a:spcBef>
              <a:spcAft>
                <a:spcPts val="0"/>
              </a:spcAft>
              <a:buClr>
                <a:srgbClr val="38761D"/>
              </a:buClr>
              <a:buSzPts val="1400"/>
              <a:buAutoNum type="arabicPeriod"/>
            </a:pPr>
            <a:r>
              <a:rPr lang="en" b="1">
                <a:solidFill>
                  <a:srgbClr val="38761D"/>
                </a:solidFill>
                <a:highlight>
                  <a:srgbClr val="FFF2CC"/>
                </a:highlight>
                <a:latin typeface="Poppins"/>
                <a:ea typeface="Poppins"/>
                <a:cs typeface="Poppins"/>
                <a:sym typeface="Poppins"/>
              </a:rPr>
              <a:t>Volcanic bombs</a:t>
            </a:r>
            <a:r>
              <a:rPr lang="en" b="1">
                <a:solidFill>
                  <a:srgbClr val="38761D"/>
                </a:solidFill>
                <a:latin typeface="Poppins"/>
                <a:ea typeface="Poppins"/>
                <a:cs typeface="Poppins"/>
                <a:sym typeface="Poppins"/>
              </a:rPr>
              <a:t> are large pieces of rock or lava thrown out of a volcano. They can damage </a:t>
            </a:r>
            <a:r>
              <a:rPr lang="en" b="1">
                <a:solidFill>
                  <a:srgbClr val="38761D"/>
                </a:solidFill>
                <a:highlight>
                  <a:srgbClr val="FFF2CC"/>
                </a:highlight>
                <a:latin typeface="Poppins"/>
                <a:ea typeface="Poppins"/>
                <a:cs typeface="Poppins"/>
                <a:sym typeface="Poppins"/>
              </a:rPr>
              <a:t>buildings and vehicles</a:t>
            </a:r>
            <a:r>
              <a:rPr lang="en" b="1">
                <a:solidFill>
                  <a:srgbClr val="38761D"/>
                </a:solidFill>
                <a:latin typeface="Poppins"/>
                <a:ea typeface="Poppins"/>
                <a:cs typeface="Poppins"/>
                <a:sym typeface="Poppins"/>
              </a:rPr>
              <a:t>. This is mainly an </a:t>
            </a:r>
            <a:r>
              <a:rPr lang="en" b="1">
                <a:solidFill>
                  <a:srgbClr val="38761D"/>
                </a:solidFill>
                <a:highlight>
                  <a:srgbClr val="FFF2CC"/>
                </a:highlight>
                <a:latin typeface="Poppins"/>
                <a:ea typeface="Poppins"/>
                <a:cs typeface="Poppins"/>
                <a:sym typeface="Poppins"/>
              </a:rPr>
              <a:t>Economic</a:t>
            </a:r>
            <a:r>
              <a:rPr lang="en" b="1">
                <a:solidFill>
                  <a:srgbClr val="38761D"/>
                </a:solidFill>
                <a:latin typeface="Poppins"/>
                <a:ea typeface="Poppins"/>
                <a:cs typeface="Poppins"/>
                <a:sym typeface="Poppins"/>
              </a:rPr>
              <a:t> impact.</a:t>
            </a:r>
            <a:endParaRPr b="1">
              <a:solidFill>
                <a:srgbClr val="38761D"/>
              </a:solidFill>
              <a:latin typeface="Poppins"/>
              <a:ea typeface="Poppins"/>
              <a:cs typeface="Poppins"/>
              <a:sym typeface="Poppins"/>
            </a:endParaRPr>
          </a:p>
          <a:p>
            <a:pPr marL="457200" lvl="0" indent="-317500" algn="l" rtl="0">
              <a:lnSpc>
                <a:spcPct val="115000"/>
              </a:lnSpc>
              <a:spcBef>
                <a:spcPts val="1000"/>
              </a:spcBef>
              <a:spcAft>
                <a:spcPts val="1000"/>
              </a:spcAft>
              <a:buClr>
                <a:srgbClr val="38761D"/>
              </a:buClr>
              <a:buSzPts val="1400"/>
              <a:buAutoNum type="arabicPeriod"/>
            </a:pPr>
            <a:r>
              <a:rPr lang="en" b="1">
                <a:solidFill>
                  <a:srgbClr val="38761D"/>
                </a:solidFill>
                <a:latin typeface="Poppins"/>
                <a:ea typeface="Poppins"/>
                <a:cs typeface="Poppins"/>
                <a:sym typeface="Poppins"/>
              </a:rPr>
              <a:t>A Pyroclastic flow is a very hot, fast-moving mixture of gas, ash and volcanic material. It can </a:t>
            </a:r>
            <a:r>
              <a:rPr lang="en" b="1">
                <a:solidFill>
                  <a:srgbClr val="38761D"/>
                </a:solidFill>
                <a:highlight>
                  <a:srgbClr val="FFF2CC"/>
                </a:highlight>
                <a:latin typeface="Poppins"/>
                <a:ea typeface="Poppins"/>
                <a:cs typeface="Poppins"/>
                <a:sym typeface="Poppins"/>
              </a:rPr>
              <a:t>kill</a:t>
            </a:r>
            <a:r>
              <a:rPr lang="en" b="1">
                <a:solidFill>
                  <a:srgbClr val="38761D"/>
                </a:solidFill>
                <a:latin typeface="Poppins"/>
                <a:ea typeface="Poppins"/>
                <a:cs typeface="Poppins"/>
                <a:sym typeface="Poppins"/>
              </a:rPr>
              <a:t> people and destroy </a:t>
            </a:r>
            <a:r>
              <a:rPr lang="en" b="1">
                <a:solidFill>
                  <a:srgbClr val="38761D"/>
                </a:solidFill>
                <a:highlight>
                  <a:srgbClr val="FFF2CC"/>
                </a:highlight>
                <a:latin typeface="Poppins"/>
                <a:ea typeface="Poppins"/>
                <a:cs typeface="Poppins"/>
                <a:sym typeface="Poppins"/>
              </a:rPr>
              <a:t>homes</a:t>
            </a:r>
            <a:r>
              <a:rPr lang="en" b="1">
                <a:solidFill>
                  <a:srgbClr val="38761D"/>
                </a:solidFill>
                <a:latin typeface="Poppins"/>
                <a:ea typeface="Poppins"/>
                <a:cs typeface="Poppins"/>
                <a:sym typeface="Poppins"/>
              </a:rPr>
              <a:t>. This is mainly a </a:t>
            </a:r>
            <a:r>
              <a:rPr lang="en" b="1">
                <a:solidFill>
                  <a:srgbClr val="38761D"/>
                </a:solidFill>
                <a:highlight>
                  <a:srgbClr val="FFF2CC"/>
                </a:highlight>
                <a:latin typeface="Poppins"/>
                <a:ea typeface="Poppins"/>
                <a:cs typeface="Poppins"/>
                <a:sym typeface="Poppins"/>
              </a:rPr>
              <a:t>Social</a:t>
            </a:r>
            <a:r>
              <a:rPr lang="en" b="1">
                <a:solidFill>
                  <a:srgbClr val="38761D"/>
                </a:solidFill>
                <a:latin typeface="Poppins"/>
                <a:ea typeface="Poppins"/>
                <a:cs typeface="Poppins"/>
                <a:sym typeface="Poppins"/>
              </a:rPr>
              <a:t> impact.</a:t>
            </a:r>
            <a:endParaRPr sz="1900" b="1">
              <a:solidFill>
                <a:srgbClr val="38761D"/>
              </a:solidFill>
              <a:latin typeface="Poppins"/>
              <a:ea typeface="Poppins"/>
              <a:cs typeface="Poppins"/>
              <a:sym typeface="Poppins"/>
            </a:endParaRPr>
          </a:p>
        </p:txBody>
      </p:sp>
      <p:pic>
        <p:nvPicPr>
          <p:cNvPr id="191" name="Google Shape;191;p26"/>
          <p:cNvPicPr preferRelativeResize="0"/>
          <p:nvPr/>
        </p:nvPicPr>
        <p:blipFill>
          <a:blip r:embed="rId3">
            <a:alphaModFix/>
          </a:blip>
          <a:stretch>
            <a:fillRect/>
          </a:stretch>
        </p:blipFill>
        <p:spPr>
          <a:xfrm>
            <a:off x="7943375" y="236300"/>
            <a:ext cx="1052874" cy="701924"/>
          </a:xfrm>
          <a:prstGeom prst="rect">
            <a:avLst/>
          </a:prstGeom>
          <a:noFill/>
          <a:ln>
            <a:noFill/>
          </a:ln>
        </p:spPr>
      </p:pic>
      <p:sp>
        <p:nvSpPr>
          <p:cNvPr id="192" name="Google Shape;192;p26"/>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0">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90">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90">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90">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0">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DC8F09D6-2E54-7523-9110-C98FDE101D06}"/>
              </a:ext>
            </a:extLst>
          </p:cNvPr>
          <p:cNvPicPr>
            <a:picLocks noChangeAspect="1"/>
          </p:cNvPicPr>
          <p:nvPr/>
        </p:nvPicPr>
        <p:blipFill>
          <a:blip r:embed="rId2"/>
          <a:stretch>
            <a:fillRect/>
          </a:stretch>
        </p:blipFill>
        <p:spPr>
          <a:xfrm>
            <a:off x="0" y="0"/>
            <a:ext cx="6134100" cy="3759200"/>
          </a:xfrm>
          <a:prstGeom prst="rect">
            <a:avLst/>
          </a:prstGeom>
        </p:spPr>
      </p:pic>
      <p:pic>
        <p:nvPicPr>
          <p:cNvPr id="5" name="Picture 4">
            <a:extLst>
              <a:ext uri="{FF2B5EF4-FFF2-40B4-BE49-F238E27FC236}">
                <a16:creationId xmlns:a16="http://schemas.microsoft.com/office/drawing/2014/main" id="{095035FB-EB7F-E61F-9DFB-A58769103145}"/>
              </a:ext>
            </a:extLst>
          </p:cNvPr>
          <p:cNvPicPr>
            <a:picLocks noChangeAspect="1"/>
          </p:cNvPicPr>
          <p:nvPr/>
        </p:nvPicPr>
        <p:blipFill>
          <a:blip r:embed="rId3"/>
          <a:stretch>
            <a:fillRect/>
          </a:stretch>
        </p:blipFill>
        <p:spPr>
          <a:xfrm>
            <a:off x="3022600" y="3505200"/>
            <a:ext cx="6121400" cy="1638300"/>
          </a:xfrm>
          <a:prstGeom prst="rect">
            <a:avLst/>
          </a:prstGeom>
        </p:spPr>
      </p:pic>
      <p:pic>
        <p:nvPicPr>
          <p:cNvPr id="7" name="Picture 6">
            <a:extLst>
              <a:ext uri="{FF2B5EF4-FFF2-40B4-BE49-F238E27FC236}">
                <a16:creationId xmlns:a16="http://schemas.microsoft.com/office/drawing/2014/main" id="{741A8D6B-3536-DAA6-C920-F43D81F026EE}"/>
              </a:ext>
            </a:extLst>
          </p:cNvPr>
          <p:cNvPicPr>
            <a:picLocks noChangeAspect="1"/>
          </p:cNvPicPr>
          <p:nvPr/>
        </p:nvPicPr>
        <p:blipFill>
          <a:blip r:embed="rId4"/>
          <a:stretch>
            <a:fillRect/>
          </a:stretch>
        </p:blipFill>
        <p:spPr>
          <a:xfrm>
            <a:off x="5082027" y="0"/>
            <a:ext cx="4061973" cy="1638301"/>
          </a:xfrm>
          <a:prstGeom prst="rect">
            <a:avLst/>
          </a:prstGeom>
        </p:spPr>
      </p:pic>
      <p:sp>
        <p:nvSpPr>
          <p:cNvPr id="8" name="TextBox 7">
            <a:extLst>
              <a:ext uri="{FF2B5EF4-FFF2-40B4-BE49-F238E27FC236}">
                <a16:creationId xmlns:a16="http://schemas.microsoft.com/office/drawing/2014/main" id="{6CEB82D2-EAAA-3A67-35A3-9AC0E93DC642}"/>
              </a:ext>
            </a:extLst>
          </p:cNvPr>
          <p:cNvSpPr txBox="1"/>
          <p:nvPr/>
        </p:nvSpPr>
        <p:spPr>
          <a:xfrm>
            <a:off x="3022600" y="3579446"/>
            <a:ext cx="6121400" cy="1492739"/>
          </a:xfrm>
          <a:prstGeom prst="rect">
            <a:avLst/>
          </a:prstGeom>
          <a:solidFill>
            <a:schemeClr val="accent2"/>
          </a:solidFill>
        </p:spPr>
        <p:txBody>
          <a:bodyPr wrap="square" rtlCol="0">
            <a:spAutoFit/>
          </a:bodyPr>
          <a:lstStyle/>
          <a:p>
            <a:endParaRPr lang="en-US" dirty="0"/>
          </a:p>
        </p:txBody>
      </p:sp>
    </p:spTree>
    <p:extLst>
      <p:ext uri="{BB962C8B-B14F-4D97-AF65-F5344CB8AC3E}">
        <p14:creationId xmlns:p14="http://schemas.microsoft.com/office/powerpoint/2010/main" val="156220866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xit" presetSubtype="10" fill="hold" grpId="0" nodeType="clickEffect">
                                  <p:stCondLst>
                                    <p:cond delay="0"/>
                                  </p:stCondLst>
                                  <p:childTnLst>
                                    <p:animEffect transition="out" filter="blinds(horizontal)">
                                      <p:cBhvr>
                                        <p:cTn id="6" dur="500"/>
                                        <p:tgtEl>
                                          <p:spTgt spid="8"/>
                                        </p:tgtEl>
                                      </p:cBhvr>
                                    </p:animEffect>
                                    <p:set>
                                      <p:cBhvr>
                                        <p:cTn id="7"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196"/>
        <p:cNvGrpSpPr/>
        <p:nvPr/>
      </p:nvGrpSpPr>
      <p:grpSpPr>
        <a:xfrm>
          <a:off x="0" y="0"/>
          <a:ext cx="0" cy="0"/>
          <a:chOff x="0" y="0"/>
          <a:chExt cx="0" cy="0"/>
        </a:xfrm>
      </p:grpSpPr>
      <p:sp>
        <p:nvSpPr>
          <p:cNvPr id="197" name="Google Shape;197;p27"/>
          <p:cNvSpPr txBox="1"/>
          <p:nvPr/>
        </p:nvSpPr>
        <p:spPr>
          <a:xfrm>
            <a:off x="106800" y="1271313"/>
            <a:ext cx="5460300" cy="2839800"/>
          </a:xfrm>
          <a:prstGeom prst="rect">
            <a:avLst/>
          </a:prstGeom>
          <a:noFill/>
          <a:ln>
            <a:noFill/>
          </a:ln>
        </p:spPr>
        <p:txBody>
          <a:bodyPr spcFirstLastPara="1" wrap="square" lIns="68575" tIns="34275" rIns="68575" bIns="34275" anchor="t" anchorCtr="0">
            <a:spAutoFit/>
          </a:bodyPr>
          <a:lstStyle/>
          <a:p>
            <a:pPr marL="0" marR="0" lvl="0" indent="0" algn="l" rtl="0">
              <a:lnSpc>
                <a:spcPct val="100000"/>
              </a:lnSpc>
              <a:spcBef>
                <a:spcPts val="0"/>
              </a:spcBef>
              <a:spcAft>
                <a:spcPts val="0"/>
              </a:spcAft>
              <a:buClr>
                <a:srgbClr val="000000"/>
              </a:buClr>
              <a:buSzPts val="2100"/>
              <a:buFont typeface="Arial"/>
              <a:buNone/>
            </a:pPr>
            <a:r>
              <a:rPr lang="en" sz="2000">
                <a:latin typeface="Baumans"/>
                <a:ea typeface="Baumans"/>
                <a:cs typeface="Baumans"/>
                <a:sym typeface="Baumans"/>
              </a:rPr>
              <a:t>What have you learned about how volcanoes affect people, communities, and the environment?</a:t>
            </a:r>
            <a:endParaRPr sz="20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20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2000">
                <a:latin typeface="Baumans"/>
                <a:ea typeface="Baumans"/>
                <a:cs typeface="Baumans"/>
                <a:sym typeface="Baumans"/>
              </a:rPr>
              <a:t>Why is it important for scientists to understand and explain these impacts clearly?</a:t>
            </a:r>
            <a:endParaRPr sz="20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endParaRPr sz="2000">
              <a:latin typeface="Baumans"/>
              <a:ea typeface="Baumans"/>
              <a:cs typeface="Baumans"/>
              <a:sym typeface="Baumans"/>
            </a:endParaRPr>
          </a:p>
          <a:p>
            <a:pPr marL="0" marR="0" lvl="0" indent="0" algn="l" rtl="0">
              <a:lnSpc>
                <a:spcPct val="100000"/>
              </a:lnSpc>
              <a:spcBef>
                <a:spcPts val="0"/>
              </a:spcBef>
              <a:spcAft>
                <a:spcPts val="0"/>
              </a:spcAft>
              <a:buClr>
                <a:srgbClr val="000000"/>
              </a:buClr>
              <a:buSzPts val="2100"/>
              <a:buFont typeface="Arial"/>
              <a:buNone/>
            </a:pPr>
            <a:r>
              <a:rPr lang="en" sz="2000">
                <a:latin typeface="Baumans"/>
                <a:ea typeface="Baumans"/>
                <a:cs typeface="Baumans"/>
                <a:sym typeface="Baumans"/>
              </a:rPr>
              <a:t>Which volcanic impact do you think is the most serious, and why?</a:t>
            </a:r>
            <a:endParaRPr sz="2000">
              <a:latin typeface="Baumans"/>
              <a:ea typeface="Baumans"/>
              <a:cs typeface="Baumans"/>
              <a:sym typeface="Baumans"/>
            </a:endParaRPr>
          </a:p>
        </p:txBody>
      </p:sp>
      <p:pic>
        <p:nvPicPr>
          <p:cNvPr id="198" name="Google Shape;198;p27"/>
          <p:cNvPicPr preferRelativeResize="0"/>
          <p:nvPr/>
        </p:nvPicPr>
        <p:blipFill rotWithShape="1">
          <a:blip r:embed="rId3">
            <a:alphaModFix/>
          </a:blip>
          <a:srcRect l="30711" t="5130" r="3174" b="5807"/>
          <a:stretch/>
        </p:blipFill>
        <p:spPr>
          <a:xfrm>
            <a:off x="131950" y="587388"/>
            <a:ext cx="975600" cy="517450"/>
          </a:xfrm>
          <a:prstGeom prst="rect">
            <a:avLst/>
          </a:prstGeom>
          <a:noFill/>
          <a:ln>
            <a:noFill/>
          </a:ln>
        </p:spPr>
      </p:pic>
      <p:pic>
        <p:nvPicPr>
          <p:cNvPr id="199" name="Google Shape;199;p27">
            <a:hlinkClick r:id="rId4"/>
          </p:cNvPr>
          <p:cNvPicPr preferRelativeResize="0"/>
          <p:nvPr/>
        </p:nvPicPr>
        <p:blipFill>
          <a:blip r:embed="rId5">
            <a:alphaModFix/>
          </a:blip>
          <a:stretch>
            <a:fillRect/>
          </a:stretch>
        </p:blipFill>
        <p:spPr>
          <a:xfrm>
            <a:off x="6729150" y="4160428"/>
            <a:ext cx="1862049" cy="550500"/>
          </a:xfrm>
          <a:prstGeom prst="rect">
            <a:avLst/>
          </a:prstGeom>
          <a:noFill/>
          <a:ln>
            <a:noFill/>
          </a:ln>
        </p:spPr>
      </p:pic>
      <p:pic>
        <p:nvPicPr>
          <p:cNvPr id="200" name="Google Shape;200;p27"/>
          <p:cNvPicPr preferRelativeResize="0"/>
          <p:nvPr/>
        </p:nvPicPr>
        <p:blipFill>
          <a:blip r:embed="rId6">
            <a:alphaModFix/>
          </a:blip>
          <a:stretch>
            <a:fillRect/>
          </a:stretch>
        </p:blipFill>
        <p:spPr>
          <a:xfrm>
            <a:off x="5694450" y="1336425"/>
            <a:ext cx="3272100" cy="2155496"/>
          </a:xfrm>
          <a:prstGeom prst="rect">
            <a:avLst/>
          </a:prstGeom>
          <a:noFill/>
          <a:ln>
            <a:noFill/>
          </a:ln>
        </p:spPr>
      </p:pic>
      <p:sp>
        <p:nvSpPr>
          <p:cNvPr id="201" name="Google Shape;201;p27"/>
          <p:cNvSpPr txBox="1"/>
          <p:nvPr/>
        </p:nvSpPr>
        <p:spPr>
          <a:xfrm>
            <a:off x="106800" y="83900"/>
            <a:ext cx="8930400" cy="4755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Title: How Do Volcanic Hazards Affect People, the Economy and the Environment?</a:t>
            </a:r>
            <a:endParaRPr sz="1200" b="1">
              <a:solidFill>
                <a:srgbClr val="980000"/>
              </a:solidFill>
              <a:latin typeface="Delius"/>
              <a:ea typeface="Delius"/>
              <a:cs typeface="Delius"/>
              <a:sym typeface="Delius"/>
            </a:endParaRPr>
          </a:p>
          <a:p>
            <a:pPr marL="0" marR="0" lvl="0" indent="0" algn="l" rtl="0">
              <a:lnSpc>
                <a:spcPct val="100000"/>
              </a:lnSpc>
              <a:spcBef>
                <a:spcPts val="0"/>
              </a:spcBef>
              <a:spcAft>
                <a:spcPts val="0"/>
              </a:spcAft>
              <a:buClr>
                <a:srgbClr val="000000"/>
              </a:buClr>
              <a:buSzPts val="1100"/>
              <a:buFont typeface="Arial"/>
              <a:buNone/>
            </a:pPr>
            <a:r>
              <a:rPr lang="en" sz="1200" b="1">
                <a:solidFill>
                  <a:srgbClr val="980000"/>
                </a:solidFill>
                <a:latin typeface="Delius"/>
                <a:ea typeface="Delius"/>
                <a:cs typeface="Delius"/>
                <a:sym typeface="Delius"/>
              </a:rPr>
              <a:t>LO: To explain how different volcanic hazards create social, economic and environmental impacts.</a:t>
            </a:r>
            <a:endParaRPr sz="1200" b="1" i="0" u="none" strike="noStrike" cap="none">
              <a:solidFill>
                <a:srgbClr val="980000"/>
              </a:solidFill>
              <a:latin typeface="Delius"/>
              <a:ea typeface="Delius"/>
              <a:cs typeface="Delius"/>
              <a:sym typeface="Delius"/>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1187</Words>
  <Application>Microsoft Macintosh PowerPoint</Application>
  <PresentationFormat>On-screen Show (16:9)</PresentationFormat>
  <Paragraphs>120</Paragraphs>
  <Slides>12</Slides>
  <Notes>11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12</vt:i4>
      </vt:variant>
    </vt:vector>
  </HeadingPairs>
  <TitlesOfParts>
    <vt:vector size="22" baseType="lpstr">
      <vt:lpstr>Calibri</vt:lpstr>
      <vt:lpstr>Delius</vt:lpstr>
      <vt:lpstr>Luckiest Guy</vt:lpstr>
      <vt:lpstr>Fugaz One</vt:lpstr>
      <vt:lpstr>Poppins</vt:lpstr>
      <vt:lpstr>Patrick Hand</vt:lpstr>
      <vt:lpstr>Arial</vt:lpstr>
      <vt:lpstr>Edu TAS Beginner</vt:lpstr>
      <vt:lpstr>Baumans</vt:lpstr>
      <vt:lpstr>Simple Light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Douglas Lawrence</cp:lastModifiedBy>
  <cp:revision>1</cp:revision>
  <dcterms:modified xsi:type="dcterms:W3CDTF">2026-09-14T23:14:33Z</dcterms:modified>
</cp:coreProperties>
</file>