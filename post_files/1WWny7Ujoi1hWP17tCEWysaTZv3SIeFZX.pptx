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9144000"/>
  <p:notesSz cx="6858000" cy="9144000"/>
  <p:embeddedFontLst>
    <p:embeddedFont>
      <p:font typeface="Poppins"/>
      <p:regular r:id="rId7"/>
      <p:bold r:id="rId8"/>
      <p:italic r:id="rId9"/>
      <p:boldItalic r:id="rId10"/>
    </p:embeddedFont>
    <p:embeddedFont>
      <p:font typeface="Edu TAS Beginner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EduTASBeginner-regular.fntdata"/><Relationship Id="rId10" Type="http://schemas.openxmlformats.org/officeDocument/2006/relationships/font" Target="fonts/Poppins-boldItalic.fntdata"/><Relationship Id="rId12" Type="http://schemas.openxmlformats.org/officeDocument/2006/relationships/font" Target="fonts/EduTASBeginner-bold.fntdata"/><Relationship Id="rId9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oppins-regular.fntdata"/><Relationship Id="rId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77d54509494079f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277d5450949407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7500" y="135150"/>
            <a:ext cx="8938200" cy="658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24290" l="0" r="0" t="17179"/>
          <a:stretch/>
        </p:blipFill>
        <p:spPr>
          <a:xfrm>
            <a:off x="7820408" y="6521809"/>
            <a:ext cx="1128285" cy="40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778600" y="227853"/>
            <a:ext cx="55560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Edu TAS Beginner"/>
                <a:ea typeface="Edu TAS Beginner"/>
                <a:cs typeface="Edu TAS Beginner"/>
                <a:sym typeface="Edu TAS Beginner"/>
              </a:rPr>
              <a:t>A New form of Imperialism</a:t>
            </a:r>
            <a:endParaRPr b="1" u="sng">
              <a:solidFill>
                <a:schemeClr val="dk1"/>
              </a:solidFill>
              <a:latin typeface="Edu TAS Beginner"/>
              <a:ea typeface="Edu TAS Beginner"/>
              <a:cs typeface="Edu TAS Beginner"/>
              <a:sym typeface="Edu TAS Beginner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7500" y="627450"/>
            <a:ext cx="41355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1. What was imperialism?</a:t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A) One country extending political dominance over another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B) Countries agreeing to share their land equally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C) A system of countries avoiding foreign trade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D) One country giving independence to another  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2. What was one main economic reason for European imperialism?</a:t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A) European countries wanted to reduce factory production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B) European factories needed raw materials and new markets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C) European countries wanted to stop international trade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D) European governments wanted to close their factories  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3. Which of these was a raw material European countries wanted?</a:t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A)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Electricity  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B) Computers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C) Plastic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D)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Cotton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4. Why did European countries want new markets?</a:t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A) Their factories needed fewer customers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B) They wanted to sell manufactured goods to more people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C) They wanted to stop producing goods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D) Their populations were moving away from Europe  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5. What was the Scramble for Africa?</a:t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A) African countries competing for European territory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B) European countries competing for territory in Africa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C) European countries agreeing to leave Africa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D) African countries competing to control Europe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245300" y="627450"/>
            <a:ext cx="41355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6. Why did competition for African territory create tension?</a:t>
            </a:r>
            <a:endParaRPr b="1"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African countries controlled all European trade 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B) European countries refused to explore Africa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C)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European countries raced to claim territories before others did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D) European countries agreed to share all territories </a:t>
            </a: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equally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223000" y="1851150"/>
            <a:ext cx="4724100" cy="4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7. What belief encouraged European imperialism?</a:t>
            </a:r>
            <a:b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Social Darwinism and ideas of racial superiority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B) The belief that all countries were equal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C) The belief that colonies should be independent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D) The belief that European countries were weaker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8. Why did Europeans believe they had an advantage when conquering other countries?</a:t>
            </a:r>
            <a:b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They had fewer weapons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B) They had advanced weapons, transport and medicine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C) They had smaller armies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D) They avoided using new technology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9. What happened after Chinese officials destroyed British opium in 1839?</a:t>
            </a:r>
            <a:b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Britain gave up trading with China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B) 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France declared war on Britain 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C) China became a British colony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D) 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First Opium War began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10. Why did European countries build railways in their colonies?</a:t>
            </a:r>
            <a:b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To help colonies become independent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B) To transport raw materials and manufactured goods more quickly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C) To prevent Europeans from travelling</a:t>
            </a:r>
            <a:b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D) To reduce trade between Europe and its colonies</a:t>
            </a:r>
            <a:endParaRPr b="1"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0700" y="227850"/>
            <a:ext cx="568000" cy="5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