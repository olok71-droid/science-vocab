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9144000" cx="6858000"/>
  <p:notesSz cx="6858000" cy="9144000"/>
  <p:embeddedFontLst>
    <p:embeddedFont>
      <p:font typeface="Poppi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8afad6d63_0_25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8afad6d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5975" y="152400"/>
            <a:ext cx="66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How do tectonic plates move?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5975" y="552600"/>
            <a:ext cx="6608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33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This is a controversial debate in geography with scientists struggling to agree about what actually makes tectonic plates move.</a:t>
            </a:r>
            <a:endParaRPr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675" y="1134300"/>
            <a:ext cx="2698000" cy="269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402650" y="4052700"/>
            <a:ext cx="33030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 and Slab Pull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most widely accepted theory today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 and slab pull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margins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(where plates move away from each other),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 ridges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rise above the ocean floor. 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melts to form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rises, cools, and creates new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oceanic 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new rock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less dense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asthenosphere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but as it cools and thickens, it becomes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denser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further this new material moves from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 more it thickens. This forms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underwater mountains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rifts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makes the boundary between the solid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the softer, flowing </a:t>
            </a:r>
            <a:endParaRPr b="1"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75" y="4247888"/>
            <a:ext cx="3303024" cy="330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25975" y="1134300"/>
            <a:ext cx="38817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Convection currents</a:t>
            </a:r>
            <a:endParaRPr b="1"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most well-known theory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convection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Deep in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core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temperatures reach about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6,000 °C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makes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(hot, melted rock)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through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As it moves up, it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sinks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back down. These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push against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can carry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tectonic plates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them.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a long time, this idea was widely accepted, even though there was only a little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evidence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Modern imaging hasn’t been able to find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convection currents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big enough to move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this theory is now mostly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discredited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5975" y="7639900"/>
            <a:ext cx="6608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asthenosphere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slope downwards.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Gravity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then pushes the older plate away from the ridge. This process is called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margins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 new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oceanic 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forced below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continental plate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subduction zone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plate sinks under its own weight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pulling the rest of the plate with it. This process is called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slab pull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125975" y="152400"/>
            <a:ext cx="66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How do tectonic plates move?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25975" y="552600"/>
            <a:ext cx="6608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33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In geography, scientists still argue because they find it hard to agree what makes tectonic plates move.</a:t>
            </a:r>
            <a:endParaRPr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675" y="1134300"/>
            <a:ext cx="2698000" cy="26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75" y="4247888"/>
            <a:ext cx="3303024" cy="330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25975" y="1134300"/>
            <a:ext cx="38817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Convection currents</a:t>
            </a:r>
            <a:endParaRPr b="1" sz="1200">
              <a:solidFill>
                <a:srgbClr val="111827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most common theory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convection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In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core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temperatures reach about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6,000 °C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makes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(hot, melted rock) rise through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As it goes up, it cools and then sinks again. These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push on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can move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tectonic plates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many years, this theory was accepted, even though there was little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evidence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Modern imaging has not found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convection currents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large enough to move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the idea is now mostly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discredited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25975" y="7639925"/>
            <a:ext cx="6608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asthenosphere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slope downwards.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Gravity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then pushes the older plate away from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is called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margins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 new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oceanic 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pushed under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continental plate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subduction zone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plate sinks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under its own weight, pulling the rest of the plate with it. This process is called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slab pull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2375" y="61650"/>
            <a:ext cx="581700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3402650" y="4052688"/>
            <a:ext cx="33030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 and Slab Pull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most accepted theory today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 push and slab pull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margins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(where plates move apart),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 ridges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rise above the sea floor. 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melts to form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rises, cools, and creates new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oceanic 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new rock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less dense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asthenosphere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but as it cools and thickens it becomes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denser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this new material moves away from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ridge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it gets thicker. This creates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underwater mountains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rifts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makes the boundary between the solid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lithosphere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the softer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