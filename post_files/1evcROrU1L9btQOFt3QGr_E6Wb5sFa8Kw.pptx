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9144000"/>
  <p:notesSz cx="6794500" cy="9921875"/>
  <p:embeddedFontLst>
    <p:embeddedFont>
      <p:font typeface="Cambria Math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125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35" roundtripDataSignature="AMtx7mg+XIDki8nMKsHfc74DOOQfK5cW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9A4502-1680-4437-B5DD-326B41DC15BF}">
  <a:tblStyle styleId="{BB9A4502-1680-4437-B5DD-326B41DC15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5" orient="horz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CambriaMath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8100" y="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340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8100" y="942340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</a:rPr>
              <a:t>LEARNING OBJECTIVE				</a:t>
            </a:r>
            <a:r>
              <a:rPr b="1" lang="en-GB" sz="1400">
                <a:solidFill>
                  <a:schemeClr val="accent2"/>
                </a:solidFill>
              </a:rPr>
              <a:t> Phase 2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learning objective should </a:t>
            </a:r>
            <a:r>
              <a:rPr b="1" lang="en-GB">
                <a:solidFill>
                  <a:srgbClr val="000000"/>
                </a:solidFill>
              </a:rPr>
              <a:t>not</a:t>
            </a:r>
            <a:r>
              <a:rPr lang="en-GB">
                <a:solidFill>
                  <a:srgbClr val="000000"/>
                </a:solidFill>
              </a:rPr>
              <a:t> be a checklist of tasks you’d like the students to complete by the end of the lesson i.e a list of outcomes.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What will students be able to do/demonstrate at the end of the lesson that they couldn’t do at the beginning? What are they going to </a:t>
            </a:r>
            <a:r>
              <a:rPr b="1" lang="en-GB">
                <a:solidFill>
                  <a:srgbClr val="000000"/>
                </a:solidFill>
              </a:rPr>
              <a:t>learn</a:t>
            </a:r>
            <a:r>
              <a:rPr lang="en-GB">
                <a:solidFill>
                  <a:srgbClr val="000000"/>
                </a:solidFill>
              </a:rPr>
              <a:t> in this lesson?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This learning objective needs to be copied onto the </a:t>
            </a:r>
            <a:r>
              <a:rPr lang="en-GB" u="sng">
                <a:solidFill>
                  <a:srgbClr val="000000"/>
                </a:solidFill>
              </a:rPr>
              <a:t>base of each subsequent slide</a:t>
            </a:r>
            <a:r>
              <a:rPr lang="en-GB">
                <a:solidFill>
                  <a:srgbClr val="000000"/>
                </a:solidFill>
              </a:rPr>
              <a:t>, to remind the students (and the teacher!) of the lesson objective throughout the lesson.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objective should be referred to </a:t>
            </a:r>
            <a:r>
              <a:rPr lang="en-GB" u="sng">
                <a:solidFill>
                  <a:srgbClr val="000000"/>
                </a:solidFill>
              </a:rPr>
              <a:t>continually</a:t>
            </a:r>
            <a:r>
              <a:rPr lang="en-GB">
                <a:solidFill>
                  <a:srgbClr val="000000"/>
                </a:solidFill>
              </a:rPr>
              <a:t> during the lesson, not just at the beginning and the end.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2" name="Google Shape;442;p9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:notes"/>
          <p:cNvSpPr txBox="1"/>
          <p:nvPr>
            <p:ph idx="12" type="sldNum"/>
          </p:nvPr>
        </p:nvSpPr>
        <p:spPr>
          <a:xfrm>
            <a:off x="3848100" y="942340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1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2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3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4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5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6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7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7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8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8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9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9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0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0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1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1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2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3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3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4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5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1" name="Google Shape;841;p25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PLENARY/REVIEW				</a:t>
            </a:r>
            <a:r>
              <a:rPr b="1" lang="en-GB" sz="1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Phase 4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Opportunity to review the learning objective and to look ahead.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Must be a </a:t>
            </a:r>
            <a:r>
              <a:rPr b="1"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planned activity </a:t>
            </a: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adequate time allocated. Crucial element to the lesson.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Teacher needs to think of a means of assessing to what extent the learning objective has been met (show of hands, hold up 1, 2 or 3 fingers, Q&amp;A, students asked to summarise what they have learnt, mini whiteboards etc.)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again handheld voting systems could be used here as well as tablet PCs or interactive whiteboard.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 to give a quick preview of the next lesson – what’s coming next, where are we heading? Leave students excited at the prospect.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6:notes"/>
          <p:cNvSpPr/>
          <p:nvPr>
            <p:ph idx="2" type="sldImg"/>
          </p:nvPr>
        </p:nvSpPr>
        <p:spPr>
          <a:xfrm>
            <a:off x="915988" y="744538"/>
            <a:ext cx="4962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0" name="Google Shape;850;p26:notes"/>
          <p:cNvSpPr txBox="1"/>
          <p:nvPr>
            <p:ph idx="1" type="body"/>
          </p:nvPr>
        </p:nvSpPr>
        <p:spPr>
          <a:xfrm>
            <a:off x="679450" y="4713288"/>
            <a:ext cx="54356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6:notes"/>
          <p:cNvSpPr txBox="1"/>
          <p:nvPr>
            <p:ph idx="12" type="sldNum"/>
          </p:nvPr>
        </p:nvSpPr>
        <p:spPr>
          <a:xfrm>
            <a:off x="3848100" y="942340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9" name="Google Shape;49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9" name="Google Shape;59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3" Type="http://schemas.openxmlformats.org/officeDocument/2006/relationships/image" Target="../media/image8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5" Type="http://schemas.openxmlformats.org/officeDocument/2006/relationships/image" Target="../media/image18.png"/><Relationship Id="rId14" Type="http://schemas.openxmlformats.org/officeDocument/2006/relationships/image" Target="../media/image1.png"/><Relationship Id="rId17" Type="http://schemas.openxmlformats.org/officeDocument/2006/relationships/image" Target="../media/image16.png"/><Relationship Id="rId16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9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38.png"/><Relationship Id="rId5" Type="http://schemas.openxmlformats.org/officeDocument/2006/relationships/image" Target="../media/image49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Relationship Id="rId8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hyperlink" Target="https://www.geogebra.org/m/KWb7RrTu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Relationship Id="rId6" Type="http://schemas.openxmlformats.org/officeDocument/2006/relationships/image" Target="../media/image47.png"/><Relationship Id="rId7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56.png"/><Relationship Id="rId5" Type="http://schemas.openxmlformats.org/officeDocument/2006/relationships/image" Target="../media/image48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3" Type="http://schemas.openxmlformats.org/officeDocument/2006/relationships/image" Target="../media/image72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Relationship Id="rId9" Type="http://schemas.openxmlformats.org/officeDocument/2006/relationships/image" Target="../media/image63.png"/><Relationship Id="rId5" Type="http://schemas.openxmlformats.org/officeDocument/2006/relationships/image" Target="../media/image62.png"/><Relationship Id="rId6" Type="http://schemas.openxmlformats.org/officeDocument/2006/relationships/image" Target="../media/image66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79.png"/><Relationship Id="rId13" Type="http://schemas.openxmlformats.org/officeDocument/2006/relationships/image" Target="../media/image85.png"/><Relationship Id="rId1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Relationship Id="rId4" Type="http://schemas.openxmlformats.org/officeDocument/2006/relationships/image" Target="../media/image74.png"/><Relationship Id="rId9" Type="http://schemas.openxmlformats.org/officeDocument/2006/relationships/image" Target="../media/image75.png"/><Relationship Id="rId14" Type="http://schemas.openxmlformats.org/officeDocument/2006/relationships/image" Target="../media/image83.png"/><Relationship Id="rId5" Type="http://schemas.openxmlformats.org/officeDocument/2006/relationships/image" Target="../media/image73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71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2.png"/><Relationship Id="rId10" Type="http://schemas.openxmlformats.org/officeDocument/2006/relationships/image" Target="../media/image86.png"/><Relationship Id="rId1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9" Type="http://schemas.openxmlformats.org/officeDocument/2006/relationships/image" Target="../media/image82.png"/><Relationship Id="rId5" Type="http://schemas.openxmlformats.org/officeDocument/2006/relationships/image" Target="../media/image87.png"/><Relationship Id="rId6" Type="http://schemas.openxmlformats.org/officeDocument/2006/relationships/image" Target="../media/image90.png"/><Relationship Id="rId7" Type="http://schemas.openxmlformats.org/officeDocument/2006/relationships/image" Target="../media/image81.png"/><Relationship Id="rId8" Type="http://schemas.openxmlformats.org/officeDocument/2006/relationships/image" Target="../media/image8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0.png"/><Relationship Id="rId4" Type="http://schemas.openxmlformats.org/officeDocument/2006/relationships/image" Target="../media/image95.png"/><Relationship Id="rId9" Type="http://schemas.openxmlformats.org/officeDocument/2006/relationships/image" Target="../media/image97.png"/><Relationship Id="rId5" Type="http://schemas.openxmlformats.org/officeDocument/2006/relationships/image" Target="../media/image91.png"/><Relationship Id="rId6" Type="http://schemas.openxmlformats.org/officeDocument/2006/relationships/image" Target="../media/image96.png"/><Relationship Id="rId7" Type="http://schemas.openxmlformats.org/officeDocument/2006/relationships/image" Target="../media/image93.png"/><Relationship Id="rId8" Type="http://schemas.openxmlformats.org/officeDocument/2006/relationships/image" Target="../media/image9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4.png"/><Relationship Id="rId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6660232" y="0"/>
            <a:ext cx="31976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GB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October 2020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763688" y="688118"/>
            <a:ext cx="5601277" cy="661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7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Interior and Exterior Angles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395913" y="6156325"/>
            <a:ext cx="37480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get started!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2627784" y="1447344"/>
            <a:ext cx="4172937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definition of a polygon?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the following: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six-sided polygon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twelve-sided polygon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seven-sided polygon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nine-sided polygon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five-sided polygon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twenty-sided polygon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298450" y="-71438"/>
            <a:ext cx="6416675" cy="615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going to learn today?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6715125" y="3714750"/>
            <a:ext cx="2327275" cy="3046413"/>
            <a:chOff x="2520" y="990"/>
            <a:chExt cx="2115" cy="2770"/>
          </a:xfrm>
        </p:grpSpPr>
        <p:sp>
          <p:nvSpPr>
            <p:cNvPr id="107" name="Google Shape;107;p2"/>
            <p:cNvSpPr/>
            <p:nvPr/>
          </p:nvSpPr>
          <p:spPr>
            <a:xfrm>
              <a:off x="2520" y="990"/>
              <a:ext cx="2115" cy="2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15" y="1998"/>
              <a:ext cx="1598" cy="1397"/>
            </a:xfrm>
            <a:custGeom>
              <a:rect b="b" l="l" r="r" t="t"/>
              <a:pathLst>
                <a:path extrusionOk="0" h="1397" w="1598">
                  <a:moveTo>
                    <a:pt x="796" y="0"/>
                  </a:moveTo>
                  <a:lnTo>
                    <a:pt x="796" y="0"/>
                  </a:lnTo>
                  <a:lnTo>
                    <a:pt x="718" y="5"/>
                  </a:lnTo>
                  <a:lnTo>
                    <a:pt x="640" y="14"/>
                  </a:lnTo>
                  <a:lnTo>
                    <a:pt x="562" y="32"/>
                  </a:lnTo>
                  <a:lnTo>
                    <a:pt x="490" y="56"/>
                  </a:lnTo>
                  <a:lnTo>
                    <a:pt x="418" y="83"/>
                  </a:lnTo>
                  <a:lnTo>
                    <a:pt x="351" y="120"/>
                  </a:lnTo>
                  <a:lnTo>
                    <a:pt x="290" y="162"/>
                  </a:lnTo>
                  <a:lnTo>
                    <a:pt x="234" y="204"/>
                  </a:lnTo>
                  <a:lnTo>
                    <a:pt x="184" y="254"/>
                  </a:lnTo>
                  <a:lnTo>
                    <a:pt x="139" y="310"/>
                  </a:lnTo>
                  <a:lnTo>
                    <a:pt x="100" y="365"/>
                  </a:lnTo>
                  <a:lnTo>
                    <a:pt x="67" y="430"/>
                  </a:lnTo>
                  <a:lnTo>
                    <a:pt x="39" y="490"/>
                  </a:lnTo>
                  <a:lnTo>
                    <a:pt x="17" y="560"/>
                  </a:lnTo>
                  <a:lnTo>
                    <a:pt x="6" y="629"/>
                  </a:lnTo>
                  <a:lnTo>
                    <a:pt x="0" y="698"/>
                  </a:lnTo>
                  <a:lnTo>
                    <a:pt x="6" y="772"/>
                  </a:lnTo>
                  <a:lnTo>
                    <a:pt x="17" y="842"/>
                  </a:lnTo>
                  <a:lnTo>
                    <a:pt x="39" y="906"/>
                  </a:lnTo>
                  <a:lnTo>
                    <a:pt x="67" y="971"/>
                  </a:lnTo>
                  <a:lnTo>
                    <a:pt x="100" y="1031"/>
                  </a:lnTo>
                  <a:lnTo>
                    <a:pt x="139" y="1091"/>
                  </a:lnTo>
                  <a:lnTo>
                    <a:pt x="184" y="1142"/>
                  </a:lnTo>
                  <a:lnTo>
                    <a:pt x="234" y="1193"/>
                  </a:lnTo>
                  <a:lnTo>
                    <a:pt x="290" y="1239"/>
                  </a:lnTo>
                  <a:lnTo>
                    <a:pt x="351" y="1281"/>
                  </a:lnTo>
                  <a:lnTo>
                    <a:pt x="418" y="1313"/>
                  </a:lnTo>
                  <a:lnTo>
                    <a:pt x="490" y="1346"/>
                  </a:lnTo>
                  <a:lnTo>
                    <a:pt x="562" y="1369"/>
                  </a:lnTo>
                  <a:lnTo>
                    <a:pt x="640" y="1383"/>
                  </a:lnTo>
                  <a:lnTo>
                    <a:pt x="718" y="1397"/>
                  </a:lnTo>
                  <a:lnTo>
                    <a:pt x="796" y="1397"/>
                  </a:lnTo>
                  <a:lnTo>
                    <a:pt x="880" y="1397"/>
                  </a:lnTo>
                  <a:lnTo>
                    <a:pt x="957" y="1383"/>
                  </a:lnTo>
                  <a:lnTo>
                    <a:pt x="1035" y="1369"/>
                  </a:lnTo>
                  <a:lnTo>
                    <a:pt x="1108" y="1346"/>
                  </a:lnTo>
                  <a:lnTo>
                    <a:pt x="1180" y="1313"/>
                  </a:lnTo>
                  <a:lnTo>
                    <a:pt x="1241" y="1281"/>
                  </a:lnTo>
                  <a:lnTo>
                    <a:pt x="1303" y="1239"/>
                  </a:lnTo>
                  <a:lnTo>
                    <a:pt x="1364" y="1193"/>
                  </a:lnTo>
                  <a:lnTo>
                    <a:pt x="1414" y="1142"/>
                  </a:lnTo>
                  <a:lnTo>
                    <a:pt x="1458" y="1091"/>
                  </a:lnTo>
                  <a:lnTo>
                    <a:pt x="1497" y="1031"/>
                  </a:lnTo>
                  <a:lnTo>
                    <a:pt x="1531" y="971"/>
                  </a:lnTo>
                  <a:lnTo>
                    <a:pt x="1559" y="906"/>
                  </a:lnTo>
                  <a:lnTo>
                    <a:pt x="1581" y="842"/>
                  </a:lnTo>
                  <a:lnTo>
                    <a:pt x="1592" y="772"/>
                  </a:lnTo>
                  <a:lnTo>
                    <a:pt x="1598" y="698"/>
                  </a:lnTo>
                  <a:lnTo>
                    <a:pt x="1592" y="629"/>
                  </a:lnTo>
                  <a:lnTo>
                    <a:pt x="1581" y="560"/>
                  </a:lnTo>
                  <a:lnTo>
                    <a:pt x="1559" y="490"/>
                  </a:lnTo>
                  <a:lnTo>
                    <a:pt x="1531" y="430"/>
                  </a:lnTo>
                  <a:lnTo>
                    <a:pt x="1497" y="365"/>
                  </a:lnTo>
                  <a:lnTo>
                    <a:pt x="1458" y="310"/>
                  </a:lnTo>
                  <a:lnTo>
                    <a:pt x="1414" y="254"/>
                  </a:lnTo>
                  <a:lnTo>
                    <a:pt x="1364" y="204"/>
                  </a:lnTo>
                  <a:lnTo>
                    <a:pt x="1303" y="162"/>
                  </a:lnTo>
                  <a:lnTo>
                    <a:pt x="1241" y="120"/>
                  </a:lnTo>
                  <a:lnTo>
                    <a:pt x="1180" y="83"/>
                  </a:lnTo>
                  <a:lnTo>
                    <a:pt x="1108" y="56"/>
                  </a:lnTo>
                  <a:lnTo>
                    <a:pt x="1035" y="32"/>
                  </a:lnTo>
                  <a:lnTo>
                    <a:pt x="957" y="14"/>
                  </a:lnTo>
                  <a:lnTo>
                    <a:pt x="880" y="5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915" y="1993"/>
              <a:ext cx="1603" cy="1406"/>
            </a:xfrm>
            <a:custGeom>
              <a:rect b="b" l="l" r="r" t="t"/>
              <a:pathLst>
                <a:path extrusionOk="0" h="1406" w="1603">
                  <a:moveTo>
                    <a:pt x="802" y="0"/>
                  </a:moveTo>
                  <a:lnTo>
                    <a:pt x="802" y="0"/>
                  </a:lnTo>
                  <a:lnTo>
                    <a:pt x="718" y="5"/>
                  </a:lnTo>
                  <a:lnTo>
                    <a:pt x="640" y="14"/>
                  </a:lnTo>
                  <a:lnTo>
                    <a:pt x="562" y="33"/>
                  </a:lnTo>
                  <a:lnTo>
                    <a:pt x="490" y="56"/>
                  </a:lnTo>
                  <a:lnTo>
                    <a:pt x="418" y="84"/>
                  </a:lnTo>
                  <a:lnTo>
                    <a:pt x="356" y="121"/>
                  </a:lnTo>
                  <a:lnTo>
                    <a:pt x="290" y="162"/>
                  </a:lnTo>
                  <a:lnTo>
                    <a:pt x="234" y="204"/>
                  </a:lnTo>
                  <a:lnTo>
                    <a:pt x="184" y="255"/>
                  </a:lnTo>
                  <a:lnTo>
                    <a:pt x="139" y="310"/>
                  </a:lnTo>
                  <a:lnTo>
                    <a:pt x="95" y="370"/>
                  </a:lnTo>
                  <a:lnTo>
                    <a:pt x="61" y="431"/>
                  </a:lnTo>
                  <a:lnTo>
                    <a:pt x="39" y="495"/>
                  </a:lnTo>
                  <a:lnTo>
                    <a:pt x="17" y="560"/>
                  </a:lnTo>
                  <a:lnTo>
                    <a:pt x="6" y="629"/>
                  </a:lnTo>
                  <a:lnTo>
                    <a:pt x="0" y="703"/>
                  </a:lnTo>
                  <a:lnTo>
                    <a:pt x="6" y="773"/>
                  </a:lnTo>
                  <a:lnTo>
                    <a:pt x="17" y="842"/>
                  </a:lnTo>
                  <a:lnTo>
                    <a:pt x="39" y="911"/>
                  </a:lnTo>
                  <a:lnTo>
                    <a:pt x="61" y="976"/>
                  </a:lnTo>
                  <a:lnTo>
                    <a:pt x="95" y="1036"/>
                  </a:lnTo>
                  <a:lnTo>
                    <a:pt x="139" y="1096"/>
                  </a:lnTo>
                  <a:lnTo>
                    <a:pt x="184" y="1147"/>
                  </a:lnTo>
                  <a:lnTo>
                    <a:pt x="234" y="1198"/>
                  </a:lnTo>
                  <a:lnTo>
                    <a:pt x="290" y="1244"/>
                  </a:lnTo>
                  <a:lnTo>
                    <a:pt x="356" y="1286"/>
                  </a:lnTo>
                  <a:lnTo>
                    <a:pt x="418" y="1318"/>
                  </a:lnTo>
                  <a:lnTo>
                    <a:pt x="490" y="1351"/>
                  </a:lnTo>
                  <a:lnTo>
                    <a:pt x="562" y="1374"/>
                  </a:lnTo>
                  <a:lnTo>
                    <a:pt x="640" y="1392"/>
                  </a:lnTo>
                  <a:lnTo>
                    <a:pt x="718" y="1402"/>
                  </a:lnTo>
                  <a:lnTo>
                    <a:pt x="802" y="1406"/>
                  </a:lnTo>
                  <a:lnTo>
                    <a:pt x="885" y="1402"/>
                  </a:lnTo>
                  <a:lnTo>
                    <a:pt x="963" y="1392"/>
                  </a:lnTo>
                  <a:lnTo>
                    <a:pt x="1041" y="1374"/>
                  </a:lnTo>
                  <a:lnTo>
                    <a:pt x="1113" y="1351"/>
                  </a:lnTo>
                  <a:lnTo>
                    <a:pt x="1180" y="1318"/>
                  </a:lnTo>
                  <a:lnTo>
                    <a:pt x="1247" y="1286"/>
                  </a:lnTo>
                  <a:lnTo>
                    <a:pt x="1308" y="1244"/>
                  </a:lnTo>
                  <a:lnTo>
                    <a:pt x="1369" y="1198"/>
                  </a:lnTo>
                  <a:lnTo>
                    <a:pt x="1419" y="1147"/>
                  </a:lnTo>
                  <a:lnTo>
                    <a:pt x="1464" y="1096"/>
                  </a:lnTo>
                  <a:lnTo>
                    <a:pt x="1503" y="1036"/>
                  </a:lnTo>
                  <a:lnTo>
                    <a:pt x="1542" y="976"/>
                  </a:lnTo>
                  <a:lnTo>
                    <a:pt x="1564" y="911"/>
                  </a:lnTo>
                  <a:lnTo>
                    <a:pt x="1586" y="842"/>
                  </a:lnTo>
                  <a:lnTo>
                    <a:pt x="1598" y="773"/>
                  </a:lnTo>
                  <a:lnTo>
                    <a:pt x="1603" y="703"/>
                  </a:lnTo>
                  <a:lnTo>
                    <a:pt x="1598" y="629"/>
                  </a:lnTo>
                  <a:lnTo>
                    <a:pt x="1586" y="560"/>
                  </a:lnTo>
                  <a:lnTo>
                    <a:pt x="1564" y="495"/>
                  </a:lnTo>
                  <a:lnTo>
                    <a:pt x="1542" y="431"/>
                  </a:lnTo>
                  <a:lnTo>
                    <a:pt x="1503" y="370"/>
                  </a:lnTo>
                  <a:lnTo>
                    <a:pt x="1464" y="310"/>
                  </a:lnTo>
                  <a:lnTo>
                    <a:pt x="1419" y="255"/>
                  </a:lnTo>
                  <a:lnTo>
                    <a:pt x="1369" y="204"/>
                  </a:lnTo>
                  <a:lnTo>
                    <a:pt x="1308" y="162"/>
                  </a:lnTo>
                  <a:lnTo>
                    <a:pt x="1247" y="121"/>
                  </a:lnTo>
                  <a:lnTo>
                    <a:pt x="1180" y="84"/>
                  </a:lnTo>
                  <a:lnTo>
                    <a:pt x="1113" y="56"/>
                  </a:lnTo>
                  <a:lnTo>
                    <a:pt x="1041" y="33"/>
                  </a:lnTo>
                  <a:lnTo>
                    <a:pt x="963" y="14"/>
                  </a:lnTo>
                  <a:lnTo>
                    <a:pt x="885" y="5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rgbClr val="FFF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915" y="1989"/>
              <a:ext cx="1609" cy="1410"/>
            </a:xfrm>
            <a:custGeom>
              <a:rect b="b" l="l" r="r" t="t"/>
              <a:pathLst>
                <a:path extrusionOk="0" h="1410" w="1609">
                  <a:moveTo>
                    <a:pt x="802" y="0"/>
                  </a:moveTo>
                  <a:lnTo>
                    <a:pt x="802" y="0"/>
                  </a:lnTo>
                  <a:lnTo>
                    <a:pt x="724" y="4"/>
                  </a:lnTo>
                  <a:lnTo>
                    <a:pt x="640" y="14"/>
                  </a:lnTo>
                  <a:lnTo>
                    <a:pt x="568" y="32"/>
                  </a:lnTo>
                  <a:lnTo>
                    <a:pt x="490" y="55"/>
                  </a:lnTo>
                  <a:lnTo>
                    <a:pt x="423" y="83"/>
                  </a:lnTo>
                  <a:lnTo>
                    <a:pt x="356" y="120"/>
                  </a:lnTo>
                  <a:lnTo>
                    <a:pt x="295" y="162"/>
                  </a:lnTo>
                  <a:lnTo>
                    <a:pt x="234" y="208"/>
                  </a:lnTo>
                  <a:lnTo>
                    <a:pt x="184" y="254"/>
                  </a:lnTo>
                  <a:lnTo>
                    <a:pt x="139" y="310"/>
                  </a:lnTo>
                  <a:lnTo>
                    <a:pt x="95" y="370"/>
                  </a:lnTo>
                  <a:lnTo>
                    <a:pt x="61" y="430"/>
                  </a:lnTo>
                  <a:lnTo>
                    <a:pt x="34" y="495"/>
                  </a:lnTo>
                  <a:lnTo>
                    <a:pt x="17" y="564"/>
                  </a:lnTo>
                  <a:lnTo>
                    <a:pt x="6" y="633"/>
                  </a:lnTo>
                  <a:lnTo>
                    <a:pt x="0" y="703"/>
                  </a:lnTo>
                  <a:lnTo>
                    <a:pt x="6" y="777"/>
                  </a:lnTo>
                  <a:lnTo>
                    <a:pt x="17" y="846"/>
                  </a:lnTo>
                  <a:lnTo>
                    <a:pt x="34" y="915"/>
                  </a:lnTo>
                  <a:lnTo>
                    <a:pt x="61" y="980"/>
                  </a:lnTo>
                  <a:lnTo>
                    <a:pt x="95" y="1040"/>
                  </a:lnTo>
                  <a:lnTo>
                    <a:pt x="139" y="1100"/>
                  </a:lnTo>
                  <a:lnTo>
                    <a:pt x="184" y="1151"/>
                  </a:lnTo>
                  <a:lnTo>
                    <a:pt x="234" y="1202"/>
                  </a:lnTo>
                  <a:lnTo>
                    <a:pt x="295" y="1248"/>
                  </a:lnTo>
                  <a:lnTo>
                    <a:pt x="356" y="1290"/>
                  </a:lnTo>
                  <a:lnTo>
                    <a:pt x="423" y="1327"/>
                  </a:lnTo>
                  <a:lnTo>
                    <a:pt x="490" y="1355"/>
                  </a:lnTo>
                  <a:lnTo>
                    <a:pt x="568" y="1378"/>
                  </a:lnTo>
                  <a:lnTo>
                    <a:pt x="640" y="1396"/>
                  </a:lnTo>
                  <a:lnTo>
                    <a:pt x="724" y="1406"/>
                  </a:lnTo>
                  <a:lnTo>
                    <a:pt x="802" y="1410"/>
                  </a:lnTo>
                  <a:lnTo>
                    <a:pt x="885" y="1406"/>
                  </a:lnTo>
                  <a:lnTo>
                    <a:pt x="969" y="1396"/>
                  </a:lnTo>
                  <a:lnTo>
                    <a:pt x="1041" y="1378"/>
                  </a:lnTo>
                  <a:lnTo>
                    <a:pt x="1119" y="1355"/>
                  </a:lnTo>
                  <a:lnTo>
                    <a:pt x="1186" y="1327"/>
                  </a:lnTo>
                  <a:lnTo>
                    <a:pt x="1252" y="1290"/>
                  </a:lnTo>
                  <a:lnTo>
                    <a:pt x="1314" y="1248"/>
                  </a:lnTo>
                  <a:lnTo>
                    <a:pt x="1375" y="1202"/>
                  </a:lnTo>
                  <a:lnTo>
                    <a:pt x="1425" y="1151"/>
                  </a:lnTo>
                  <a:lnTo>
                    <a:pt x="1470" y="1100"/>
                  </a:lnTo>
                  <a:lnTo>
                    <a:pt x="1514" y="1040"/>
                  </a:lnTo>
                  <a:lnTo>
                    <a:pt x="1547" y="980"/>
                  </a:lnTo>
                  <a:lnTo>
                    <a:pt x="1575" y="915"/>
                  </a:lnTo>
                  <a:lnTo>
                    <a:pt x="1592" y="846"/>
                  </a:lnTo>
                  <a:lnTo>
                    <a:pt x="1603" y="777"/>
                  </a:lnTo>
                  <a:lnTo>
                    <a:pt x="1609" y="703"/>
                  </a:lnTo>
                  <a:lnTo>
                    <a:pt x="1603" y="633"/>
                  </a:lnTo>
                  <a:lnTo>
                    <a:pt x="1592" y="564"/>
                  </a:lnTo>
                  <a:lnTo>
                    <a:pt x="1575" y="495"/>
                  </a:lnTo>
                  <a:lnTo>
                    <a:pt x="1547" y="430"/>
                  </a:lnTo>
                  <a:lnTo>
                    <a:pt x="1514" y="370"/>
                  </a:lnTo>
                  <a:lnTo>
                    <a:pt x="1470" y="310"/>
                  </a:lnTo>
                  <a:lnTo>
                    <a:pt x="1425" y="254"/>
                  </a:lnTo>
                  <a:lnTo>
                    <a:pt x="1375" y="208"/>
                  </a:lnTo>
                  <a:lnTo>
                    <a:pt x="1314" y="162"/>
                  </a:lnTo>
                  <a:lnTo>
                    <a:pt x="1252" y="120"/>
                  </a:lnTo>
                  <a:lnTo>
                    <a:pt x="1186" y="83"/>
                  </a:lnTo>
                  <a:lnTo>
                    <a:pt x="1119" y="55"/>
                  </a:lnTo>
                  <a:lnTo>
                    <a:pt x="1041" y="32"/>
                  </a:lnTo>
                  <a:lnTo>
                    <a:pt x="969" y="14"/>
                  </a:lnTo>
                  <a:lnTo>
                    <a:pt x="885" y="4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rgbClr val="FFF2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915" y="1984"/>
              <a:ext cx="1614" cy="1415"/>
            </a:xfrm>
            <a:custGeom>
              <a:rect b="b" l="l" r="r" t="t"/>
              <a:pathLst>
                <a:path extrusionOk="0" h="1415" w="1614">
                  <a:moveTo>
                    <a:pt x="807" y="0"/>
                  </a:moveTo>
                  <a:lnTo>
                    <a:pt x="807" y="0"/>
                  </a:lnTo>
                  <a:lnTo>
                    <a:pt x="724" y="0"/>
                  </a:lnTo>
                  <a:lnTo>
                    <a:pt x="646" y="14"/>
                  </a:lnTo>
                  <a:lnTo>
                    <a:pt x="568" y="33"/>
                  </a:lnTo>
                  <a:lnTo>
                    <a:pt x="490" y="56"/>
                  </a:lnTo>
                  <a:lnTo>
                    <a:pt x="423" y="83"/>
                  </a:lnTo>
                  <a:lnTo>
                    <a:pt x="356" y="120"/>
                  </a:lnTo>
                  <a:lnTo>
                    <a:pt x="295" y="162"/>
                  </a:lnTo>
                  <a:lnTo>
                    <a:pt x="234" y="208"/>
                  </a:lnTo>
                  <a:lnTo>
                    <a:pt x="184" y="259"/>
                  </a:lnTo>
                  <a:lnTo>
                    <a:pt x="139" y="310"/>
                  </a:lnTo>
                  <a:lnTo>
                    <a:pt x="95" y="370"/>
                  </a:lnTo>
                  <a:lnTo>
                    <a:pt x="61" y="430"/>
                  </a:lnTo>
                  <a:lnTo>
                    <a:pt x="34" y="495"/>
                  </a:lnTo>
                  <a:lnTo>
                    <a:pt x="17" y="564"/>
                  </a:lnTo>
                  <a:lnTo>
                    <a:pt x="0" y="634"/>
                  </a:lnTo>
                  <a:lnTo>
                    <a:pt x="0" y="708"/>
                  </a:lnTo>
                  <a:lnTo>
                    <a:pt x="0" y="782"/>
                  </a:lnTo>
                  <a:lnTo>
                    <a:pt x="17" y="851"/>
                  </a:lnTo>
                  <a:lnTo>
                    <a:pt x="34" y="920"/>
                  </a:lnTo>
                  <a:lnTo>
                    <a:pt x="61" y="985"/>
                  </a:lnTo>
                  <a:lnTo>
                    <a:pt x="95" y="1045"/>
                  </a:lnTo>
                  <a:lnTo>
                    <a:pt x="139" y="1105"/>
                  </a:lnTo>
                  <a:lnTo>
                    <a:pt x="184" y="1156"/>
                  </a:lnTo>
                  <a:lnTo>
                    <a:pt x="234" y="1207"/>
                  </a:lnTo>
                  <a:lnTo>
                    <a:pt x="295" y="1253"/>
                  </a:lnTo>
                  <a:lnTo>
                    <a:pt x="356" y="1295"/>
                  </a:lnTo>
                  <a:lnTo>
                    <a:pt x="423" y="1332"/>
                  </a:lnTo>
                  <a:lnTo>
                    <a:pt x="490" y="1360"/>
                  </a:lnTo>
                  <a:lnTo>
                    <a:pt x="568" y="1383"/>
                  </a:lnTo>
                  <a:lnTo>
                    <a:pt x="646" y="1401"/>
                  </a:lnTo>
                  <a:lnTo>
                    <a:pt x="724" y="1415"/>
                  </a:lnTo>
                  <a:lnTo>
                    <a:pt x="807" y="1415"/>
                  </a:lnTo>
                  <a:lnTo>
                    <a:pt x="891" y="1415"/>
                  </a:lnTo>
                  <a:lnTo>
                    <a:pt x="969" y="1401"/>
                  </a:lnTo>
                  <a:lnTo>
                    <a:pt x="1047" y="1383"/>
                  </a:lnTo>
                  <a:lnTo>
                    <a:pt x="1119" y="1360"/>
                  </a:lnTo>
                  <a:lnTo>
                    <a:pt x="1191" y="1332"/>
                  </a:lnTo>
                  <a:lnTo>
                    <a:pt x="1258" y="1295"/>
                  </a:lnTo>
                  <a:lnTo>
                    <a:pt x="1319" y="1253"/>
                  </a:lnTo>
                  <a:lnTo>
                    <a:pt x="1380" y="1207"/>
                  </a:lnTo>
                  <a:lnTo>
                    <a:pt x="1431" y="1156"/>
                  </a:lnTo>
                  <a:lnTo>
                    <a:pt x="1475" y="1105"/>
                  </a:lnTo>
                  <a:lnTo>
                    <a:pt x="1520" y="1045"/>
                  </a:lnTo>
                  <a:lnTo>
                    <a:pt x="1553" y="985"/>
                  </a:lnTo>
                  <a:lnTo>
                    <a:pt x="1581" y="920"/>
                  </a:lnTo>
                  <a:lnTo>
                    <a:pt x="1598" y="851"/>
                  </a:lnTo>
                  <a:lnTo>
                    <a:pt x="1614" y="782"/>
                  </a:lnTo>
                  <a:lnTo>
                    <a:pt x="1614" y="708"/>
                  </a:lnTo>
                  <a:lnTo>
                    <a:pt x="1614" y="634"/>
                  </a:lnTo>
                  <a:lnTo>
                    <a:pt x="1598" y="564"/>
                  </a:lnTo>
                  <a:lnTo>
                    <a:pt x="1581" y="495"/>
                  </a:lnTo>
                  <a:lnTo>
                    <a:pt x="1553" y="430"/>
                  </a:lnTo>
                  <a:lnTo>
                    <a:pt x="1520" y="370"/>
                  </a:lnTo>
                  <a:lnTo>
                    <a:pt x="1475" y="310"/>
                  </a:lnTo>
                  <a:lnTo>
                    <a:pt x="1431" y="259"/>
                  </a:lnTo>
                  <a:lnTo>
                    <a:pt x="1380" y="208"/>
                  </a:lnTo>
                  <a:lnTo>
                    <a:pt x="1319" y="162"/>
                  </a:lnTo>
                  <a:lnTo>
                    <a:pt x="1258" y="120"/>
                  </a:lnTo>
                  <a:lnTo>
                    <a:pt x="1191" y="83"/>
                  </a:lnTo>
                  <a:lnTo>
                    <a:pt x="1119" y="56"/>
                  </a:lnTo>
                  <a:lnTo>
                    <a:pt x="1047" y="33"/>
                  </a:lnTo>
                  <a:lnTo>
                    <a:pt x="969" y="14"/>
                  </a:lnTo>
                  <a:lnTo>
                    <a:pt x="891" y="0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rgbClr val="FFED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910" y="1975"/>
              <a:ext cx="1625" cy="1429"/>
            </a:xfrm>
            <a:custGeom>
              <a:rect b="b" l="l" r="r" t="t"/>
              <a:pathLst>
                <a:path extrusionOk="0" h="1429" w="1625">
                  <a:moveTo>
                    <a:pt x="812" y="0"/>
                  </a:moveTo>
                  <a:lnTo>
                    <a:pt x="812" y="0"/>
                  </a:lnTo>
                  <a:lnTo>
                    <a:pt x="734" y="5"/>
                  </a:lnTo>
                  <a:lnTo>
                    <a:pt x="651" y="18"/>
                  </a:lnTo>
                  <a:lnTo>
                    <a:pt x="573" y="32"/>
                  </a:lnTo>
                  <a:lnTo>
                    <a:pt x="501" y="60"/>
                  </a:lnTo>
                  <a:lnTo>
                    <a:pt x="428" y="88"/>
                  </a:lnTo>
                  <a:lnTo>
                    <a:pt x="361" y="125"/>
                  </a:lnTo>
                  <a:lnTo>
                    <a:pt x="300" y="166"/>
                  </a:lnTo>
                  <a:lnTo>
                    <a:pt x="239" y="213"/>
                  </a:lnTo>
                  <a:lnTo>
                    <a:pt x="189" y="264"/>
                  </a:lnTo>
                  <a:lnTo>
                    <a:pt x="139" y="314"/>
                  </a:lnTo>
                  <a:lnTo>
                    <a:pt x="100" y="375"/>
                  </a:lnTo>
                  <a:lnTo>
                    <a:pt x="66" y="439"/>
                  </a:lnTo>
                  <a:lnTo>
                    <a:pt x="39" y="504"/>
                  </a:lnTo>
                  <a:lnTo>
                    <a:pt x="16" y="573"/>
                  </a:lnTo>
                  <a:lnTo>
                    <a:pt x="5" y="643"/>
                  </a:lnTo>
                  <a:lnTo>
                    <a:pt x="0" y="717"/>
                  </a:lnTo>
                  <a:lnTo>
                    <a:pt x="5" y="786"/>
                  </a:lnTo>
                  <a:lnTo>
                    <a:pt x="16" y="860"/>
                  </a:lnTo>
                  <a:lnTo>
                    <a:pt x="39" y="925"/>
                  </a:lnTo>
                  <a:lnTo>
                    <a:pt x="66" y="990"/>
                  </a:lnTo>
                  <a:lnTo>
                    <a:pt x="100" y="1054"/>
                  </a:lnTo>
                  <a:lnTo>
                    <a:pt x="139" y="1114"/>
                  </a:lnTo>
                  <a:lnTo>
                    <a:pt x="189" y="1170"/>
                  </a:lnTo>
                  <a:lnTo>
                    <a:pt x="239" y="1216"/>
                  </a:lnTo>
                  <a:lnTo>
                    <a:pt x="300" y="1262"/>
                  </a:lnTo>
                  <a:lnTo>
                    <a:pt x="361" y="1304"/>
                  </a:lnTo>
                  <a:lnTo>
                    <a:pt x="428" y="1341"/>
                  </a:lnTo>
                  <a:lnTo>
                    <a:pt x="501" y="1373"/>
                  </a:lnTo>
                  <a:lnTo>
                    <a:pt x="573" y="1397"/>
                  </a:lnTo>
                  <a:lnTo>
                    <a:pt x="651" y="1415"/>
                  </a:lnTo>
                  <a:lnTo>
                    <a:pt x="734" y="1424"/>
                  </a:lnTo>
                  <a:lnTo>
                    <a:pt x="812" y="1429"/>
                  </a:lnTo>
                  <a:lnTo>
                    <a:pt x="896" y="1424"/>
                  </a:lnTo>
                  <a:lnTo>
                    <a:pt x="979" y="1415"/>
                  </a:lnTo>
                  <a:lnTo>
                    <a:pt x="1057" y="1397"/>
                  </a:lnTo>
                  <a:lnTo>
                    <a:pt x="1129" y="1373"/>
                  </a:lnTo>
                  <a:lnTo>
                    <a:pt x="1202" y="1341"/>
                  </a:lnTo>
                  <a:lnTo>
                    <a:pt x="1269" y="1304"/>
                  </a:lnTo>
                  <a:lnTo>
                    <a:pt x="1330" y="1262"/>
                  </a:lnTo>
                  <a:lnTo>
                    <a:pt x="1391" y="1216"/>
                  </a:lnTo>
                  <a:lnTo>
                    <a:pt x="1441" y="1170"/>
                  </a:lnTo>
                  <a:lnTo>
                    <a:pt x="1486" y="1114"/>
                  </a:lnTo>
                  <a:lnTo>
                    <a:pt x="1530" y="1054"/>
                  </a:lnTo>
                  <a:lnTo>
                    <a:pt x="1564" y="990"/>
                  </a:lnTo>
                  <a:lnTo>
                    <a:pt x="1591" y="925"/>
                  </a:lnTo>
                  <a:lnTo>
                    <a:pt x="1614" y="860"/>
                  </a:lnTo>
                  <a:lnTo>
                    <a:pt x="1625" y="786"/>
                  </a:lnTo>
                  <a:lnTo>
                    <a:pt x="1625" y="717"/>
                  </a:lnTo>
                  <a:lnTo>
                    <a:pt x="1625" y="643"/>
                  </a:lnTo>
                  <a:lnTo>
                    <a:pt x="1614" y="573"/>
                  </a:lnTo>
                  <a:lnTo>
                    <a:pt x="1591" y="504"/>
                  </a:lnTo>
                  <a:lnTo>
                    <a:pt x="1564" y="439"/>
                  </a:lnTo>
                  <a:lnTo>
                    <a:pt x="1530" y="375"/>
                  </a:lnTo>
                  <a:lnTo>
                    <a:pt x="1486" y="314"/>
                  </a:lnTo>
                  <a:lnTo>
                    <a:pt x="1441" y="264"/>
                  </a:lnTo>
                  <a:lnTo>
                    <a:pt x="1391" y="213"/>
                  </a:lnTo>
                  <a:lnTo>
                    <a:pt x="1330" y="166"/>
                  </a:lnTo>
                  <a:lnTo>
                    <a:pt x="1269" y="125"/>
                  </a:lnTo>
                  <a:lnTo>
                    <a:pt x="1202" y="88"/>
                  </a:lnTo>
                  <a:lnTo>
                    <a:pt x="1129" y="60"/>
                  </a:lnTo>
                  <a:lnTo>
                    <a:pt x="1057" y="32"/>
                  </a:lnTo>
                  <a:lnTo>
                    <a:pt x="979" y="18"/>
                  </a:lnTo>
                  <a:lnTo>
                    <a:pt x="896" y="5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FFE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910" y="1970"/>
              <a:ext cx="1636" cy="1434"/>
            </a:xfrm>
            <a:custGeom>
              <a:rect b="b" l="l" r="r" t="t"/>
              <a:pathLst>
                <a:path extrusionOk="0" h="1434" w="1636">
                  <a:moveTo>
                    <a:pt x="818" y="0"/>
                  </a:moveTo>
                  <a:lnTo>
                    <a:pt x="818" y="0"/>
                  </a:lnTo>
                  <a:lnTo>
                    <a:pt x="734" y="5"/>
                  </a:lnTo>
                  <a:lnTo>
                    <a:pt x="651" y="14"/>
                  </a:lnTo>
                  <a:lnTo>
                    <a:pt x="573" y="33"/>
                  </a:lnTo>
                  <a:lnTo>
                    <a:pt x="501" y="56"/>
                  </a:lnTo>
                  <a:lnTo>
                    <a:pt x="428" y="88"/>
                  </a:lnTo>
                  <a:lnTo>
                    <a:pt x="361" y="125"/>
                  </a:lnTo>
                  <a:lnTo>
                    <a:pt x="300" y="167"/>
                  </a:lnTo>
                  <a:lnTo>
                    <a:pt x="239" y="213"/>
                  </a:lnTo>
                  <a:lnTo>
                    <a:pt x="189" y="264"/>
                  </a:lnTo>
                  <a:lnTo>
                    <a:pt x="139" y="319"/>
                  </a:lnTo>
                  <a:lnTo>
                    <a:pt x="100" y="375"/>
                  </a:lnTo>
                  <a:lnTo>
                    <a:pt x="66" y="440"/>
                  </a:lnTo>
                  <a:lnTo>
                    <a:pt x="39" y="504"/>
                  </a:lnTo>
                  <a:lnTo>
                    <a:pt x="16" y="574"/>
                  </a:lnTo>
                  <a:lnTo>
                    <a:pt x="5" y="643"/>
                  </a:lnTo>
                  <a:lnTo>
                    <a:pt x="0" y="717"/>
                  </a:lnTo>
                  <a:lnTo>
                    <a:pt x="5" y="791"/>
                  </a:lnTo>
                  <a:lnTo>
                    <a:pt x="16" y="861"/>
                  </a:lnTo>
                  <a:lnTo>
                    <a:pt x="39" y="930"/>
                  </a:lnTo>
                  <a:lnTo>
                    <a:pt x="66" y="995"/>
                  </a:lnTo>
                  <a:lnTo>
                    <a:pt x="100" y="1059"/>
                  </a:lnTo>
                  <a:lnTo>
                    <a:pt x="139" y="1119"/>
                  </a:lnTo>
                  <a:lnTo>
                    <a:pt x="189" y="1175"/>
                  </a:lnTo>
                  <a:lnTo>
                    <a:pt x="239" y="1226"/>
                  </a:lnTo>
                  <a:lnTo>
                    <a:pt x="300" y="1272"/>
                  </a:lnTo>
                  <a:lnTo>
                    <a:pt x="361" y="1314"/>
                  </a:lnTo>
                  <a:lnTo>
                    <a:pt x="428" y="1346"/>
                  </a:lnTo>
                  <a:lnTo>
                    <a:pt x="501" y="1378"/>
                  </a:lnTo>
                  <a:lnTo>
                    <a:pt x="573" y="1402"/>
                  </a:lnTo>
                  <a:lnTo>
                    <a:pt x="651" y="1420"/>
                  </a:lnTo>
                  <a:lnTo>
                    <a:pt x="734" y="1429"/>
                  </a:lnTo>
                  <a:lnTo>
                    <a:pt x="818" y="1434"/>
                  </a:lnTo>
                  <a:lnTo>
                    <a:pt x="901" y="1429"/>
                  </a:lnTo>
                  <a:lnTo>
                    <a:pt x="979" y="1420"/>
                  </a:lnTo>
                  <a:lnTo>
                    <a:pt x="1063" y="1402"/>
                  </a:lnTo>
                  <a:lnTo>
                    <a:pt x="1135" y="1378"/>
                  </a:lnTo>
                  <a:lnTo>
                    <a:pt x="1207" y="1346"/>
                  </a:lnTo>
                  <a:lnTo>
                    <a:pt x="1274" y="1314"/>
                  </a:lnTo>
                  <a:lnTo>
                    <a:pt x="1335" y="1272"/>
                  </a:lnTo>
                  <a:lnTo>
                    <a:pt x="1397" y="1226"/>
                  </a:lnTo>
                  <a:lnTo>
                    <a:pt x="1447" y="1175"/>
                  </a:lnTo>
                  <a:lnTo>
                    <a:pt x="1497" y="1119"/>
                  </a:lnTo>
                  <a:lnTo>
                    <a:pt x="1536" y="1059"/>
                  </a:lnTo>
                  <a:lnTo>
                    <a:pt x="1569" y="995"/>
                  </a:lnTo>
                  <a:lnTo>
                    <a:pt x="1597" y="930"/>
                  </a:lnTo>
                  <a:lnTo>
                    <a:pt x="1619" y="861"/>
                  </a:lnTo>
                  <a:lnTo>
                    <a:pt x="1630" y="791"/>
                  </a:lnTo>
                  <a:lnTo>
                    <a:pt x="1636" y="717"/>
                  </a:lnTo>
                  <a:lnTo>
                    <a:pt x="1630" y="643"/>
                  </a:lnTo>
                  <a:lnTo>
                    <a:pt x="1619" y="574"/>
                  </a:lnTo>
                  <a:lnTo>
                    <a:pt x="1597" y="504"/>
                  </a:lnTo>
                  <a:lnTo>
                    <a:pt x="1569" y="440"/>
                  </a:lnTo>
                  <a:lnTo>
                    <a:pt x="1536" y="375"/>
                  </a:lnTo>
                  <a:lnTo>
                    <a:pt x="1497" y="319"/>
                  </a:lnTo>
                  <a:lnTo>
                    <a:pt x="1447" y="264"/>
                  </a:lnTo>
                  <a:lnTo>
                    <a:pt x="1397" y="213"/>
                  </a:lnTo>
                  <a:lnTo>
                    <a:pt x="1335" y="167"/>
                  </a:lnTo>
                  <a:lnTo>
                    <a:pt x="1274" y="125"/>
                  </a:lnTo>
                  <a:lnTo>
                    <a:pt x="1207" y="88"/>
                  </a:lnTo>
                  <a:lnTo>
                    <a:pt x="1135" y="56"/>
                  </a:lnTo>
                  <a:lnTo>
                    <a:pt x="1063" y="33"/>
                  </a:lnTo>
                  <a:lnTo>
                    <a:pt x="979" y="14"/>
                  </a:lnTo>
                  <a:lnTo>
                    <a:pt x="901" y="5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rgbClr val="FFE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2910" y="1966"/>
              <a:ext cx="1642" cy="1438"/>
            </a:xfrm>
            <a:custGeom>
              <a:rect b="b" l="l" r="r" t="t"/>
              <a:pathLst>
                <a:path extrusionOk="0" h="1438" w="1642">
                  <a:moveTo>
                    <a:pt x="818" y="0"/>
                  </a:moveTo>
                  <a:lnTo>
                    <a:pt x="818" y="0"/>
                  </a:lnTo>
                  <a:lnTo>
                    <a:pt x="734" y="4"/>
                  </a:lnTo>
                  <a:lnTo>
                    <a:pt x="656" y="14"/>
                  </a:lnTo>
                  <a:lnTo>
                    <a:pt x="578" y="32"/>
                  </a:lnTo>
                  <a:lnTo>
                    <a:pt x="501" y="55"/>
                  </a:lnTo>
                  <a:lnTo>
                    <a:pt x="428" y="88"/>
                  </a:lnTo>
                  <a:lnTo>
                    <a:pt x="361" y="125"/>
                  </a:lnTo>
                  <a:lnTo>
                    <a:pt x="300" y="166"/>
                  </a:lnTo>
                  <a:lnTo>
                    <a:pt x="239" y="212"/>
                  </a:lnTo>
                  <a:lnTo>
                    <a:pt x="189" y="263"/>
                  </a:lnTo>
                  <a:lnTo>
                    <a:pt x="139" y="319"/>
                  </a:lnTo>
                  <a:lnTo>
                    <a:pt x="100" y="379"/>
                  </a:lnTo>
                  <a:lnTo>
                    <a:pt x="66" y="439"/>
                  </a:lnTo>
                  <a:lnTo>
                    <a:pt x="39" y="508"/>
                  </a:lnTo>
                  <a:lnTo>
                    <a:pt x="16" y="573"/>
                  </a:lnTo>
                  <a:lnTo>
                    <a:pt x="5" y="647"/>
                  </a:lnTo>
                  <a:lnTo>
                    <a:pt x="0" y="721"/>
                  </a:lnTo>
                  <a:lnTo>
                    <a:pt x="5" y="795"/>
                  </a:lnTo>
                  <a:lnTo>
                    <a:pt x="16" y="865"/>
                  </a:lnTo>
                  <a:lnTo>
                    <a:pt x="39" y="934"/>
                  </a:lnTo>
                  <a:lnTo>
                    <a:pt x="66" y="999"/>
                  </a:lnTo>
                  <a:lnTo>
                    <a:pt x="100" y="1063"/>
                  </a:lnTo>
                  <a:lnTo>
                    <a:pt x="139" y="1123"/>
                  </a:lnTo>
                  <a:lnTo>
                    <a:pt x="189" y="1179"/>
                  </a:lnTo>
                  <a:lnTo>
                    <a:pt x="239" y="1230"/>
                  </a:lnTo>
                  <a:lnTo>
                    <a:pt x="300" y="1276"/>
                  </a:lnTo>
                  <a:lnTo>
                    <a:pt x="361" y="1318"/>
                  </a:lnTo>
                  <a:lnTo>
                    <a:pt x="428" y="1355"/>
                  </a:lnTo>
                  <a:lnTo>
                    <a:pt x="501" y="1382"/>
                  </a:lnTo>
                  <a:lnTo>
                    <a:pt x="578" y="1406"/>
                  </a:lnTo>
                  <a:lnTo>
                    <a:pt x="656" y="1424"/>
                  </a:lnTo>
                  <a:lnTo>
                    <a:pt x="734" y="1438"/>
                  </a:lnTo>
                  <a:lnTo>
                    <a:pt x="818" y="1438"/>
                  </a:lnTo>
                  <a:lnTo>
                    <a:pt x="907" y="1438"/>
                  </a:lnTo>
                  <a:lnTo>
                    <a:pt x="985" y="1424"/>
                  </a:lnTo>
                  <a:lnTo>
                    <a:pt x="1063" y="1406"/>
                  </a:lnTo>
                  <a:lnTo>
                    <a:pt x="1141" y="1382"/>
                  </a:lnTo>
                  <a:lnTo>
                    <a:pt x="1213" y="1355"/>
                  </a:lnTo>
                  <a:lnTo>
                    <a:pt x="1280" y="1318"/>
                  </a:lnTo>
                  <a:lnTo>
                    <a:pt x="1341" y="1276"/>
                  </a:lnTo>
                  <a:lnTo>
                    <a:pt x="1402" y="1230"/>
                  </a:lnTo>
                  <a:lnTo>
                    <a:pt x="1452" y="1179"/>
                  </a:lnTo>
                  <a:lnTo>
                    <a:pt x="1502" y="1123"/>
                  </a:lnTo>
                  <a:lnTo>
                    <a:pt x="1541" y="1063"/>
                  </a:lnTo>
                  <a:lnTo>
                    <a:pt x="1575" y="999"/>
                  </a:lnTo>
                  <a:lnTo>
                    <a:pt x="1603" y="934"/>
                  </a:lnTo>
                  <a:lnTo>
                    <a:pt x="1625" y="865"/>
                  </a:lnTo>
                  <a:lnTo>
                    <a:pt x="1636" y="795"/>
                  </a:lnTo>
                  <a:lnTo>
                    <a:pt x="1642" y="721"/>
                  </a:lnTo>
                  <a:lnTo>
                    <a:pt x="1636" y="647"/>
                  </a:lnTo>
                  <a:lnTo>
                    <a:pt x="1625" y="573"/>
                  </a:lnTo>
                  <a:lnTo>
                    <a:pt x="1603" y="508"/>
                  </a:lnTo>
                  <a:lnTo>
                    <a:pt x="1575" y="439"/>
                  </a:lnTo>
                  <a:lnTo>
                    <a:pt x="1541" y="379"/>
                  </a:lnTo>
                  <a:lnTo>
                    <a:pt x="1502" y="319"/>
                  </a:lnTo>
                  <a:lnTo>
                    <a:pt x="1452" y="263"/>
                  </a:lnTo>
                  <a:lnTo>
                    <a:pt x="1402" y="212"/>
                  </a:lnTo>
                  <a:lnTo>
                    <a:pt x="1341" y="166"/>
                  </a:lnTo>
                  <a:lnTo>
                    <a:pt x="1280" y="125"/>
                  </a:lnTo>
                  <a:lnTo>
                    <a:pt x="1213" y="88"/>
                  </a:lnTo>
                  <a:lnTo>
                    <a:pt x="1141" y="55"/>
                  </a:lnTo>
                  <a:lnTo>
                    <a:pt x="1063" y="32"/>
                  </a:lnTo>
                  <a:lnTo>
                    <a:pt x="985" y="14"/>
                  </a:lnTo>
                  <a:lnTo>
                    <a:pt x="907" y="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910" y="1961"/>
              <a:ext cx="1647" cy="1448"/>
            </a:xfrm>
            <a:custGeom>
              <a:rect b="b" l="l" r="r" t="t"/>
              <a:pathLst>
                <a:path extrusionOk="0" h="1448" w="1647">
                  <a:moveTo>
                    <a:pt x="823" y="0"/>
                  </a:moveTo>
                  <a:lnTo>
                    <a:pt x="823" y="0"/>
                  </a:lnTo>
                  <a:lnTo>
                    <a:pt x="740" y="5"/>
                  </a:lnTo>
                  <a:lnTo>
                    <a:pt x="656" y="14"/>
                  </a:lnTo>
                  <a:lnTo>
                    <a:pt x="578" y="32"/>
                  </a:lnTo>
                  <a:lnTo>
                    <a:pt x="501" y="56"/>
                  </a:lnTo>
                  <a:lnTo>
                    <a:pt x="428" y="88"/>
                  </a:lnTo>
                  <a:lnTo>
                    <a:pt x="361" y="125"/>
                  </a:lnTo>
                  <a:lnTo>
                    <a:pt x="300" y="167"/>
                  </a:lnTo>
                  <a:lnTo>
                    <a:pt x="239" y="213"/>
                  </a:lnTo>
                  <a:lnTo>
                    <a:pt x="189" y="264"/>
                  </a:lnTo>
                  <a:lnTo>
                    <a:pt x="139" y="319"/>
                  </a:lnTo>
                  <a:lnTo>
                    <a:pt x="100" y="379"/>
                  </a:lnTo>
                  <a:lnTo>
                    <a:pt x="66" y="444"/>
                  </a:lnTo>
                  <a:lnTo>
                    <a:pt x="39" y="509"/>
                  </a:lnTo>
                  <a:lnTo>
                    <a:pt x="16" y="578"/>
                  </a:lnTo>
                  <a:lnTo>
                    <a:pt x="5" y="648"/>
                  </a:lnTo>
                  <a:lnTo>
                    <a:pt x="0" y="722"/>
                  </a:lnTo>
                  <a:lnTo>
                    <a:pt x="5" y="796"/>
                  </a:lnTo>
                  <a:lnTo>
                    <a:pt x="16" y="870"/>
                  </a:lnTo>
                  <a:lnTo>
                    <a:pt x="39" y="939"/>
                  </a:lnTo>
                  <a:lnTo>
                    <a:pt x="66" y="1004"/>
                  </a:lnTo>
                  <a:lnTo>
                    <a:pt x="100" y="1068"/>
                  </a:lnTo>
                  <a:lnTo>
                    <a:pt x="139" y="1128"/>
                  </a:lnTo>
                  <a:lnTo>
                    <a:pt x="189" y="1184"/>
                  </a:lnTo>
                  <a:lnTo>
                    <a:pt x="239" y="1235"/>
                  </a:lnTo>
                  <a:lnTo>
                    <a:pt x="300" y="1281"/>
                  </a:lnTo>
                  <a:lnTo>
                    <a:pt x="361" y="1323"/>
                  </a:lnTo>
                  <a:lnTo>
                    <a:pt x="428" y="1360"/>
                  </a:lnTo>
                  <a:lnTo>
                    <a:pt x="501" y="1387"/>
                  </a:lnTo>
                  <a:lnTo>
                    <a:pt x="578" y="1415"/>
                  </a:lnTo>
                  <a:lnTo>
                    <a:pt x="656" y="1429"/>
                  </a:lnTo>
                  <a:lnTo>
                    <a:pt x="740" y="1443"/>
                  </a:lnTo>
                  <a:lnTo>
                    <a:pt x="823" y="1448"/>
                  </a:lnTo>
                  <a:lnTo>
                    <a:pt x="907" y="1443"/>
                  </a:lnTo>
                  <a:lnTo>
                    <a:pt x="990" y="1429"/>
                  </a:lnTo>
                  <a:lnTo>
                    <a:pt x="1068" y="1415"/>
                  </a:lnTo>
                  <a:lnTo>
                    <a:pt x="1146" y="1387"/>
                  </a:lnTo>
                  <a:lnTo>
                    <a:pt x="1213" y="1360"/>
                  </a:lnTo>
                  <a:lnTo>
                    <a:pt x="1285" y="1323"/>
                  </a:lnTo>
                  <a:lnTo>
                    <a:pt x="1347" y="1281"/>
                  </a:lnTo>
                  <a:lnTo>
                    <a:pt x="1408" y="1235"/>
                  </a:lnTo>
                  <a:lnTo>
                    <a:pt x="1458" y="1184"/>
                  </a:lnTo>
                  <a:lnTo>
                    <a:pt x="1508" y="1128"/>
                  </a:lnTo>
                  <a:lnTo>
                    <a:pt x="1547" y="1068"/>
                  </a:lnTo>
                  <a:lnTo>
                    <a:pt x="1580" y="1004"/>
                  </a:lnTo>
                  <a:lnTo>
                    <a:pt x="1608" y="939"/>
                  </a:lnTo>
                  <a:lnTo>
                    <a:pt x="1630" y="870"/>
                  </a:lnTo>
                  <a:lnTo>
                    <a:pt x="1642" y="796"/>
                  </a:lnTo>
                  <a:lnTo>
                    <a:pt x="1647" y="722"/>
                  </a:lnTo>
                  <a:lnTo>
                    <a:pt x="1642" y="648"/>
                  </a:lnTo>
                  <a:lnTo>
                    <a:pt x="1630" y="578"/>
                  </a:lnTo>
                  <a:lnTo>
                    <a:pt x="1608" y="509"/>
                  </a:lnTo>
                  <a:lnTo>
                    <a:pt x="1580" y="444"/>
                  </a:lnTo>
                  <a:lnTo>
                    <a:pt x="1547" y="379"/>
                  </a:lnTo>
                  <a:lnTo>
                    <a:pt x="1508" y="319"/>
                  </a:lnTo>
                  <a:lnTo>
                    <a:pt x="1458" y="264"/>
                  </a:lnTo>
                  <a:lnTo>
                    <a:pt x="1408" y="213"/>
                  </a:lnTo>
                  <a:lnTo>
                    <a:pt x="1347" y="167"/>
                  </a:lnTo>
                  <a:lnTo>
                    <a:pt x="1285" y="125"/>
                  </a:lnTo>
                  <a:lnTo>
                    <a:pt x="1213" y="88"/>
                  </a:lnTo>
                  <a:lnTo>
                    <a:pt x="1146" y="56"/>
                  </a:lnTo>
                  <a:lnTo>
                    <a:pt x="1068" y="32"/>
                  </a:lnTo>
                  <a:lnTo>
                    <a:pt x="990" y="14"/>
                  </a:lnTo>
                  <a:lnTo>
                    <a:pt x="907" y="5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rgbClr val="FFD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910" y="1956"/>
              <a:ext cx="1653" cy="1453"/>
            </a:xfrm>
            <a:custGeom>
              <a:rect b="b" l="l" r="r" t="t"/>
              <a:pathLst>
                <a:path extrusionOk="0" h="1453" w="1653">
                  <a:moveTo>
                    <a:pt x="823" y="0"/>
                  </a:moveTo>
                  <a:lnTo>
                    <a:pt x="823" y="0"/>
                  </a:lnTo>
                  <a:lnTo>
                    <a:pt x="740" y="5"/>
                  </a:lnTo>
                  <a:lnTo>
                    <a:pt x="662" y="14"/>
                  </a:lnTo>
                  <a:lnTo>
                    <a:pt x="578" y="33"/>
                  </a:lnTo>
                  <a:lnTo>
                    <a:pt x="506" y="56"/>
                  </a:lnTo>
                  <a:lnTo>
                    <a:pt x="434" y="88"/>
                  </a:lnTo>
                  <a:lnTo>
                    <a:pt x="361" y="125"/>
                  </a:lnTo>
                  <a:lnTo>
                    <a:pt x="300" y="167"/>
                  </a:lnTo>
                  <a:lnTo>
                    <a:pt x="239" y="213"/>
                  </a:lnTo>
                  <a:lnTo>
                    <a:pt x="189" y="264"/>
                  </a:lnTo>
                  <a:lnTo>
                    <a:pt x="139" y="320"/>
                  </a:lnTo>
                  <a:lnTo>
                    <a:pt x="100" y="380"/>
                  </a:lnTo>
                  <a:lnTo>
                    <a:pt x="61" y="444"/>
                  </a:lnTo>
                  <a:lnTo>
                    <a:pt x="33" y="509"/>
                  </a:lnTo>
                  <a:lnTo>
                    <a:pt x="16" y="579"/>
                  </a:lnTo>
                  <a:lnTo>
                    <a:pt x="0" y="653"/>
                  </a:lnTo>
                  <a:lnTo>
                    <a:pt x="0" y="727"/>
                  </a:lnTo>
                  <a:lnTo>
                    <a:pt x="0" y="801"/>
                  </a:lnTo>
                  <a:lnTo>
                    <a:pt x="16" y="870"/>
                  </a:lnTo>
                  <a:lnTo>
                    <a:pt x="33" y="944"/>
                  </a:lnTo>
                  <a:lnTo>
                    <a:pt x="61" y="1009"/>
                  </a:lnTo>
                  <a:lnTo>
                    <a:pt x="100" y="1073"/>
                  </a:lnTo>
                  <a:lnTo>
                    <a:pt x="139" y="1133"/>
                  </a:lnTo>
                  <a:lnTo>
                    <a:pt x="189" y="1189"/>
                  </a:lnTo>
                  <a:lnTo>
                    <a:pt x="239" y="1240"/>
                  </a:lnTo>
                  <a:lnTo>
                    <a:pt x="300" y="1286"/>
                  </a:lnTo>
                  <a:lnTo>
                    <a:pt x="361" y="1328"/>
                  </a:lnTo>
                  <a:lnTo>
                    <a:pt x="434" y="1365"/>
                  </a:lnTo>
                  <a:lnTo>
                    <a:pt x="506" y="1397"/>
                  </a:lnTo>
                  <a:lnTo>
                    <a:pt x="578" y="1420"/>
                  </a:lnTo>
                  <a:lnTo>
                    <a:pt x="662" y="1439"/>
                  </a:lnTo>
                  <a:lnTo>
                    <a:pt x="740" y="1448"/>
                  </a:lnTo>
                  <a:lnTo>
                    <a:pt x="823" y="1453"/>
                  </a:lnTo>
                  <a:lnTo>
                    <a:pt x="912" y="1448"/>
                  </a:lnTo>
                  <a:lnTo>
                    <a:pt x="990" y="1439"/>
                  </a:lnTo>
                  <a:lnTo>
                    <a:pt x="1074" y="1420"/>
                  </a:lnTo>
                  <a:lnTo>
                    <a:pt x="1146" y="1397"/>
                  </a:lnTo>
                  <a:lnTo>
                    <a:pt x="1219" y="1365"/>
                  </a:lnTo>
                  <a:lnTo>
                    <a:pt x="1291" y="1328"/>
                  </a:lnTo>
                  <a:lnTo>
                    <a:pt x="1352" y="1286"/>
                  </a:lnTo>
                  <a:lnTo>
                    <a:pt x="1413" y="1240"/>
                  </a:lnTo>
                  <a:lnTo>
                    <a:pt x="1463" y="1189"/>
                  </a:lnTo>
                  <a:lnTo>
                    <a:pt x="1514" y="1133"/>
                  </a:lnTo>
                  <a:lnTo>
                    <a:pt x="1552" y="1073"/>
                  </a:lnTo>
                  <a:lnTo>
                    <a:pt x="1591" y="1009"/>
                  </a:lnTo>
                  <a:lnTo>
                    <a:pt x="1619" y="944"/>
                  </a:lnTo>
                  <a:lnTo>
                    <a:pt x="1636" y="870"/>
                  </a:lnTo>
                  <a:lnTo>
                    <a:pt x="1647" y="801"/>
                  </a:lnTo>
                  <a:lnTo>
                    <a:pt x="1653" y="727"/>
                  </a:lnTo>
                  <a:lnTo>
                    <a:pt x="1647" y="653"/>
                  </a:lnTo>
                  <a:lnTo>
                    <a:pt x="1636" y="579"/>
                  </a:lnTo>
                  <a:lnTo>
                    <a:pt x="1619" y="509"/>
                  </a:lnTo>
                  <a:lnTo>
                    <a:pt x="1591" y="444"/>
                  </a:lnTo>
                  <a:lnTo>
                    <a:pt x="1552" y="380"/>
                  </a:lnTo>
                  <a:lnTo>
                    <a:pt x="1514" y="320"/>
                  </a:lnTo>
                  <a:lnTo>
                    <a:pt x="1463" y="264"/>
                  </a:lnTo>
                  <a:lnTo>
                    <a:pt x="1413" y="213"/>
                  </a:lnTo>
                  <a:lnTo>
                    <a:pt x="1352" y="167"/>
                  </a:lnTo>
                  <a:lnTo>
                    <a:pt x="1291" y="125"/>
                  </a:lnTo>
                  <a:lnTo>
                    <a:pt x="1219" y="88"/>
                  </a:lnTo>
                  <a:lnTo>
                    <a:pt x="1146" y="56"/>
                  </a:lnTo>
                  <a:lnTo>
                    <a:pt x="1074" y="33"/>
                  </a:lnTo>
                  <a:lnTo>
                    <a:pt x="990" y="14"/>
                  </a:lnTo>
                  <a:lnTo>
                    <a:pt x="912" y="5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rgbClr val="FFD1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904" y="1952"/>
              <a:ext cx="1664" cy="1457"/>
            </a:xfrm>
            <a:custGeom>
              <a:rect b="b" l="l" r="r" t="t"/>
              <a:pathLst>
                <a:path extrusionOk="0" h="1457" w="1664">
                  <a:moveTo>
                    <a:pt x="835" y="0"/>
                  </a:moveTo>
                  <a:lnTo>
                    <a:pt x="835" y="0"/>
                  </a:lnTo>
                  <a:lnTo>
                    <a:pt x="751" y="0"/>
                  </a:lnTo>
                  <a:lnTo>
                    <a:pt x="668" y="14"/>
                  </a:lnTo>
                  <a:lnTo>
                    <a:pt x="590" y="32"/>
                  </a:lnTo>
                  <a:lnTo>
                    <a:pt x="512" y="55"/>
                  </a:lnTo>
                  <a:lnTo>
                    <a:pt x="440" y="88"/>
                  </a:lnTo>
                  <a:lnTo>
                    <a:pt x="367" y="125"/>
                  </a:lnTo>
                  <a:lnTo>
                    <a:pt x="306" y="166"/>
                  </a:lnTo>
                  <a:lnTo>
                    <a:pt x="245" y="213"/>
                  </a:lnTo>
                  <a:lnTo>
                    <a:pt x="195" y="263"/>
                  </a:lnTo>
                  <a:lnTo>
                    <a:pt x="145" y="319"/>
                  </a:lnTo>
                  <a:lnTo>
                    <a:pt x="106" y="379"/>
                  </a:lnTo>
                  <a:lnTo>
                    <a:pt x="67" y="444"/>
                  </a:lnTo>
                  <a:lnTo>
                    <a:pt x="39" y="513"/>
                  </a:lnTo>
                  <a:lnTo>
                    <a:pt x="22" y="583"/>
                  </a:lnTo>
                  <a:lnTo>
                    <a:pt x="6" y="652"/>
                  </a:lnTo>
                  <a:lnTo>
                    <a:pt x="0" y="726"/>
                  </a:lnTo>
                  <a:lnTo>
                    <a:pt x="6" y="805"/>
                  </a:lnTo>
                  <a:lnTo>
                    <a:pt x="22" y="874"/>
                  </a:lnTo>
                  <a:lnTo>
                    <a:pt x="39" y="943"/>
                  </a:lnTo>
                  <a:lnTo>
                    <a:pt x="67" y="1013"/>
                  </a:lnTo>
                  <a:lnTo>
                    <a:pt x="106" y="1077"/>
                  </a:lnTo>
                  <a:lnTo>
                    <a:pt x="145" y="1137"/>
                  </a:lnTo>
                  <a:lnTo>
                    <a:pt x="195" y="1193"/>
                  </a:lnTo>
                  <a:lnTo>
                    <a:pt x="245" y="1244"/>
                  </a:lnTo>
                  <a:lnTo>
                    <a:pt x="306" y="1290"/>
                  </a:lnTo>
                  <a:lnTo>
                    <a:pt x="367" y="1332"/>
                  </a:lnTo>
                  <a:lnTo>
                    <a:pt x="440" y="1369"/>
                  </a:lnTo>
                  <a:lnTo>
                    <a:pt x="512" y="1401"/>
                  </a:lnTo>
                  <a:lnTo>
                    <a:pt x="590" y="1424"/>
                  </a:lnTo>
                  <a:lnTo>
                    <a:pt x="668" y="1443"/>
                  </a:lnTo>
                  <a:lnTo>
                    <a:pt x="751" y="1452"/>
                  </a:lnTo>
                  <a:lnTo>
                    <a:pt x="835" y="1457"/>
                  </a:lnTo>
                  <a:lnTo>
                    <a:pt x="918" y="1452"/>
                  </a:lnTo>
                  <a:lnTo>
                    <a:pt x="1002" y="1443"/>
                  </a:lnTo>
                  <a:lnTo>
                    <a:pt x="1080" y="1424"/>
                  </a:lnTo>
                  <a:lnTo>
                    <a:pt x="1158" y="1401"/>
                  </a:lnTo>
                  <a:lnTo>
                    <a:pt x="1230" y="1369"/>
                  </a:lnTo>
                  <a:lnTo>
                    <a:pt x="1297" y="1332"/>
                  </a:lnTo>
                  <a:lnTo>
                    <a:pt x="1364" y="1290"/>
                  </a:lnTo>
                  <a:lnTo>
                    <a:pt x="1425" y="1244"/>
                  </a:lnTo>
                  <a:lnTo>
                    <a:pt x="1475" y="1193"/>
                  </a:lnTo>
                  <a:lnTo>
                    <a:pt x="1525" y="1137"/>
                  </a:lnTo>
                  <a:lnTo>
                    <a:pt x="1564" y="1077"/>
                  </a:lnTo>
                  <a:lnTo>
                    <a:pt x="1603" y="1013"/>
                  </a:lnTo>
                  <a:lnTo>
                    <a:pt x="1631" y="943"/>
                  </a:lnTo>
                  <a:lnTo>
                    <a:pt x="1648" y="874"/>
                  </a:lnTo>
                  <a:lnTo>
                    <a:pt x="1664" y="805"/>
                  </a:lnTo>
                  <a:lnTo>
                    <a:pt x="1664" y="726"/>
                  </a:lnTo>
                  <a:lnTo>
                    <a:pt x="1664" y="652"/>
                  </a:lnTo>
                  <a:lnTo>
                    <a:pt x="1648" y="583"/>
                  </a:lnTo>
                  <a:lnTo>
                    <a:pt x="1631" y="513"/>
                  </a:lnTo>
                  <a:lnTo>
                    <a:pt x="1603" y="444"/>
                  </a:lnTo>
                  <a:lnTo>
                    <a:pt x="1564" y="379"/>
                  </a:lnTo>
                  <a:lnTo>
                    <a:pt x="1525" y="319"/>
                  </a:lnTo>
                  <a:lnTo>
                    <a:pt x="1475" y="263"/>
                  </a:lnTo>
                  <a:lnTo>
                    <a:pt x="1425" y="213"/>
                  </a:lnTo>
                  <a:lnTo>
                    <a:pt x="1364" y="166"/>
                  </a:lnTo>
                  <a:lnTo>
                    <a:pt x="1297" y="125"/>
                  </a:lnTo>
                  <a:lnTo>
                    <a:pt x="1230" y="88"/>
                  </a:lnTo>
                  <a:lnTo>
                    <a:pt x="1158" y="55"/>
                  </a:lnTo>
                  <a:lnTo>
                    <a:pt x="1080" y="32"/>
                  </a:lnTo>
                  <a:lnTo>
                    <a:pt x="1002" y="14"/>
                  </a:lnTo>
                  <a:lnTo>
                    <a:pt x="918" y="0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904" y="1947"/>
              <a:ext cx="1675" cy="1466"/>
            </a:xfrm>
            <a:custGeom>
              <a:rect b="b" l="l" r="r" t="t"/>
              <a:pathLst>
                <a:path extrusionOk="0" h="1466" w="1675">
                  <a:moveTo>
                    <a:pt x="835" y="0"/>
                  </a:moveTo>
                  <a:lnTo>
                    <a:pt x="835" y="0"/>
                  </a:lnTo>
                  <a:lnTo>
                    <a:pt x="751" y="0"/>
                  </a:lnTo>
                  <a:lnTo>
                    <a:pt x="668" y="14"/>
                  </a:lnTo>
                  <a:lnTo>
                    <a:pt x="590" y="33"/>
                  </a:lnTo>
                  <a:lnTo>
                    <a:pt x="512" y="56"/>
                  </a:lnTo>
                  <a:lnTo>
                    <a:pt x="440" y="88"/>
                  </a:lnTo>
                  <a:lnTo>
                    <a:pt x="373" y="125"/>
                  </a:lnTo>
                  <a:lnTo>
                    <a:pt x="306" y="167"/>
                  </a:lnTo>
                  <a:lnTo>
                    <a:pt x="245" y="213"/>
                  </a:lnTo>
                  <a:lnTo>
                    <a:pt x="195" y="264"/>
                  </a:lnTo>
                  <a:lnTo>
                    <a:pt x="145" y="324"/>
                  </a:lnTo>
                  <a:lnTo>
                    <a:pt x="100" y="384"/>
                  </a:lnTo>
                  <a:lnTo>
                    <a:pt x="67" y="444"/>
                  </a:lnTo>
                  <a:lnTo>
                    <a:pt x="39" y="514"/>
                  </a:lnTo>
                  <a:lnTo>
                    <a:pt x="17" y="583"/>
                  </a:lnTo>
                  <a:lnTo>
                    <a:pt x="6" y="657"/>
                  </a:lnTo>
                  <a:lnTo>
                    <a:pt x="0" y="731"/>
                  </a:lnTo>
                  <a:lnTo>
                    <a:pt x="6" y="805"/>
                  </a:lnTo>
                  <a:lnTo>
                    <a:pt x="17" y="879"/>
                  </a:lnTo>
                  <a:lnTo>
                    <a:pt x="39" y="948"/>
                  </a:lnTo>
                  <a:lnTo>
                    <a:pt x="67" y="1018"/>
                  </a:lnTo>
                  <a:lnTo>
                    <a:pt x="100" y="1082"/>
                  </a:lnTo>
                  <a:lnTo>
                    <a:pt x="145" y="1142"/>
                  </a:lnTo>
                  <a:lnTo>
                    <a:pt x="195" y="1198"/>
                  </a:lnTo>
                  <a:lnTo>
                    <a:pt x="245" y="1249"/>
                  </a:lnTo>
                  <a:lnTo>
                    <a:pt x="306" y="1295"/>
                  </a:lnTo>
                  <a:lnTo>
                    <a:pt x="373" y="1337"/>
                  </a:lnTo>
                  <a:lnTo>
                    <a:pt x="440" y="1374"/>
                  </a:lnTo>
                  <a:lnTo>
                    <a:pt x="512" y="1406"/>
                  </a:lnTo>
                  <a:lnTo>
                    <a:pt x="590" y="1429"/>
                  </a:lnTo>
                  <a:lnTo>
                    <a:pt x="668" y="1448"/>
                  </a:lnTo>
                  <a:lnTo>
                    <a:pt x="751" y="1462"/>
                  </a:lnTo>
                  <a:lnTo>
                    <a:pt x="835" y="1466"/>
                  </a:lnTo>
                  <a:lnTo>
                    <a:pt x="924" y="1462"/>
                  </a:lnTo>
                  <a:lnTo>
                    <a:pt x="1007" y="1448"/>
                  </a:lnTo>
                  <a:lnTo>
                    <a:pt x="1085" y="1429"/>
                  </a:lnTo>
                  <a:lnTo>
                    <a:pt x="1163" y="1406"/>
                  </a:lnTo>
                  <a:lnTo>
                    <a:pt x="1236" y="1374"/>
                  </a:lnTo>
                  <a:lnTo>
                    <a:pt x="1302" y="1337"/>
                  </a:lnTo>
                  <a:lnTo>
                    <a:pt x="1369" y="1295"/>
                  </a:lnTo>
                  <a:lnTo>
                    <a:pt x="1430" y="1249"/>
                  </a:lnTo>
                  <a:lnTo>
                    <a:pt x="1481" y="1198"/>
                  </a:lnTo>
                  <a:lnTo>
                    <a:pt x="1531" y="1142"/>
                  </a:lnTo>
                  <a:lnTo>
                    <a:pt x="1570" y="1082"/>
                  </a:lnTo>
                  <a:lnTo>
                    <a:pt x="1609" y="1018"/>
                  </a:lnTo>
                  <a:lnTo>
                    <a:pt x="1636" y="948"/>
                  </a:lnTo>
                  <a:lnTo>
                    <a:pt x="1659" y="879"/>
                  </a:lnTo>
                  <a:lnTo>
                    <a:pt x="1670" y="805"/>
                  </a:lnTo>
                  <a:lnTo>
                    <a:pt x="1675" y="731"/>
                  </a:lnTo>
                  <a:lnTo>
                    <a:pt x="1670" y="657"/>
                  </a:lnTo>
                  <a:lnTo>
                    <a:pt x="1659" y="583"/>
                  </a:lnTo>
                  <a:lnTo>
                    <a:pt x="1636" y="514"/>
                  </a:lnTo>
                  <a:lnTo>
                    <a:pt x="1609" y="444"/>
                  </a:lnTo>
                  <a:lnTo>
                    <a:pt x="1570" y="384"/>
                  </a:lnTo>
                  <a:lnTo>
                    <a:pt x="1531" y="324"/>
                  </a:lnTo>
                  <a:lnTo>
                    <a:pt x="1481" y="264"/>
                  </a:lnTo>
                  <a:lnTo>
                    <a:pt x="1430" y="213"/>
                  </a:lnTo>
                  <a:lnTo>
                    <a:pt x="1369" y="167"/>
                  </a:lnTo>
                  <a:lnTo>
                    <a:pt x="1302" y="125"/>
                  </a:lnTo>
                  <a:lnTo>
                    <a:pt x="1236" y="88"/>
                  </a:lnTo>
                  <a:lnTo>
                    <a:pt x="1163" y="56"/>
                  </a:lnTo>
                  <a:lnTo>
                    <a:pt x="1085" y="33"/>
                  </a:lnTo>
                  <a:lnTo>
                    <a:pt x="1007" y="14"/>
                  </a:lnTo>
                  <a:lnTo>
                    <a:pt x="924" y="0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FC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904" y="1938"/>
              <a:ext cx="1681" cy="1475"/>
            </a:xfrm>
            <a:custGeom>
              <a:rect b="b" l="l" r="r" t="t"/>
              <a:pathLst>
                <a:path extrusionOk="0" h="1475" w="1681">
                  <a:moveTo>
                    <a:pt x="840" y="0"/>
                  </a:moveTo>
                  <a:lnTo>
                    <a:pt x="840" y="0"/>
                  </a:lnTo>
                  <a:lnTo>
                    <a:pt x="757" y="5"/>
                  </a:lnTo>
                  <a:lnTo>
                    <a:pt x="674" y="18"/>
                  </a:lnTo>
                  <a:lnTo>
                    <a:pt x="590" y="37"/>
                  </a:lnTo>
                  <a:lnTo>
                    <a:pt x="512" y="60"/>
                  </a:lnTo>
                  <a:lnTo>
                    <a:pt x="440" y="92"/>
                  </a:lnTo>
                  <a:lnTo>
                    <a:pt x="373" y="129"/>
                  </a:lnTo>
                  <a:lnTo>
                    <a:pt x="306" y="171"/>
                  </a:lnTo>
                  <a:lnTo>
                    <a:pt x="245" y="217"/>
                  </a:lnTo>
                  <a:lnTo>
                    <a:pt x="195" y="268"/>
                  </a:lnTo>
                  <a:lnTo>
                    <a:pt x="145" y="328"/>
                  </a:lnTo>
                  <a:lnTo>
                    <a:pt x="100" y="388"/>
                  </a:lnTo>
                  <a:lnTo>
                    <a:pt x="67" y="453"/>
                  </a:lnTo>
                  <a:lnTo>
                    <a:pt x="39" y="518"/>
                  </a:lnTo>
                  <a:lnTo>
                    <a:pt x="17" y="592"/>
                  </a:lnTo>
                  <a:lnTo>
                    <a:pt x="6" y="661"/>
                  </a:lnTo>
                  <a:lnTo>
                    <a:pt x="0" y="740"/>
                  </a:lnTo>
                  <a:lnTo>
                    <a:pt x="6" y="814"/>
                  </a:lnTo>
                  <a:lnTo>
                    <a:pt x="17" y="888"/>
                  </a:lnTo>
                  <a:lnTo>
                    <a:pt x="39" y="957"/>
                  </a:lnTo>
                  <a:lnTo>
                    <a:pt x="67" y="1027"/>
                  </a:lnTo>
                  <a:lnTo>
                    <a:pt x="100" y="1087"/>
                  </a:lnTo>
                  <a:lnTo>
                    <a:pt x="145" y="1151"/>
                  </a:lnTo>
                  <a:lnTo>
                    <a:pt x="195" y="1207"/>
                  </a:lnTo>
                  <a:lnTo>
                    <a:pt x="245" y="1258"/>
                  </a:lnTo>
                  <a:lnTo>
                    <a:pt x="306" y="1304"/>
                  </a:lnTo>
                  <a:lnTo>
                    <a:pt x="373" y="1350"/>
                  </a:lnTo>
                  <a:lnTo>
                    <a:pt x="440" y="1387"/>
                  </a:lnTo>
                  <a:lnTo>
                    <a:pt x="512" y="1415"/>
                  </a:lnTo>
                  <a:lnTo>
                    <a:pt x="590" y="1443"/>
                  </a:lnTo>
                  <a:lnTo>
                    <a:pt x="674" y="1461"/>
                  </a:lnTo>
                  <a:lnTo>
                    <a:pt x="757" y="1471"/>
                  </a:lnTo>
                  <a:lnTo>
                    <a:pt x="840" y="1475"/>
                  </a:lnTo>
                  <a:lnTo>
                    <a:pt x="924" y="1471"/>
                  </a:lnTo>
                  <a:lnTo>
                    <a:pt x="1007" y="1461"/>
                  </a:lnTo>
                  <a:lnTo>
                    <a:pt x="1091" y="1443"/>
                  </a:lnTo>
                  <a:lnTo>
                    <a:pt x="1169" y="1415"/>
                  </a:lnTo>
                  <a:lnTo>
                    <a:pt x="1241" y="1387"/>
                  </a:lnTo>
                  <a:lnTo>
                    <a:pt x="1308" y="1350"/>
                  </a:lnTo>
                  <a:lnTo>
                    <a:pt x="1375" y="1304"/>
                  </a:lnTo>
                  <a:lnTo>
                    <a:pt x="1436" y="1258"/>
                  </a:lnTo>
                  <a:lnTo>
                    <a:pt x="1486" y="1207"/>
                  </a:lnTo>
                  <a:lnTo>
                    <a:pt x="1536" y="1151"/>
                  </a:lnTo>
                  <a:lnTo>
                    <a:pt x="1581" y="1087"/>
                  </a:lnTo>
                  <a:lnTo>
                    <a:pt x="1614" y="1027"/>
                  </a:lnTo>
                  <a:lnTo>
                    <a:pt x="1642" y="957"/>
                  </a:lnTo>
                  <a:lnTo>
                    <a:pt x="1664" y="888"/>
                  </a:lnTo>
                  <a:lnTo>
                    <a:pt x="1675" y="814"/>
                  </a:lnTo>
                  <a:lnTo>
                    <a:pt x="1681" y="740"/>
                  </a:lnTo>
                  <a:lnTo>
                    <a:pt x="1675" y="661"/>
                  </a:lnTo>
                  <a:lnTo>
                    <a:pt x="1664" y="592"/>
                  </a:lnTo>
                  <a:lnTo>
                    <a:pt x="1642" y="518"/>
                  </a:lnTo>
                  <a:lnTo>
                    <a:pt x="1614" y="453"/>
                  </a:lnTo>
                  <a:lnTo>
                    <a:pt x="1581" y="388"/>
                  </a:lnTo>
                  <a:lnTo>
                    <a:pt x="1536" y="328"/>
                  </a:lnTo>
                  <a:lnTo>
                    <a:pt x="1486" y="268"/>
                  </a:lnTo>
                  <a:lnTo>
                    <a:pt x="1436" y="217"/>
                  </a:lnTo>
                  <a:lnTo>
                    <a:pt x="1375" y="171"/>
                  </a:lnTo>
                  <a:lnTo>
                    <a:pt x="1308" y="129"/>
                  </a:lnTo>
                  <a:lnTo>
                    <a:pt x="1241" y="92"/>
                  </a:lnTo>
                  <a:lnTo>
                    <a:pt x="1169" y="60"/>
                  </a:lnTo>
                  <a:lnTo>
                    <a:pt x="1091" y="37"/>
                  </a:lnTo>
                  <a:lnTo>
                    <a:pt x="1007" y="18"/>
                  </a:lnTo>
                  <a:lnTo>
                    <a:pt x="924" y="5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904" y="1933"/>
              <a:ext cx="1686" cy="1480"/>
            </a:xfrm>
            <a:custGeom>
              <a:rect b="b" l="l" r="r" t="t"/>
              <a:pathLst>
                <a:path extrusionOk="0" h="1480" w="1686">
                  <a:moveTo>
                    <a:pt x="840" y="0"/>
                  </a:moveTo>
                  <a:lnTo>
                    <a:pt x="840" y="0"/>
                  </a:lnTo>
                  <a:lnTo>
                    <a:pt x="757" y="5"/>
                  </a:lnTo>
                  <a:lnTo>
                    <a:pt x="674" y="14"/>
                  </a:lnTo>
                  <a:lnTo>
                    <a:pt x="590" y="33"/>
                  </a:lnTo>
                  <a:lnTo>
                    <a:pt x="518" y="60"/>
                  </a:lnTo>
                  <a:lnTo>
                    <a:pt x="440" y="93"/>
                  </a:lnTo>
                  <a:lnTo>
                    <a:pt x="373" y="130"/>
                  </a:lnTo>
                  <a:lnTo>
                    <a:pt x="306" y="171"/>
                  </a:lnTo>
                  <a:lnTo>
                    <a:pt x="245" y="218"/>
                  </a:lnTo>
                  <a:lnTo>
                    <a:pt x="195" y="273"/>
                  </a:lnTo>
                  <a:lnTo>
                    <a:pt x="145" y="329"/>
                  </a:lnTo>
                  <a:lnTo>
                    <a:pt x="100" y="389"/>
                  </a:lnTo>
                  <a:lnTo>
                    <a:pt x="67" y="454"/>
                  </a:lnTo>
                  <a:lnTo>
                    <a:pt x="39" y="523"/>
                  </a:lnTo>
                  <a:lnTo>
                    <a:pt x="17" y="592"/>
                  </a:lnTo>
                  <a:lnTo>
                    <a:pt x="6" y="666"/>
                  </a:lnTo>
                  <a:lnTo>
                    <a:pt x="0" y="740"/>
                  </a:lnTo>
                  <a:lnTo>
                    <a:pt x="6" y="819"/>
                  </a:lnTo>
                  <a:lnTo>
                    <a:pt x="17" y="888"/>
                  </a:lnTo>
                  <a:lnTo>
                    <a:pt x="39" y="962"/>
                  </a:lnTo>
                  <a:lnTo>
                    <a:pt x="67" y="1027"/>
                  </a:lnTo>
                  <a:lnTo>
                    <a:pt x="100" y="1092"/>
                  </a:lnTo>
                  <a:lnTo>
                    <a:pt x="145" y="1156"/>
                  </a:lnTo>
                  <a:lnTo>
                    <a:pt x="195" y="1212"/>
                  </a:lnTo>
                  <a:lnTo>
                    <a:pt x="245" y="1263"/>
                  </a:lnTo>
                  <a:lnTo>
                    <a:pt x="306" y="1314"/>
                  </a:lnTo>
                  <a:lnTo>
                    <a:pt x="373" y="1355"/>
                  </a:lnTo>
                  <a:lnTo>
                    <a:pt x="440" y="1392"/>
                  </a:lnTo>
                  <a:lnTo>
                    <a:pt x="518" y="1425"/>
                  </a:lnTo>
                  <a:lnTo>
                    <a:pt x="590" y="1448"/>
                  </a:lnTo>
                  <a:lnTo>
                    <a:pt x="674" y="1466"/>
                  </a:lnTo>
                  <a:lnTo>
                    <a:pt x="757" y="1476"/>
                  </a:lnTo>
                  <a:lnTo>
                    <a:pt x="840" y="1480"/>
                  </a:lnTo>
                  <a:lnTo>
                    <a:pt x="930" y="1476"/>
                  </a:lnTo>
                  <a:lnTo>
                    <a:pt x="1013" y="1466"/>
                  </a:lnTo>
                  <a:lnTo>
                    <a:pt x="1091" y="1448"/>
                  </a:lnTo>
                  <a:lnTo>
                    <a:pt x="1169" y="1425"/>
                  </a:lnTo>
                  <a:lnTo>
                    <a:pt x="1247" y="1392"/>
                  </a:lnTo>
                  <a:lnTo>
                    <a:pt x="1314" y="1355"/>
                  </a:lnTo>
                  <a:lnTo>
                    <a:pt x="1380" y="1314"/>
                  </a:lnTo>
                  <a:lnTo>
                    <a:pt x="1442" y="1263"/>
                  </a:lnTo>
                  <a:lnTo>
                    <a:pt x="1492" y="1212"/>
                  </a:lnTo>
                  <a:lnTo>
                    <a:pt x="1542" y="1156"/>
                  </a:lnTo>
                  <a:lnTo>
                    <a:pt x="1586" y="1092"/>
                  </a:lnTo>
                  <a:lnTo>
                    <a:pt x="1620" y="1027"/>
                  </a:lnTo>
                  <a:lnTo>
                    <a:pt x="1648" y="962"/>
                  </a:lnTo>
                  <a:lnTo>
                    <a:pt x="1670" y="888"/>
                  </a:lnTo>
                  <a:lnTo>
                    <a:pt x="1681" y="819"/>
                  </a:lnTo>
                  <a:lnTo>
                    <a:pt x="1686" y="740"/>
                  </a:lnTo>
                  <a:lnTo>
                    <a:pt x="1681" y="666"/>
                  </a:lnTo>
                  <a:lnTo>
                    <a:pt x="1670" y="592"/>
                  </a:lnTo>
                  <a:lnTo>
                    <a:pt x="1648" y="523"/>
                  </a:lnTo>
                  <a:lnTo>
                    <a:pt x="1620" y="454"/>
                  </a:lnTo>
                  <a:lnTo>
                    <a:pt x="1586" y="389"/>
                  </a:lnTo>
                  <a:lnTo>
                    <a:pt x="1542" y="329"/>
                  </a:lnTo>
                  <a:lnTo>
                    <a:pt x="1492" y="273"/>
                  </a:lnTo>
                  <a:lnTo>
                    <a:pt x="1442" y="218"/>
                  </a:lnTo>
                  <a:lnTo>
                    <a:pt x="1380" y="171"/>
                  </a:lnTo>
                  <a:lnTo>
                    <a:pt x="1314" y="130"/>
                  </a:lnTo>
                  <a:lnTo>
                    <a:pt x="1247" y="93"/>
                  </a:lnTo>
                  <a:lnTo>
                    <a:pt x="1169" y="60"/>
                  </a:lnTo>
                  <a:lnTo>
                    <a:pt x="1091" y="33"/>
                  </a:lnTo>
                  <a:lnTo>
                    <a:pt x="1013" y="14"/>
                  </a:lnTo>
                  <a:lnTo>
                    <a:pt x="930" y="5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rgbClr val="FFBD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904" y="1929"/>
              <a:ext cx="1692" cy="1489"/>
            </a:xfrm>
            <a:custGeom>
              <a:rect b="b" l="l" r="r" t="t"/>
              <a:pathLst>
                <a:path extrusionOk="0" h="1489" w="1692">
                  <a:moveTo>
                    <a:pt x="846" y="0"/>
                  </a:moveTo>
                  <a:lnTo>
                    <a:pt x="846" y="0"/>
                  </a:lnTo>
                  <a:lnTo>
                    <a:pt x="757" y="4"/>
                  </a:lnTo>
                  <a:lnTo>
                    <a:pt x="674" y="14"/>
                  </a:lnTo>
                  <a:lnTo>
                    <a:pt x="596" y="32"/>
                  </a:lnTo>
                  <a:lnTo>
                    <a:pt x="518" y="60"/>
                  </a:lnTo>
                  <a:lnTo>
                    <a:pt x="440" y="88"/>
                  </a:lnTo>
                  <a:lnTo>
                    <a:pt x="373" y="129"/>
                  </a:lnTo>
                  <a:lnTo>
                    <a:pt x="306" y="171"/>
                  </a:lnTo>
                  <a:lnTo>
                    <a:pt x="245" y="217"/>
                  </a:lnTo>
                  <a:lnTo>
                    <a:pt x="195" y="273"/>
                  </a:lnTo>
                  <a:lnTo>
                    <a:pt x="145" y="328"/>
                  </a:lnTo>
                  <a:lnTo>
                    <a:pt x="100" y="388"/>
                  </a:lnTo>
                  <a:lnTo>
                    <a:pt x="67" y="453"/>
                  </a:lnTo>
                  <a:lnTo>
                    <a:pt x="39" y="522"/>
                  </a:lnTo>
                  <a:lnTo>
                    <a:pt x="17" y="592"/>
                  </a:lnTo>
                  <a:lnTo>
                    <a:pt x="0" y="666"/>
                  </a:lnTo>
                  <a:lnTo>
                    <a:pt x="0" y="744"/>
                  </a:lnTo>
                  <a:lnTo>
                    <a:pt x="0" y="818"/>
                  </a:lnTo>
                  <a:lnTo>
                    <a:pt x="17" y="892"/>
                  </a:lnTo>
                  <a:lnTo>
                    <a:pt x="39" y="962"/>
                  </a:lnTo>
                  <a:lnTo>
                    <a:pt x="67" y="1031"/>
                  </a:lnTo>
                  <a:lnTo>
                    <a:pt x="100" y="1096"/>
                  </a:lnTo>
                  <a:lnTo>
                    <a:pt x="145" y="1160"/>
                  </a:lnTo>
                  <a:lnTo>
                    <a:pt x="195" y="1216"/>
                  </a:lnTo>
                  <a:lnTo>
                    <a:pt x="245" y="1267"/>
                  </a:lnTo>
                  <a:lnTo>
                    <a:pt x="306" y="1318"/>
                  </a:lnTo>
                  <a:lnTo>
                    <a:pt x="373" y="1359"/>
                  </a:lnTo>
                  <a:lnTo>
                    <a:pt x="440" y="1396"/>
                  </a:lnTo>
                  <a:lnTo>
                    <a:pt x="518" y="1429"/>
                  </a:lnTo>
                  <a:lnTo>
                    <a:pt x="596" y="1452"/>
                  </a:lnTo>
                  <a:lnTo>
                    <a:pt x="674" y="1470"/>
                  </a:lnTo>
                  <a:lnTo>
                    <a:pt x="757" y="1484"/>
                  </a:lnTo>
                  <a:lnTo>
                    <a:pt x="846" y="1489"/>
                  </a:lnTo>
                  <a:lnTo>
                    <a:pt x="930" y="1484"/>
                  </a:lnTo>
                  <a:lnTo>
                    <a:pt x="1019" y="1470"/>
                  </a:lnTo>
                  <a:lnTo>
                    <a:pt x="1097" y="1452"/>
                  </a:lnTo>
                  <a:lnTo>
                    <a:pt x="1174" y="1429"/>
                  </a:lnTo>
                  <a:lnTo>
                    <a:pt x="1247" y="1396"/>
                  </a:lnTo>
                  <a:lnTo>
                    <a:pt x="1319" y="1359"/>
                  </a:lnTo>
                  <a:lnTo>
                    <a:pt x="1386" y="1318"/>
                  </a:lnTo>
                  <a:lnTo>
                    <a:pt x="1447" y="1267"/>
                  </a:lnTo>
                  <a:lnTo>
                    <a:pt x="1497" y="1216"/>
                  </a:lnTo>
                  <a:lnTo>
                    <a:pt x="1547" y="1160"/>
                  </a:lnTo>
                  <a:lnTo>
                    <a:pt x="1592" y="1096"/>
                  </a:lnTo>
                  <a:lnTo>
                    <a:pt x="1625" y="1031"/>
                  </a:lnTo>
                  <a:lnTo>
                    <a:pt x="1653" y="962"/>
                  </a:lnTo>
                  <a:lnTo>
                    <a:pt x="1675" y="892"/>
                  </a:lnTo>
                  <a:lnTo>
                    <a:pt x="1686" y="818"/>
                  </a:lnTo>
                  <a:lnTo>
                    <a:pt x="1692" y="744"/>
                  </a:lnTo>
                  <a:lnTo>
                    <a:pt x="1686" y="666"/>
                  </a:lnTo>
                  <a:lnTo>
                    <a:pt x="1675" y="592"/>
                  </a:lnTo>
                  <a:lnTo>
                    <a:pt x="1653" y="522"/>
                  </a:lnTo>
                  <a:lnTo>
                    <a:pt x="1625" y="453"/>
                  </a:lnTo>
                  <a:lnTo>
                    <a:pt x="1592" y="388"/>
                  </a:lnTo>
                  <a:lnTo>
                    <a:pt x="1547" y="328"/>
                  </a:lnTo>
                  <a:lnTo>
                    <a:pt x="1497" y="273"/>
                  </a:lnTo>
                  <a:lnTo>
                    <a:pt x="1447" y="217"/>
                  </a:lnTo>
                  <a:lnTo>
                    <a:pt x="1386" y="171"/>
                  </a:lnTo>
                  <a:lnTo>
                    <a:pt x="1319" y="129"/>
                  </a:lnTo>
                  <a:lnTo>
                    <a:pt x="1247" y="88"/>
                  </a:lnTo>
                  <a:lnTo>
                    <a:pt x="1174" y="60"/>
                  </a:lnTo>
                  <a:lnTo>
                    <a:pt x="1097" y="32"/>
                  </a:lnTo>
                  <a:lnTo>
                    <a:pt x="1019" y="14"/>
                  </a:lnTo>
                  <a:lnTo>
                    <a:pt x="930" y="4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FFB5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2904" y="1924"/>
              <a:ext cx="1698" cy="1494"/>
            </a:xfrm>
            <a:custGeom>
              <a:rect b="b" l="l" r="r" t="t"/>
              <a:pathLst>
                <a:path extrusionOk="0" h="1494" w="1698">
                  <a:moveTo>
                    <a:pt x="846" y="0"/>
                  </a:moveTo>
                  <a:lnTo>
                    <a:pt x="846" y="0"/>
                  </a:lnTo>
                  <a:lnTo>
                    <a:pt x="763" y="5"/>
                  </a:lnTo>
                  <a:lnTo>
                    <a:pt x="679" y="14"/>
                  </a:lnTo>
                  <a:lnTo>
                    <a:pt x="596" y="32"/>
                  </a:lnTo>
                  <a:lnTo>
                    <a:pt x="518" y="60"/>
                  </a:lnTo>
                  <a:lnTo>
                    <a:pt x="445" y="88"/>
                  </a:lnTo>
                  <a:lnTo>
                    <a:pt x="373" y="130"/>
                  </a:lnTo>
                  <a:lnTo>
                    <a:pt x="306" y="171"/>
                  </a:lnTo>
                  <a:lnTo>
                    <a:pt x="245" y="217"/>
                  </a:lnTo>
                  <a:lnTo>
                    <a:pt x="195" y="273"/>
                  </a:lnTo>
                  <a:lnTo>
                    <a:pt x="145" y="328"/>
                  </a:lnTo>
                  <a:lnTo>
                    <a:pt x="100" y="389"/>
                  </a:lnTo>
                  <a:lnTo>
                    <a:pt x="67" y="458"/>
                  </a:lnTo>
                  <a:lnTo>
                    <a:pt x="33" y="523"/>
                  </a:lnTo>
                  <a:lnTo>
                    <a:pt x="17" y="597"/>
                  </a:lnTo>
                  <a:lnTo>
                    <a:pt x="0" y="671"/>
                  </a:lnTo>
                  <a:lnTo>
                    <a:pt x="0" y="745"/>
                  </a:lnTo>
                  <a:lnTo>
                    <a:pt x="0" y="823"/>
                  </a:lnTo>
                  <a:lnTo>
                    <a:pt x="17" y="897"/>
                  </a:lnTo>
                  <a:lnTo>
                    <a:pt x="33" y="967"/>
                  </a:lnTo>
                  <a:lnTo>
                    <a:pt x="67" y="1036"/>
                  </a:lnTo>
                  <a:lnTo>
                    <a:pt x="100" y="1101"/>
                  </a:lnTo>
                  <a:lnTo>
                    <a:pt x="145" y="1165"/>
                  </a:lnTo>
                  <a:lnTo>
                    <a:pt x="195" y="1221"/>
                  </a:lnTo>
                  <a:lnTo>
                    <a:pt x="245" y="1272"/>
                  </a:lnTo>
                  <a:lnTo>
                    <a:pt x="306" y="1323"/>
                  </a:lnTo>
                  <a:lnTo>
                    <a:pt x="373" y="1364"/>
                  </a:lnTo>
                  <a:lnTo>
                    <a:pt x="445" y="1401"/>
                  </a:lnTo>
                  <a:lnTo>
                    <a:pt x="518" y="1434"/>
                  </a:lnTo>
                  <a:lnTo>
                    <a:pt x="596" y="1461"/>
                  </a:lnTo>
                  <a:lnTo>
                    <a:pt x="679" y="1480"/>
                  </a:lnTo>
                  <a:lnTo>
                    <a:pt x="763" y="1489"/>
                  </a:lnTo>
                  <a:lnTo>
                    <a:pt x="846" y="1494"/>
                  </a:lnTo>
                  <a:lnTo>
                    <a:pt x="935" y="1489"/>
                  </a:lnTo>
                  <a:lnTo>
                    <a:pt x="1019" y="1480"/>
                  </a:lnTo>
                  <a:lnTo>
                    <a:pt x="1102" y="1461"/>
                  </a:lnTo>
                  <a:lnTo>
                    <a:pt x="1180" y="1434"/>
                  </a:lnTo>
                  <a:lnTo>
                    <a:pt x="1252" y="1401"/>
                  </a:lnTo>
                  <a:lnTo>
                    <a:pt x="1325" y="1364"/>
                  </a:lnTo>
                  <a:lnTo>
                    <a:pt x="1391" y="1323"/>
                  </a:lnTo>
                  <a:lnTo>
                    <a:pt x="1453" y="1272"/>
                  </a:lnTo>
                  <a:lnTo>
                    <a:pt x="1503" y="1221"/>
                  </a:lnTo>
                  <a:lnTo>
                    <a:pt x="1553" y="1165"/>
                  </a:lnTo>
                  <a:lnTo>
                    <a:pt x="1597" y="1101"/>
                  </a:lnTo>
                  <a:lnTo>
                    <a:pt x="1631" y="1036"/>
                  </a:lnTo>
                  <a:lnTo>
                    <a:pt x="1664" y="967"/>
                  </a:lnTo>
                  <a:lnTo>
                    <a:pt x="1681" y="897"/>
                  </a:lnTo>
                  <a:lnTo>
                    <a:pt x="1698" y="823"/>
                  </a:lnTo>
                  <a:lnTo>
                    <a:pt x="1698" y="745"/>
                  </a:lnTo>
                  <a:lnTo>
                    <a:pt x="1698" y="671"/>
                  </a:lnTo>
                  <a:lnTo>
                    <a:pt x="1681" y="597"/>
                  </a:lnTo>
                  <a:lnTo>
                    <a:pt x="1664" y="523"/>
                  </a:lnTo>
                  <a:lnTo>
                    <a:pt x="1631" y="458"/>
                  </a:lnTo>
                  <a:lnTo>
                    <a:pt x="1597" y="389"/>
                  </a:lnTo>
                  <a:lnTo>
                    <a:pt x="1553" y="328"/>
                  </a:lnTo>
                  <a:lnTo>
                    <a:pt x="1503" y="273"/>
                  </a:lnTo>
                  <a:lnTo>
                    <a:pt x="1453" y="217"/>
                  </a:lnTo>
                  <a:lnTo>
                    <a:pt x="1391" y="171"/>
                  </a:lnTo>
                  <a:lnTo>
                    <a:pt x="1325" y="130"/>
                  </a:lnTo>
                  <a:lnTo>
                    <a:pt x="1252" y="88"/>
                  </a:lnTo>
                  <a:lnTo>
                    <a:pt x="1180" y="60"/>
                  </a:lnTo>
                  <a:lnTo>
                    <a:pt x="1102" y="32"/>
                  </a:lnTo>
                  <a:lnTo>
                    <a:pt x="1019" y="14"/>
                  </a:lnTo>
                  <a:lnTo>
                    <a:pt x="935" y="5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898" y="1919"/>
              <a:ext cx="1715" cy="1499"/>
            </a:xfrm>
            <a:custGeom>
              <a:rect b="b" l="l" r="r" t="t"/>
              <a:pathLst>
                <a:path extrusionOk="0" h="1499" w="1715">
                  <a:moveTo>
                    <a:pt x="858" y="0"/>
                  </a:moveTo>
                  <a:lnTo>
                    <a:pt x="858" y="0"/>
                  </a:lnTo>
                  <a:lnTo>
                    <a:pt x="769" y="5"/>
                  </a:lnTo>
                  <a:lnTo>
                    <a:pt x="685" y="14"/>
                  </a:lnTo>
                  <a:lnTo>
                    <a:pt x="602" y="33"/>
                  </a:lnTo>
                  <a:lnTo>
                    <a:pt x="524" y="61"/>
                  </a:lnTo>
                  <a:lnTo>
                    <a:pt x="451" y="88"/>
                  </a:lnTo>
                  <a:lnTo>
                    <a:pt x="379" y="125"/>
                  </a:lnTo>
                  <a:lnTo>
                    <a:pt x="312" y="172"/>
                  </a:lnTo>
                  <a:lnTo>
                    <a:pt x="251" y="218"/>
                  </a:lnTo>
                  <a:lnTo>
                    <a:pt x="195" y="273"/>
                  </a:lnTo>
                  <a:lnTo>
                    <a:pt x="151" y="329"/>
                  </a:lnTo>
                  <a:lnTo>
                    <a:pt x="106" y="394"/>
                  </a:lnTo>
                  <a:lnTo>
                    <a:pt x="67" y="458"/>
                  </a:lnTo>
                  <a:lnTo>
                    <a:pt x="39" y="528"/>
                  </a:lnTo>
                  <a:lnTo>
                    <a:pt x="17" y="597"/>
                  </a:lnTo>
                  <a:lnTo>
                    <a:pt x="6" y="671"/>
                  </a:lnTo>
                  <a:lnTo>
                    <a:pt x="0" y="750"/>
                  </a:lnTo>
                  <a:lnTo>
                    <a:pt x="6" y="824"/>
                  </a:lnTo>
                  <a:lnTo>
                    <a:pt x="17" y="902"/>
                  </a:lnTo>
                  <a:lnTo>
                    <a:pt x="39" y="972"/>
                  </a:lnTo>
                  <a:lnTo>
                    <a:pt x="67" y="1041"/>
                  </a:lnTo>
                  <a:lnTo>
                    <a:pt x="106" y="1106"/>
                  </a:lnTo>
                  <a:lnTo>
                    <a:pt x="151" y="1170"/>
                  </a:lnTo>
                  <a:lnTo>
                    <a:pt x="195" y="1226"/>
                  </a:lnTo>
                  <a:lnTo>
                    <a:pt x="251" y="1281"/>
                  </a:lnTo>
                  <a:lnTo>
                    <a:pt x="312" y="1328"/>
                  </a:lnTo>
                  <a:lnTo>
                    <a:pt x="379" y="1369"/>
                  </a:lnTo>
                  <a:lnTo>
                    <a:pt x="451" y="1411"/>
                  </a:lnTo>
                  <a:lnTo>
                    <a:pt x="524" y="1439"/>
                  </a:lnTo>
                  <a:lnTo>
                    <a:pt x="602" y="1466"/>
                  </a:lnTo>
                  <a:lnTo>
                    <a:pt x="685" y="1485"/>
                  </a:lnTo>
                  <a:lnTo>
                    <a:pt x="769" y="1494"/>
                  </a:lnTo>
                  <a:lnTo>
                    <a:pt x="858" y="1499"/>
                  </a:lnTo>
                  <a:lnTo>
                    <a:pt x="947" y="1494"/>
                  </a:lnTo>
                  <a:lnTo>
                    <a:pt x="1030" y="1485"/>
                  </a:lnTo>
                  <a:lnTo>
                    <a:pt x="1114" y="1466"/>
                  </a:lnTo>
                  <a:lnTo>
                    <a:pt x="1192" y="1439"/>
                  </a:lnTo>
                  <a:lnTo>
                    <a:pt x="1264" y="1411"/>
                  </a:lnTo>
                  <a:lnTo>
                    <a:pt x="1336" y="1369"/>
                  </a:lnTo>
                  <a:lnTo>
                    <a:pt x="1403" y="1328"/>
                  </a:lnTo>
                  <a:lnTo>
                    <a:pt x="1464" y="1281"/>
                  </a:lnTo>
                  <a:lnTo>
                    <a:pt x="1514" y="1226"/>
                  </a:lnTo>
                  <a:lnTo>
                    <a:pt x="1564" y="1170"/>
                  </a:lnTo>
                  <a:lnTo>
                    <a:pt x="1609" y="1106"/>
                  </a:lnTo>
                  <a:lnTo>
                    <a:pt x="1648" y="1041"/>
                  </a:lnTo>
                  <a:lnTo>
                    <a:pt x="1676" y="972"/>
                  </a:lnTo>
                  <a:lnTo>
                    <a:pt x="1698" y="902"/>
                  </a:lnTo>
                  <a:lnTo>
                    <a:pt x="1709" y="824"/>
                  </a:lnTo>
                  <a:lnTo>
                    <a:pt x="1715" y="750"/>
                  </a:lnTo>
                  <a:lnTo>
                    <a:pt x="1709" y="671"/>
                  </a:lnTo>
                  <a:lnTo>
                    <a:pt x="1698" y="597"/>
                  </a:lnTo>
                  <a:lnTo>
                    <a:pt x="1676" y="528"/>
                  </a:lnTo>
                  <a:lnTo>
                    <a:pt x="1648" y="458"/>
                  </a:lnTo>
                  <a:lnTo>
                    <a:pt x="1609" y="394"/>
                  </a:lnTo>
                  <a:lnTo>
                    <a:pt x="1564" y="329"/>
                  </a:lnTo>
                  <a:lnTo>
                    <a:pt x="1514" y="273"/>
                  </a:lnTo>
                  <a:lnTo>
                    <a:pt x="1464" y="218"/>
                  </a:lnTo>
                  <a:lnTo>
                    <a:pt x="1403" y="172"/>
                  </a:lnTo>
                  <a:lnTo>
                    <a:pt x="1336" y="125"/>
                  </a:lnTo>
                  <a:lnTo>
                    <a:pt x="1264" y="88"/>
                  </a:lnTo>
                  <a:lnTo>
                    <a:pt x="1192" y="61"/>
                  </a:lnTo>
                  <a:lnTo>
                    <a:pt x="1114" y="33"/>
                  </a:lnTo>
                  <a:lnTo>
                    <a:pt x="1030" y="14"/>
                  </a:lnTo>
                  <a:lnTo>
                    <a:pt x="947" y="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rgbClr val="FFAB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898" y="1915"/>
              <a:ext cx="1720" cy="1503"/>
            </a:xfrm>
            <a:custGeom>
              <a:rect b="b" l="l" r="r" t="t"/>
              <a:pathLst>
                <a:path extrusionOk="0" h="1503" w="1720">
                  <a:moveTo>
                    <a:pt x="858" y="0"/>
                  </a:moveTo>
                  <a:lnTo>
                    <a:pt x="858" y="0"/>
                  </a:lnTo>
                  <a:lnTo>
                    <a:pt x="774" y="0"/>
                  </a:lnTo>
                  <a:lnTo>
                    <a:pt x="685" y="14"/>
                  </a:lnTo>
                  <a:lnTo>
                    <a:pt x="607" y="32"/>
                  </a:lnTo>
                  <a:lnTo>
                    <a:pt x="524" y="55"/>
                  </a:lnTo>
                  <a:lnTo>
                    <a:pt x="451" y="88"/>
                  </a:lnTo>
                  <a:lnTo>
                    <a:pt x="379" y="125"/>
                  </a:lnTo>
                  <a:lnTo>
                    <a:pt x="312" y="171"/>
                  </a:lnTo>
                  <a:lnTo>
                    <a:pt x="251" y="217"/>
                  </a:lnTo>
                  <a:lnTo>
                    <a:pt x="195" y="273"/>
                  </a:lnTo>
                  <a:lnTo>
                    <a:pt x="151" y="333"/>
                  </a:lnTo>
                  <a:lnTo>
                    <a:pt x="106" y="393"/>
                  </a:lnTo>
                  <a:lnTo>
                    <a:pt x="67" y="458"/>
                  </a:lnTo>
                  <a:lnTo>
                    <a:pt x="39" y="527"/>
                  </a:lnTo>
                  <a:lnTo>
                    <a:pt x="17" y="601"/>
                  </a:lnTo>
                  <a:lnTo>
                    <a:pt x="6" y="675"/>
                  </a:lnTo>
                  <a:lnTo>
                    <a:pt x="0" y="754"/>
                  </a:lnTo>
                  <a:lnTo>
                    <a:pt x="6" y="828"/>
                  </a:lnTo>
                  <a:lnTo>
                    <a:pt x="17" y="902"/>
                  </a:lnTo>
                  <a:lnTo>
                    <a:pt x="39" y="976"/>
                  </a:lnTo>
                  <a:lnTo>
                    <a:pt x="67" y="1045"/>
                  </a:lnTo>
                  <a:lnTo>
                    <a:pt x="106" y="1110"/>
                  </a:lnTo>
                  <a:lnTo>
                    <a:pt x="151" y="1170"/>
                  </a:lnTo>
                  <a:lnTo>
                    <a:pt x="195" y="1230"/>
                  </a:lnTo>
                  <a:lnTo>
                    <a:pt x="251" y="1285"/>
                  </a:lnTo>
                  <a:lnTo>
                    <a:pt x="312" y="1332"/>
                  </a:lnTo>
                  <a:lnTo>
                    <a:pt x="379" y="1378"/>
                  </a:lnTo>
                  <a:lnTo>
                    <a:pt x="451" y="1415"/>
                  </a:lnTo>
                  <a:lnTo>
                    <a:pt x="524" y="1447"/>
                  </a:lnTo>
                  <a:lnTo>
                    <a:pt x="607" y="1470"/>
                  </a:lnTo>
                  <a:lnTo>
                    <a:pt x="685" y="1489"/>
                  </a:lnTo>
                  <a:lnTo>
                    <a:pt x="774" y="1503"/>
                  </a:lnTo>
                  <a:lnTo>
                    <a:pt x="858" y="1503"/>
                  </a:lnTo>
                  <a:lnTo>
                    <a:pt x="947" y="1503"/>
                  </a:lnTo>
                  <a:lnTo>
                    <a:pt x="1036" y="1489"/>
                  </a:lnTo>
                  <a:lnTo>
                    <a:pt x="1114" y="1470"/>
                  </a:lnTo>
                  <a:lnTo>
                    <a:pt x="1192" y="1447"/>
                  </a:lnTo>
                  <a:lnTo>
                    <a:pt x="1269" y="1415"/>
                  </a:lnTo>
                  <a:lnTo>
                    <a:pt x="1342" y="1378"/>
                  </a:lnTo>
                  <a:lnTo>
                    <a:pt x="1409" y="1332"/>
                  </a:lnTo>
                  <a:lnTo>
                    <a:pt x="1470" y="1285"/>
                  </a:lnTo>
                  <a:lnTo>
                    <a:pt x="1526" y="1230"/>
                  </a:lnTo>
                  <a:lnTo>
                    <a:pt x="1570" y="1170"/>
                  </a:lnTo>
                  <a:lnTo>
                    <a:pt x="1615" y="1110"/>
                  </a:lnTo>
                  <a:lnTo>
                    <a:pt x="1654" y="1045"/>
                  </a:lnTo>
                  <a:lnTo>
                    <a:pt x="1681" y="976"/>
                  </a:lnTo>
                  <a:lnTo>
                    <a:pt x="1704" y="902"/>
                  </a:lnTo>
                  <a:lnTo>
                    <a:pt x="1715" y="828"/>
                  </a:lnTo>
                  <a:lnTo>
                    <a:pt x="1720" y="754"/>
                  </a:lnTo>
                  <a:lnTo>
                    <a:pt x="1715" y="675"/>
                  </a:lnTo>
                  <a:lnTo>
                    <a:pt x="1704" y="601"/>
                  </a:lnTo>
                  <a:lnTo>
                    <a:pt x="1681" y="527"/>
                  </a:lnTo>
                  <a:lnTo>
                    <a:pt x="1654" y="458"/>
                  </a:lnTo>
                  <a:lnTo>
                    <a:pt x="1615" y="393"/>
                  </a:lnTo>
                  <a:lnTo>
                    <a:pt x="1570" y="333"/>
                  </a:lnTo>
                  <a:lnTo>
                    <a:pt x="1526" y="273"/>
                  </a:lnTo>
                  <a:lnTo>
                    <a:pt x="1470" y="217"/>
                  </a:lnTo>
                  <a:lnTo>
                    <a:pt x="1409" y="171"/>
                  </a:lnTo>
                  <a:lnTo>
                    <a:pt x="1342" y="125"/>
                  </a:lnTo>
                  <a:lnTo>
                    <a:pt x="1269" y="88"/>
                  </a:lnTo>
                  <a:lnTo>
                    <a:pt x="1192" y="55"/>
                  </a:lnTo>
                  <a:lnTo>
                    <a:pt x="1114" y="32"/>
                  </a:lnTo>
                  <a:lnTo>
                    <a:pt x="1036" y="14"/>
                  </a:lnTo>
                  <a:lnTo>
                    <a:pt x="947" y="0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rgbClr val="FF7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893" y="1906"/>
              <a:ext cx="1731" cy="1521"/>
            </a:xfrm>
            <a:custGeom>
              <a:rect b="b" l="l" r="r" t="t"/>
              <a:pathLst>
                <a:path extrusionOk="0" h="1521" w="1731">
                  <a:moveTo>
                    <a:pt x="863" y="0"/>
                  </a:moveTo>
                  <a:lnTo>
                    <a:pt x="863" y="0"/>
                  </a:lnTo>
                  <a:lnTo>
                    <a:pt x="779" y="4"/>
                  </a:lnTo>
                  <a:lnTo>
                    <a:pt x="690" y="18"/>
                  </a:lnTo>
                  <a:lnTo>
                    <a:pt x="607" y="37"/>
                  </a:lnTo>
                  <a:lnTo>
                    <a:pt x="529" y="60"/>
                  </a:lnTo>
                  <a:lnTo>
                    <a:pt x="451" y="92"/>
                  </a:lnTo>
                  <a:lnTo>
                    <a:pt x="378" y="129"/>
                  </a:lnTo>
                  <a:lnTo>
                    <a:pt x="312" y="175"/>
                  </a:lnTo>
                  <a:lnTo>
                    <a:pt x="250" y="222"/>
                  </a:lnTo>
                  <a:lnTo>
                    <a:pt x="195" y="277"/>
                  </a:lnTo>
                  <a:lnTo>
                    <a:pt x="145" y="337"/>
                  </a:lnTo>
                  <a:lnTo>
                    <a:pt x="106" y="397"/>
                  </a:lnTo>
                  <a:lnTo>
                    <a:pt x="67" y="467"/>
                  </a:lnTo>
                  <a:lnTo>
                    <a:pt x="39" y="536"/>
                  </a:lnTo>
                  <a:lnTo>
                    <a:pt x="17" y="605"/>
                  </a:lnTo>
                  <a:lnTo>
                    <a:pt x="5" y="684"/>
                  </a:lnTo>
                  <a:lnTo>
                    <a:pt x="0" y="763"/>
                  </a:lnTo>
                  <a:lnTo>
                    <a:pt x="5" y="837"/>
                  </a:lnTo>
                  <a:lnTo>
                    <a:pt x="17" y="915"/>
                  </a:lnTo>
                  <a:lnTo>
                    <a:pt x="39" y="985"/>
                  </a:lnTo>
                  <a:lnTo>
                    <a:pt x="67" y="1054"/>
                  </a:lnTo>
                  <a:lnTo>
                    <a:pt x="106" y="1123"/>
                  </a:lnTo>
                  <a:lnTo>
                    <a:pt x="145" y="1183"/>
                  </a:lnTo>
                  <a:lnTo>
                    <a:pt x="195" y="1244"/>
                  </a:lnTo>
                  <a:lnTo>
                    <a:pt x="250" y="1299"/>
                  </a:lnTo>
                  <a:lnTo>
                    <a:pt x="312" y="1345"/>
                  </a:lnTo>
                  <a:lnTo>
                    <a:pt x="378" y="1392"/>
                  </a:lnTo>
                  <a:lnTo>
                    <a:pt x="451" y="1429"/>
                  </a:lnTo>
                  <a:lnTo>
                    <a:pt x="529" y="1461"/>
                  </a:lnTo>
                  <a:lnTo>
                    <a:pt x="607" y="1484"/>
                  </a:lnTo>
                  <a:lnTo>
                    <a:pt x="690" y="1503"/>
                  </a:lnTo>
                  <a:lnTo>
                    <a:pt x="779" y="1516"/>
                  </a:lnTo>
                  <a:lnTo>
                    <a:pt x="863" y="1521"/>
                  </a:lnTo>
                  <a:lnTo>
                    <a:pt x="952" y="1516"/>
                  </a:lnTo>
                  <a:lnTo>
                    <a:pt x="1041" y="1503"/>
                  </a:lnTo>
                  <a:lnTo>
                    <a:pt x="1124" y="1484"/>
                  </a:lnTo>
                  <a:lnTo>
                    <a:pt x="1202" y="1461"/>
                  </a:lnTo>
                  <a:lnTo>
                    <a:pt x="1280" y="1429"/>
                  </a:lnTo>
                  <a:lnTo>
                    <a:pt x="1347" y="1392"/>
                  </a:lnTo>
                  <a:lnTo>
                    <a:pt x="1414" y="1345"/>
                  </a:lnTo>
                  <a:lnTo>
                    <a:pt x="1480" y="1299"/>
                  </a:lnTo>
                  <a:lnTo>
                    <a:pt x="1536" y="1244"/>
                  </a:lnTo>
                  <a:lnTo>
                    <a:pt x="1586" y="1183"/>
                  </a:lnTo>
                  <a:lnTo>
                    <a:pt x="1625" y="1123"/>
                  </a:lnTo>
                  <a:lnTo>
                    <a:pt x="1664" y="1054"/>
                  </a:lnTo>
                  <a:lnTo>
                    <a:pt x="1692" y="985"/>
                  </a:lnTo>
                  <a:lnTo>
                    <a:pt x="1714" y="915"/>
                  </a:lnTo>
                  <a:lnTo>
                    <a:pt x="1725" y="837"/>
                  </a:lnTo>
                  <a:lnTo>
                    <a:pt x="1731" y="763"/>
                  </a:lnTo>
                  <a:lnTo>
                    <a:pt x="1725" y="684"/>
                  </a:lnTo>
                  <a:lnTo>
                    <a:pt x="1714" y="605"/>
                  </a:lnTo>
                  <a:lnTo>
                    <a:pt x="1692" y="536"/>
                  </a:lnTo>
                  <a:lnTo>
                    <a:pt x="1664" y="467"/>
                  </a:lnTo>
                  <a:lnTo>
                    <a:pt x="1625" y="397"/>
                  </a:lnTo>
                  <a:lnTo>
                    <a:pt x="1586" y="337"/>
                  </a:lnTo>
                  <a:lnTo>
                    <a:pt x="1536" y="277"/>
                  </a:lnTo>
                  <a:lnTo>
                    <a:pt x="1480" y="222"/>
                  </a:lnTo>
                  <a:lnTo>
                    <a:pt x="1414" y="175"/>
                  </a:lnTo>
                  <a:lnTo>
                    <a:pt x="1347" y="129"/>
                  </a:lnTo>
                  <a:lnTo>
                    <a:pt x="1280" y="92"/>
                  </a:lnTo>
                  <a:lnTo>
                    <a:pt x="1202" y="60"/>
                  </a:lnTo>
                  <a:lnTo>
                    <a:pt x="1124" y="37"/>
                  </a:lnTo>
                  <a:lnTo>
                    <a:pt x="1041" y="18"/>
                  </a:lnTo>
                  <a:lnTo>
                    <a:pt x="952" y="4"/>
                  </a:lnTo>
                  <a:lnTo>
                    <a:pt x="863" y="0"/>
                  </a:lnTo>
                  <a:close/>
                  <a:moveTo>
                    <a:pt x="863" y="1507"/>
                  </a:moveTo>
                  <a:lnTo>
                    <a:pt x="863" y="1507"/>
                  </a:lnTo>
                  <a:lnTo>
                    <a:pt x="779" y="1503"/>
                  </a:lnTo>
                  <a:lnTo>
                    <a:pt x="696" y="1493"/>
                  </a:lnTo>
                  <a:lnTo>
                    <a:pt x="612" y="1475"/>
                  </a:lnTo>
                  <a:lnTo>
                    <a:pt x="534" y="1447"/>
                  </a:lnTo>
                  <a:lnTo>
                    <a:pt x="462" y="1419"/>
                  </a:lnTo>
                  <a:lnTo>
                    <a:pt x="390" y="1378"/>
                  </a:lnTo>
                  <a:lnTo>
                    <a:pt x="323" y="1336"/>
                  </a:lnTo>
                  <a:lnTo>
                    <a:pt x="262" y="1290"/>
                  </a:lnTo>
                  <a:lnTo>
                    <a:pt x="206" y="1234"/>
                  </a:lnTo>
                  <a:lnTo>
                    <a:pt x="161" y="1179"/>
                  </a:lnTo>
                  <a:lnTo>
                    <a:pt x="117" y="1114"/>
                  </a:lnTo>
                  <a:lnTo>
                    <a:pt x="78" y="1049"/>
                  </a:lnTo>
                  <a:lnTo>
                    <a:pt x="50" y="985"/>
                  </a:lnTo>
                  <a:lnTo>
                    <a:pt x="33" y="911"/>
                  </a:lnTo>
                  <a:lnTo>
                    <a:pt x="17" y="837"/>
                  </a:lnTo>
                  <a:lnTo>
                    <a:pt x="11" y="763"/>
                  </a:lnTo>
                  <a:lnTo>
                    <a:pt x="17" y="684"/>
                  </a:lnTo>
                  <a:lnTo>
                    <a:pt x="33" y="610"/>
                  </a:lnTo>
                  <a:lnTo>
                    <a:pt x="50" y="541"/>
                  </a:lnTo>
                  <a:lnTo>
                    <a:pt x="78" y="471"/>
                  </a:lnTo>
                  <a:lnTo>
                    <a:pt x="117" y="407"/>
                  </a:lnTo>
                  <a:lnTo>
                    <a:pt x="161" y="342"/>
                  </a:lnTo>
                  <a:lnTo>
                    <a:pt x="206" y="286"/>
                  </a:lnTo>
                  <a:lnTo>
                    <a:pt x="262" y="231"/>
                  </a:lnTo>
                  <a:lnTo>
                    <a:pt x="323" y="185"/>
                  </a:lnTo>
                  <a:lnTo>
                    <a:pt x="390" y="143"/>
                  </a:lnTo>
                  <a:lnTo>
                    <a:pt x="462" y="101"/>
                  </a:lnTo>
                  <a:lnTo>
                    <a:pt x="534" y="74"/>
                  </a:lnTo>
                  <a:lnTo>
                    <a:pt x="612" y="46"/>
                  </a:lnTo>
                  <a:lnTo>
                    <a:pt x="696" y="27"/>
                  </a:lnTo>
                  <a:lnTo>
                    <a:pt x="779" y="18"/>
                  </a:lnTo>
                  <a:lnTo>
                    <a:pt x="863" y="13"/>
                  </a:lnTo>
                  <a:lnTo>
                    <a:pt x="952" y="18"/>
                  </a:lnTo>
                  <a:lnTo>
                    <a:pt x="1035" y="27"/>
                  </a:lnTo>
                  <a:lnTo>
                    <a:pt x="1119" y="46"/>
                  </a:lnTo>
                  <a:lnTo>
                    <a:pt x="1197" y="74"/>
                  </a:lnTo>
                  <a:lnTo>
                    <a:pt x="1269" y="101"/>
                  </a:lnTo>
                  <a:lnTo>
                    <a:pt x="1341" y="143"/>
                  </a:lnTo>
                  <a:lnTo>
                    <a:pt x="1408" y="185"/>
                  </a:lnTo>
                  <a:lnTo>
                    <a:pt x="1469" y="231"/>
                  </a:lnTo>
                  <a:lnTo>
                    <a:pt x="1525" y="286"/>
                  </a:lnTo>
                  <a:lnTo>
                    <a:pt x="1569" y="342"/>
                  </a:lnTo>
                  <a:lnTo>
                    <a:pt x="1614" y="407"/>
                  </a:lnTo>
                  <a:lnTo>
                    <a:pt x="1647" y="471"/>
                  </a:lnTo>
                  <a:lnTo>
                    <a:pt x="1681" y="541"/>
                  </a:lnTo>
                  <a:lnTo>
                    <a:pt x="1697" y="610"/>
                  </a:lnTo>
                  <a:lnTo>
                    <a:pt x="1714" y="684"/>
                  </a:lnTo>
                  <a:lnTo>
                    <a:pt x="1714" y="763"/>
                  </a:lnTo>
                  <a:lnTo>
                    <a:pt x="1714" y="837"/>
                  </a:lnTo>
                  <a:lnTo>
                    <a:pt x="1697" y="911"/>
                  </a:lnTo>
                  <a:lnTo>
                    <a:pt x="1681" y="985"/>
                  </a:lnTo>
                  <a:lnTo>
                    <a:pt x="1647" y="1049"/>
                  </a:lnTo>
                  <a:lnTo>
                    <a:pt x="1614" y="1114"/>
                  </a:lnTo>
                  <a:lnTo>
                    <a:pt x="1569" y="1179"/>
                  </a:lnTo>
                  <a:lnTo>
                    <a:pt x="1525" y="1234"/>
                  </a:lnTo>
                  <a:lnTo>
                    <a:pt x="1469" y="1290"/>
                  </a:lnTo>
                  <a:lnTo>
                    <a:pt x="1408" y="1336"/>
                  </a:lnTo>
                  <a:lnTo>
                    <a:pt x="1341" y="1378"/>
                  </a:lnTo>
                  <a:lnTo>
                    <a:pt x="1269" y="1419"/>
                  </a:lnTo>
                  <a:lnTo>
                    <a:pt x="1197" y="1447"/>
                  </a:lnTo>
                  <a:lnTo>
                    <a:pt x="1119" y="1475"/>
                  </a:lnTo>
                  <a:lnTo>
                    <a:pt x="1035" y="1493"/>
                  </a:lnTo>
                  <a:lnTo>
                    <a:pt x="952" y="1503"/>
                  </a:lnTo>
                  <a:lnTo>
                    <a:pt x="863" y="1507"/>
                  </a:lnTo>
                  <a:close/>
                </a:path>
              </a:pathLst>
            </a:custGeom>
            <a:solidFill>
              <a:srgbClr val="FF7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926" y="1938"/>
              <a:ext cx="1637" cy="1457"/>
            </a:xfrm>
            <a:custGeom>
              <a:rect b="b" l="l" r="r" t="t"/>
              <a:pathLst>
                <a:path extrusionOk="0" h="1457" w="1637">
                  <a:moveTo>
                    <a:pt x="818" y="0"/>
                  </a:moveTo>
                  <a:lnTo>
                    <a:pt x="818" y="0"/>
                  </a:lnTo>
                  <a:lnTo>
                    <a:pt x="735" y="5"/>
                  </a:lnTo>
                  <a:lnTo>
                    <a:pt x="657" y="14"/>
                  </a:lnTo>
                  <a:lnTo>
                    <a:pt x="579" y="32"/>
                  </a:lnTo>
                  <a:lnTo>
                    <a:pt x="501" y="55"/>
                  </a:lnTo>
                  <a:lnTo>
                    <a:pt x="429" y="88"/>
                  </a:lnTo>
                  <a:lnTo>
                    <a:pt x="362" y="125"/>
                  </a:lnTo>
                  <a:lnTo>
                    <a:pt x="301" y="166"/>
                  </a:lnTo>
                  <a:lnTo>
                    <a:pt x="245" y="213"/>
                  </a:lnTo>
                  <a:lnTo>
                    <a:pt x="190" y="264"/>
                  </a:lnTo>
                  <a:lnTo>
                    <a:pt x="145" y="319"/>
                  </a:lnTo>
                  <a:lnTo>
                    <a:pt x="100" y="379"/>
                  </a:lnTo>
                  <a:lnTo>
                    <a:pt x="67" y="444"/>
                  </a:lnTo>
                  <a:lnTo>
                    <a:pt x="39" y="513"/>
                  </a:lnTo>
                  <a:lnTo>
                    <a:pt x="17" y="583"/>
                  </a:lnTo>
                  <a:lnTo>
                    <a:pt x="6" y="652"/>
                  </a:lnTo>
                  <a:lnTo>
                    <a:pt x="0" y="726"/>
                  </a:lnTo>
                  <a:lnTo>
                    <a:pt x="6" y="800"/>
                  </a:lnTo>
                  <a:lnTo>
                    <a:pt x="17" y="874"/>
                  </a:lnTo>
                  <a:lnTo>
                    <a:pt x="39" y="943"/>
                  </a:lnTo>
                  <a:lnTo>
                    <a:pt x="67" y="1008"/>
                  </a:lnTo>
                  <a:lnTo>
                    <a:pt x="100" y="1073"/>
                  </a:lnTo>
                  <a:lnTo>
                    <a:pt x="145" y="1133"/>
                  </a:lnTo>
                  <a:lnTo>
                    <a:pt x="190" y="1188"/>
                  </a:lnTo>
                  <a:lnTo>
                    <a:pt x="245" y="1239"/>
                  </a:lnTo>
                  <a:lnTo>
                    <a:pt x="301" y="1290"/>
                  </a:lnTo>
                  <a:lnTo>
                    <a:pt x="362" y="1332"/>
                  </a:lnTo>
                  <a:lnTo>
                    <a:pt x="429" y="1369"/>
                  </a:lnTo>
                  <a:lnTo>
                    <a:pt x="501" y="1397"/>
                  </a:lnTo>
                  <a:lnTo>
                    <a:pt x="579" y="1420"/>
                  </a:lnTo>
                  <a:lnTo>
                    <a:pt x="657" y="1438"/>
                  </a:lnTo>
                  <a:lnTo>
                    <a:pt x="735" y="1452"/>
                  </a:lnTo>
                  <a:lnTo>
                    <a:pt x="818" y="1457"/>
                  </a:lnTo>
                  <a:lnTo>
                    <a:pt x="902" y="1452"/>
                  </a:lnTo>
                  <a:lnTo>
                    <a:pt x="985" y="1438"/>
                  </a:lnTo>
                  <a:lnTo>
                    <a:pt x="1063" y="1420"/>
                  </a:lnTo>
                  <a:lnTo>
                    <a:pt x="1141" y="1397"/>
                  </a:lnTo>
                  <a:lnTo>
                    <a:pt x="1208" y="1369"/>
                  </a:lnTo>
                  <a:lnTo>
                    <a:pt x="1275" y="1332"/>
                  </a:lnTo>
                  <a:lnTo>
                    <a:pt x="1342" y="1290"/>
                  </a:lnTo>
                  <a:lnTo>
                    <a:pt x="1397" y="1239"/>
                  </a:lnTo>
                  <a:lnTo>
                    <a:pt x="1453" y="1188"/>
                  </a:lnTo>
                  <a:lnTo>
                    <a:pt x="1498" y="1133"/>
                  </a:lnTo>
                  <a:lnTo>
                    <a:pt x="1542" y="1073"/>
                  </a:lnTo>
                  <a:lnTo>
                    <a:pt x="1575" y="1008"/>
                  </a:lnTo>
                  <a:lnTo>
                    <a:pt x="1603" y="943"/>
                  </a:lnTo>
                  <a:lnTo>
                    <a:pt x="1620" y="874"/>
                  </a:lnTo>
                  <a:lnTo>
                    <a:pt x="1637" y="800"/>
                  </a:lnTo>
                  <a:lnTo>
                    <a:pt x="1637" y="726"/>
                  </a:lnTo>
                  <a:lnTo>
                    <a:pt x="1637" y="652"/>
                  </a:lnTo>
                  <a:lnTo>
                    <a:pt x="1620" y="583"/>
                  </a:lnTo>
                  <a:lnTo>
                    <a:pt x="1603" y="513"/>
                  </a:lnTo>
                  <a:lnTo>
                    <a:pt x="1575" y="444"/>
                  </a:lnTo>
                  <a:lnTo>
                    <a:pt x="1542" y="379"/>
                  </a:lnTo>
                  <a:lnTo>
                    <a:pt x="1498" y="319"/>
                  </a:lnTo>
                  <a:lnTo>
                    <a:pt x="1453" y="264"/>
                  </a:lnTo>
                  <a:lnTo>
                    <a:pt x="1397" y="213"/>
                  </a:lnTo>
                  <a:lnTo>
                    <a:pt x="1342" y="166"/>
                  </a:lnTo>
                  <a:lnTo>
                    <a:pt x="1275" y="125"/>
                  </a:lnTo>
                  <a:lnTo>
                    <a:pt x="1208" y="88"/>
                  </a:lnTo>
                  <a:lnTo>
                    <a:pt x="1141" y="55"/>
                  </a:lnTo>
                  <a:lnTo>
                    <a:pt x="1063" y="32"/>
                  </a:lnTo>
                  <a:lnTo>
                    <a:pt x="985" y="14"/>
                  </a:lnTo>
                  <a:lnTo>
                    <a:pt x="902" y="5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954" y="1952"/>
              <a:ext cx="1598" cy="1410"/>
            </a:xfrm>
            <a:custGeom>
              <a:rect b="b" l="l" r="r" t="t"/>
              <a:pathLst>
                <a:path extrusionOk="0" h="1410" w="1598">
                  <a:moveTo>
                    <a:pt x="796" y="0"/>
                  </a:moveTo>
                  <a:lnTo>
                    <a:pt x="796" y="0"/>
                  </a:lnTo>
                  <a:lnTo>
                    <a:pt x="713" y="0"/>
                  </a:lnTo>
                  <a:lnTo>
                    <a:pt x="635" y="14"/>
                  </a:lnTo>
                  <a:lnTo>
                    <a:pt x="557" y="32"/>
                  </a:lnTo>
                  <a:lnTo>
                    <a:pt x="484" y="55"/>
                  </a:lnTo>
                  <a:lnTo>
                    <a:pt x="418" y="83"/>
                  </a:lnTo>
                  <a:lnTo>
                    <a:pt x="351" y="120"/>
                  </a:lnTo>
                  <a:lnTo>
                    <a:pt x="290" y="162"/>
                  </a:lnTo>
                  <a:lnTo>
                    <a:pt x="234" y="208"/>
                  </a:lnTo>
                  <a:lnTo>
                    <a:pt x="184" y="259"/>
                  </a:lnTo>
                  <a:lnTo>
                    <a:pt x="134" y="314"/>
                  </a:lnTo>
                  <a:lnTo>
                    <a:pt x="95" y="370"/>
                  </a:lnTo>
                  <a:lnTo>
                    <a:pt x="61" y="435"/>
                  </a:lnTo>
                  <a:lnTo>
                    <a:pt x="34" y="499"/>
                  </a:lnTo>
                  <a:lnTo>
                    <a:pt x="17" y="564"/>
                  </a:lnTo>
                  <a:lnTo>
                    <a:pt x="6" y="633"/>
                  </a:lnTo>
                  <a:lnTo>
                    <a:pt x="0" y="707"/>
                  </a:lnTo>
                  <a:lnTo>
                    <a:pt x="6" y="781"/>
                  </a:lnTo>
                  <a:lnTo>
                    <a:pt x="17" y="851"/>
                  </a:lnTo>
                  <a:lnTo>
                    <a:pt x="39" y="915"/>
                  </a:lnTo>
                  <a:lnTo>
                    <a:pt x="67" y="980"/>
                  </a:lnTo>
                  <a:lnTo>
                    <a:pt x="100" y="1045"/>
                  </a:lnTo>
                  <a:lnTo>
                    <a:pt x="139" y="1100"/>
                  </a:lnTo>
                  <a:lnTo>
                    <a:pt x="184" y="1156"/>
                  </a:lnTo>
                  <a:lnTo>
                    <a:pt x="239" y="1207"/>
                  </a:lnTo>
                  <a:lnTo>
                    <a:pt x="295" y="1253"/>
                  </a:lnTo>
                  <a:lnTo>
                    <a:pt x="356" y="1290"/>
                  </a:lnTo>
                  <a:lnTo>
                    <a:pt x="423" y="1327"/>
                  </a:lnTo>
                  <a:lnTo>
                    <a:pt x="490" y="1355"/>
                  </a:lnTo>
                  <a:lnTo>
                    <a:pt x="562" y="1383"/>
                  </a:lnTo>
                  <a:lnTo>
                    <a:pt x="640" y="1396"/>
                  </a:lnTo>
                  <a:lnTo>
                    <a:pt x="718" y="1410"/>
                  </a:lnTo>
                  <a:lnTo>
                    <a:pt x="802" y="1410"/>
                  </a:lnTo>
                  <a:lnTo>
                    <a:pt x="885" y="1406"/>
                  </a:lnTo>
                  <a:lnTo>
                    <a:pt x="963" y="1396"/>
                  </a:lnTo>
                  <a:lnTo>
                    <a:pt x="1035" y="1378"/>
                  </a:lnTo>
                  <a:lnTo>
                    <a:pt x="1113" y="1355"/>
                  </a:lnTo>
                  <a:lnTo>
                    <a:pt x="1180" y="1327"/>
                  </a:lnTo>
                  <a:lnTo>
                    <a:pt x="1247" y="1290"/>
                  </a:lnTo>
                  <a:lnTo>
                    <a:pt x="1308" y="1248"/>
                  </a:lnTo>
                  <a:lnTo>
                    <a:pt x="1364" y="1202"/>
                  </a:lnTo>
                  <a:lnTo>
                    <a:pt x="1414" y="1151"/>
                  </a:lnTo>
                  <a:lnTo>
                    <a:pt x="1464" y="1096"/>
                  </a:lnTo>
                  <a:lnTo>
                    <a:pt x="1503" y="1040"/>
                  </a:lnTo>
                  <a:lnTo>
                    <a:pt x="1536" y="976"/>
                  </a:lnTo>
                  <a:lnTo>
                    <a:pt x="1559" y="911"/>
                  </a:lnTo>
                  <a:lnTo>
                    <a:pt x="1581" y="846"/>
                  </a:lnTo>
                  <a:lnTo>
                    <a:pt x="1592" y="772"/>
                  </a:lnTo>
                  <a:lnTo>
                    <a:pt x="1598" y="703"/>
                  </a:lnTo>
                  <a:lnTo>
                    <a:pt x="1592" y="629"/>
                  </a:lnTo>
                  <a:lnTo>
                    <a:pt x="1581" y="559"/>
                  </a:lnTo>
                  <a:lnTo>
                    <a:pt x="1559" y="495"/>
                  </a:lnTo>
                  <a:lnTo>
                    <a:pt x="1531" y="430"/>
                  </a:lnTo>
                  <a:lnTo>
                    <a:pt x="1497" y="365"/>
                  </a:lnTo>
                  <a:lnTo>
                    <a:pt x="1458" y="310"/>
                  </a:lnTo>
                  <a:lnTo>
                    <a:pt x="1414" y="254"/>
                  </a:lnTo>
                  <a:lnTo>
                    <a:pt x="1358" y="203"/>
                  </a:lnTo>
                  <a:lnTo>
                    <a:pt x="1303" y="157"/>
                  </a:lnTo>
                  <a:lnTo>
                    <a:pt x="1241" y="115"/>
                  </a:lnTo>
                  <a:lnTo>
                    <a:pt x="1175" y="83"/>
                  </a:lnTo>
                  <a:lnTo>
                    <a:pt x="1108" y="51"/>
                  </a:lnTo>
                  <a:lnTo>
                    <a:pt x="1035" y="28"/>
                  </a:lnTo>
                  <a:lnTo>
                    <a:pt x="957" y="14"/>
                  </a:lnTo>
                  <a:lnTo>
                    <a:pt x="880" y="0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982" y="1961"/>
              <a:ext cx="1553" cy="1374"/>
            </a:xfrm>
            <a:custGeom>
              <a:rect b="b" l="l" r="r" t="t"/>
              <a:pathLst>
                <a:path extrusionOk="0" h="1374" w="1553">
                  <a:moveTo>
                    <a:pt x="774" y="0"/>
                  </a:moveTo>
                  <a:lnTo>
                    <a:pt x="774" y="0"/>
                  </a:lnTo>
                  <a:lnTo>
                    <a:pt x="690" y="5"/>
                  </a:lnTo>
                  <a:lnTo>
                    <a:pt x="618" y="14"/>
                  </a:lnTo>
                  <a:lnTo>
                    <a:pt x="540" y="32"/>
                  </a:lnTo>
                  <a:lnTo>
                    <a:pt x="467" y="56"/>
                  </a:lnTo>
                  <a:lnTo>
                    <a:pt x="401" y="88"/>
                  </a:lnTo>
                  <a:lnTo>
                    <a:pt x="339" y="120"/>
                  </a:lnTo>
                  <a:lnTo>
                    <a:pt x="278" y="162"/>
                  </a:lnTo>
                  <a:lnTo>
                    <a:pt x="223" y="208"/>
                  </a:lnTo>
                  <a:lnTo>
                    <a:pt x="173" y="254"/>
                  </a:lnTo>
                  <a:lnTo>
                    <a:pt x="128" y="310"/>
                  </a:lnTo>
                  <a:lnTo>
                    <a:pt x="89" y="365"/>
                  </a:lnTo>
                  <a:lnTo>
                    <a:pt x="61" y="426"/>
                  </a:lnTo>
                  <a:lnTo>
                    <a:pt x="33" y="490"/>
                  </a:lnTo>
                  <a:lnTo>
                    <a:pt x="17" y="555"/>
                  </a:lnTo>
                  <a:lnTo>
                    <a:pt x="6" y="624"/>
                  </a:lnTo>
                  <a:lnTo>
                    <a:pt x="0" y="694"/>
                  </a:lnTo>
                  <a:lnTo>
                    <a:pt x="6" y="763"/>
                  </a:lnTo>
                  <a:lnTo>
                    <a:pt x="17" y="833"/>
                  </a:lnTo>
                  <a:lnTo>
                    <a:pt x="39" y="897"/>
                  </a:lnTo>
                  <a:lnTo>
                    <a:pt x="61" y="957"/>
                  </a:lnTo>
                  <a:lnTo>
                    <a:pt x="95" y="1017"/>
                  </a:lnTo>
                  <a:lnTo>
                    <a:pt x="134" y="1073"/>
                  </a:lnTo>
                  <a:lnTo>
                    <a:pt x="184" y="1128"/>
                  </a:lnTo>
                  <a:lnTo>
                    <a:pt x="234" y="1175"/>
                  </a:lnTo>
                  <a:lnTo>
                    <a:pt x="289" y="1221"/>
                  </a:lnTo>
                  <a:lnTo>
                    <a:pt x="345" y="1258"/>
                  </a:lnTo>
                  <a:lnTo>
                    <a:pt x="412" y="1295"/>
                  </a:lnTo>
                  <a:lnTo>
                    <a:pt x="479" y="1323"/>
                  </a:lnTo>
                  <a:lnTo>
                    <a:pt x="551" y="1346"/>
                  </a:lnTo>
                  <a:lnTo>
                    <a:pt x="623" y="1360"/>
                  </a:lnTo>
                  <a:lnTo>
                    <a:pt x="701" y="1369"/>
                  </a:lnTo>
                  <a:lnTo>
                    <a:pt x="785" y="1374"/>
                  </a:lnTo>
                  <a:lnTo>
                    <a:pt x="863" y="1369"/>
                  </a:lnTo>
                  <a:lnTo>
                    <a:pt x="941" y="1360"/>
                  </a:lnTo>
                  <a:lnTo>
                    <a:pt x="1013" y="1341"/>
                  </a:lnTo>
                  <a:lnTo>
                    <a:pt x="1085" y="1318"/>
                  </a:lnTo>
                  <a:lnTo>
                    <a:pt x="1152" y="1290"/>
                  </a:lnTo>
                  <a:lnTo>
                    <a:pt x="1213" y="1253"/>
                  </a:lnTo>
                  <a:lnTo>
                    <a:pt x="1275" y="1212"/>
                  </a:lnTo>
                  <a:lnTo>
                    <a:pt x="1330" y="1170"/>
                  </a:lnTo>
                  <a:lnTo>
                    <a:pt x="1380" y="1119"/>
                  </a:lnTo>
                  <a:lnTo>
                    <a:pt x="1425" y="1068"/>
                  </a:lnTo>
                  <a:lnTo>
                    <a:pt x="1464" y="1008"/>
                  </a:lnTo>
                  <a:lnTo>
                    <a:pt x="1497" y="948"/>
                  </a:lnTo>
                  <a:lnTo>
                    <a:pt x="1519" y="888"/>
                  </a:lnTo>
                  <a:lnTo>
                    <a:pt x="1542" y="819"/>
                  </a:lnTo>
                  <a:lnTo>
                    <a:pt x="1553" y="754"/>
                  </a:lnTo>
                  <a:lnTo>
                    <a:pt x="1553" y="680"/>
                  </a:lnTo>
                  <a:lnTo>
                    <a:pt x="1547" y="611"/>
                  </a:lnTo>
                  <a:lnTo>
                    <a:pt x="1536" y="546"/>
                  </a:lnTo>
                  <a:lnTo>
                    <a:pt x="1519" y="476"/>
                  </a:lnTo>
                  <a:lnTo>
                    <a:pt x="1492" y="416"/>
                  </a:lnTo>
                  <a:lnTo>
                    <a:pt x="1458" y="356"/>
                  </a:lnTo>
                  <a:lnTo>
                    <a:pt x="1419" y="301"/>
                  </a:lnTo>
                  <a:lnTo>
                    <a:pt x="1375" y="245"/>
                  </a:lnTo>
                  <a:lnTo>
                    <a:pt x="1319" y="199"/>
                  </a:lnTo>
                  <a:lnTo>
                    <a:pt x="1269" y="153"/>
                  </a:lnTo>
                  <a:lnTo>
                    <a:pt x="1208" y="116"/>
                  </a:lnTo>
                  <a:lnTo>
                    <a:pt x="1141" y="83"/>
                  </a:lnTo>
                  <a:lnTo>
                    <a:pt x="1074" y="51"/>
                  </a:lnTo>
                  <a:lnTo>
                    <a:pt x="1002" y="32"/>
                  </a:lnTo>
                  <a:lnTo>
                    <a:pt x="929" y="14"/>
                  </a:lnTo>
                  <a:lnTo>
                    <a:pt x="852" y="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D1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010" y="1975"/>
              <a:ext cx="1514" cy="1332"/>
            </a:xfrm>
            <a:custGeom>
              <a:rect b="b" l="l" r="r" t="t"/>
              <a:pathLst>
                <a:path extrusionOk="0" h="1332" w="1514">
                  <a:moveTo>
                    <a:pt x="746" y="0"/>
                  </a:moveTo>
                  <a:lnTo>
                    <a:pt x="746" y="0"/>
                  </a:lnTo>
                  <a:lnTo>
                    <a:pt x="668" y="5"/>
                  </a:lnTo>
                  <a:lnTo>
                    <a:pt x="595" y="14"/>
                  </a:lnTo>
                  <a:lnTo>
                    <a:pt x="523" y="32"/>
                  </a:lnTo>
                  <a:lnTo>
                    <a:pt x="451" y="55"/>
                  </a:lnTo>
                  <a:lnTo>
                    <a:pt x="389" y="83"/>
                  </a:lnTo>
                  <a:lnTo>
                    <a:pt x="328" y="116"/>
                  </a:lnTo>
                  <a:lnTo>
                    <a:pt x="267" y="157"/>
                  </a:lnTo>
                  <a:lnTo>
                    <a:pt x="217" y="199"/>
                  </a:lnTo>
                  <a:lnTo>
                    <a:pt x="167" y="250"/>
                  </a:lnTo>
                  <a:lnTo>
                    <a:pt x="122" y="301"/>
                  </a:lnTo>
                  <a:lnTo>
                    <a:pt x="83" y="356"/>
                  </a:lnTo>
                  <a:lnTo>
                    <a:pt x="55" y="412"/>
                  </a:lnTo>
                  <a:lnTo>
                    <a:pt x="28" y="476"/>
                  </a:lnTo>
                  <a:lnTo>
                    <a:pt x="11" y="541"/>
                  </a:lnTo>
                  <a:lnTo>
                    <a:pt x="0" y="606"/>
                  </a:lnTo>
                  <a:lnTo>
                    <a:pt x="0" y="675"/>
                  </a:lnTo>
                  <a:lnTo>
                    <a:pt x="5" y="740"/>
                  </a:lnTo>
                  <a:lnTo>
                    <a:pt x="16" y="805"/>
                  </a:lnTo>
                  <a:lnTo>
                    <a:pt x="33" y="869"/>
                  </a:lnTo>
                  <a:lnTo>
                    <a:pt x="61" y="929"/>
                  </a:lnTo>
                  <a:lnTo>
                    <a:pt x="94" y="990"/>
                  </a:lnTo>
                  <a:lnTo>
                    <a:pt x="133" y="1045"/>
                  </a:lnTo>
                  <a:lnTo>
                    <a:pt x="178" y="1096"/>
                  </a:lnTo>
                  <a:lnTo>
                    <a:pt x="228" y="1142"/>
                  </a:lnTo>
                  <a:lnTo>
                    <a:pt x="278" y="1184"/>
                  </a:lnTo>
                  <a:lnTo>
                    <a:pt x="339" y="1221"/>
                  </a:lnTo>
                  <a:lnTo>
                    <a:pt x="401" y="1253"/>
                  </a:lnTo>
                  <a:lnTo>
                    <a:pt x="467" y="1281"/>
                  </a:lnTo>
                  <a:lnTo>
                    <a:pt x="540" y="1304"/>
                  </a:lnTo>
                  <a:lnTo>
                    <a:pt x="612" y="1318"/>
                  </a:lnTo>
                  <a:lnTo>
                    <a:pt x="684" y="1327"/>
                  </a:lnTo>
                  <a:lnTo>
                    <a:pt x="762" y="1332"/>
                  </a:lnTo>
                  <a:lnTo>
                    <a:pt x="840" y="1327"/>
                  </a:lnTo>
                  <a:lnTo>
                    <a:pt x="913" y="1318"/>
                  </a:lnTo>
                  <a:lnTo>
                    <a:pt x="985" y="1299"/>
                  </a:lnTo>
                  <a:lnTo>
                    <a:pt x="1057" y="1276"/>
                  </a:lnTo>
                  <a:lnTo>
                    <a:pt x="1124" y="1249"/>
                  </a:lnTo>
                  <a:lnTo>
                    <a:pt x="1185" y="1212"/>
                  </a:lnTo>
                  <a:lnTo>
                    <a:pt x="1241" y="1175"/>
                  </a:lnTo>
                  <a:lnTo>
                    <a:pt x="1297" y="1128"/>
                  </a:lnTo>
                  <a:lnTo>
                    <a:pt x="1341" y="1082"/>
                  </a:lnTo>
                  <a:lnTo>
                    <a:pt x="1386" y="1031"/>
                  </a:lnTo>
                  <a:lnTo>
                    <a:pt x="1425" y="976"/>
                  </a:lnTo>
                  <a:lnTo>
                    <a:pt x="1452" y="916"/>
                  </a:lnTo>
                  <a:lnTo>
                    <a:pt x="1480" y="856"/>
                  </a:lnTo>
                  <a:lnTo>
                    <a:pt x="1497" y="791"/>
                  </a:lnTo>
                  <a:lnTo>
                    <a:pt x="1508" y="726"/>
                  </a:lnTo>
                  <a:lnTo>
                    <a:pt x="1514" y="657"/>
                  </a:lnTo>
                  <a:lnTo>
                    <a:pt x="1508" y="587"/>
                  </a:lnTo>
                  <a:lnTo>
                    <a:pt x="1491" y="523"/>
                  </a:lnTo>
                  <a:lnTo>
                    <a:pt x="1475" y="458"/>
                  </a:lnTo>
                  <a:lnTo>
                    <a:pt x="1447" y="398"/>
                  </a:lnTo>
                  <a:lnTo>
                    <a:pt x="1414" y="342"/>
                  </a:lnTo>
                  <a:lnTo>
                    <a:pt x="1375" y="287"/>
                  </a:lnTo>
                  <a:lnTo>
                    <a:pt x="1336" y="236"/>
                  </a:lnTo>
                  <a:lnTo>
                    <a:pt x="1285" y="190"/>
                  </a:lnTo>
                  <a:lnTo>
                    <a:pt x="1230" y="148"/>
                  </a:lnTo>
                  <a:lnTo>
                    <a:pt x="1169" y="111"/>
                  </a:lnTo>
                  <a:lnTo>
                    <a:pt x="1107" y="74"/>
                  </a:lnTo>
                  <a:lnTo>
                    <a:pt x="1041" y="46"/>
                  </a:lnTo>
                  <a:lnTo>
                    <a:pt x="974" y="28"/>
                  </a:lnTo>
                  <a:lnTo>
                    <a:pt x="901" y="9"/>
                  </a:lnTo>
                  <a:lnTo>
                    <a:pt x="824" y="0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038" y="1984"/>
              <a:ext cx="1469" cy="1295"/>
            </a:xfrm>
            <a:custGeom>
              <a:rect b="b" l="l" r="r" t="t"/>
              <a:pathLst>
                <a:path extrusionOk="0" h="1295" w="1469">
                  <a:moveTo>
                    <a:pt x="723" y="0"/>
                  </a:moveTo>
                  <a:lnTo>
                    <a:pt x="723" y="0"/>
                  </a:lnTo>
                  <a:lnTo>
                    <a:pt x="645" y="5"/>
                  </a:lnTo>
                  <a:lnTo>
                    <a:pt x="573" y="19"/>
                  </a:lnTo>
                  <a:lnTo>
                    <a:pt x="506" y="33"/>
                  </a:lnTo>
                  <a:lnTo>
                    <a:pt x="439" y="56"/>
                  </a:lnTo>
                  <a:lnTo>
                    <a:pt x="373" y="83"/>
                  </a:lnTo>
                  <a:lnTo>
                    <a:pt x="311" y="120"/>
                  </a:lnTo>
                  <a:lnTo>
                    <a:pt x="256" y="157"/>
                  </a:lnTo>
                  <a:lnTo>
                    <a:pt x="206" y="199"/>
                  </a:lnTo>
                  <a:lnTo>
                    <a:pt x="161" y="245"/>
                  </a:lnTo>
                  <a:lnTo>
                    <a:pt x="117" y="296"/>
                  </a:lnTo>
                  <a:lnTo>
                    <a:pt x="83" y="352"/>
                  </a:lnTo>
                  <a:lnTo>
                    <a:pt x="50" y="407"/>
                  </a:lnTo>
                  <a:lnTo>
                    <a:pt x="27" y="467"/>
                  </a:lnTo>
                  <a:lnTo>
                    <a:pt x="11" y="527"/>
                  </a:lnTo>
                  <a:lnTo>
                    <a:pt x="0" y="592"/>
                  </a:lnTo>
                  <a:lnTo>
                    <a:pt x="0" y="657"/>
                  </a:lnTo>
                  <a:lnTo>
                    <a:pt x="0" y="726"/>
                  </a:lnTo>
                  <a:lnTo>
                    <a:pt x="16" y="786"/>
                  </a:lnTo>
                  <a:lnTo>
                    <a:pt x="33" y="851"/>
                  </a:lnTo>
                  <a:lnTo>
                    <a:pt x="61" y="907"/>
                  </a:lnTo>
                  <a:lnTo>
                    <a:pt x="89" y="962"/>
                  </a:lnTo>
                  <a:lnTo>
                    <a:pt x="128" y="1018"/>
                  </a:lnTo>
                  <a:lnTo>
                    <a:pt x="172" y="1064"/>
                  </a:lnTo>
                  <a:lnTo>
                    <a:pt x="222" y="1110"/>
                  </a:lnTo>
                  <a:lnTo>
                    <a:pt x="272" y="1152"/>
                  </a:lnTo>
                  <a:lnTo>
                    <a:pt x="334" y="1189"/>
                  </a:lnTo>
                  <a:lnTo>
                    <a:pt x="395" y="1221"/>
                  </a:lnTo>
                  <a:lnTo>
                    <a:pt x="456" y="1244"/>
                  </a:lnTo>
                  <a:lnTo>
                    <a:pt x="523" y="1267"/>
                  </a:lnTo>
                  <a:lnTo>
                    <a:pt x="595" y="1281"/>
                  </a:lnTo>
                  <a:lnTo>
                    <a:pt x="668" y="1290"/>
                  </a:lnTo>
                  <a:lnTo>
                    <a:pt x="745" y="1295"/>
                  </a:lnTo>
                  <a:lnTo>
                    <a:pt x="818" y="1290"/>
                  </a:lnTo>
                  <a:lnTo>
                    <a:pt x="890" y="1277"/>
                  </a:lnTo>
                  <a:lnTo>
                    <a:pt x="963" y="1263"/>
                  </a:lnTo>
                  <a:lnTo>
                    <a:pt x="1029" y="1240"/>
                  </a:lnTo>
                  <a:lnTo>
                    <a:pt x="1091" y="1212"/>
                  </a:lnTo>
                  <a:lnTo>
                    <a:pt x="1152" y="1175"/>
                  </a:lnTo>
                  <a:lnTo>
                    <a:pt x="1207" y="1138"/>
                  </a:lnTo>
                  <a:lnTo>
                    <a:pt x="1263" y="1096"/>
                  </a:lnTo>
                  <a:lnTo>
                    <a:pt x="1308" y="1050"/>
                  </a:lnTo>
                  <a:lnTo>
                    <a:pt x="1347" y="999"/>
                  </a:lnTo>
                  <a:lnTo>
                    <a:pt x="1386" y="944"/>
                  </a:lnTo>
                  <a:lnTo>
                    <a:pt x="1413" y="888"/>
                  </a:lnTo>
                  <a:lnTo>
                    <a:pt x="1441" y="828"/>
                  </a:lnTo>
                  <a:lnTo>
                    <a:pt x="1458" y="768"/>
                  </a:lnTo>
                  <a:lnTo>
                    <a:pt x="1463" y="703"/>
                  </a:lnTo>
                  <a:lnTo>
                    <a:pt x="1469" y="638"/>
                  </a:lnTo>
                  <a:lnTo>
                    <a:pt x="1463" y="569"/>
                  </a:lnTo>
                  <a:lnTo>
                    <a:pt x="1452" y="509"/>
                  </a:lnTo>
                  <a:lnTo>
                    <a:pt x="1430" y="444"/>
                  </a:lnTo>
                  <a:lnTo>
                    <a:pt x="1408" y="389"/>
                  </a:lnTo>
                  <a:lnTo>
                    <a:pt x="1374" y="333"/>
                  </a:lnTo>
                  <a:lnTo>
                    <a:pt x="1335" y="278"/>
                  </a:lnTo>
                  <a:lnTo>
                    <a:pt x="1291" y="231"/>
                  </a:lnTo>
                  <a:lnTo>
                    <a:pt x="1246" y="185"/>
                  </a:lnTo>
                  <a:lnTo>
                    <a:pt x="1191" y="144"/>
                  </a:lnTo>
                  <a:lnTo>
                    <a:pt x="1135" y="107"/>
                  </a:lnTo>
                  <a:lnTo>
                    <a:pt x="1074" y="74"/>
                  </a:lnTo>
                  <a:lnTo>
                    <a:pt x="1007" y="51"/>
                  </a:lnTo>
                  <a:lnTo>
                    <a:pt x="940" y="28"/>
                  </a:lnTo>
                  <a:lnTo>
                    <a:pt x="868" y="14"/>
                  </a:lnTo>
                  <a:lnTo>
                    <a:pt x="796" y="5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rgbClr val="FFD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060" y="1998"/>
              <a:ext cx="1430" cy="1249"/>
            </a:xfrm>
            <a:custGeom>
              <a:rect b="b" l="l" r="r" t="t"/>
              <a:pathLst>
                <a:path extrusionOk="0" h="1249" w="1430">
                  <a:moveTo>
                    <a:pt x="701" y="0"/>
                  </a:moveTo>
                  <a:lnTo>
                    <a:pt x="701" y="0"/>
                  </a:lnTo>
                  <a:lnTo>
                    <a:pt x="629" y="5"/>
                  </a:lnTo>
                  <a:lnTo>
                    <a:pt x="562" y="14"/>
                  </a:lnTo>
                  <a:lnTo>
                    <a:pt x="490" y="32"/>
                  </a:lnTo>
                  <a:lnTo>
                    <a:pt x="428" y="56"/>
                  </a:lnTo>
                  <a:lnTo>
                    <a:pt x="362" y="83"/>
                  </a:lnTo>
                  <a:lnTo>
                    <a:pt x="306" y="116"/>
                  </a:lnTo>
                  <a:lnTo>
                    <a:pt x="250" y="153"/>
                  </a:lnTo>
                  <a:lnTo>
                    <a:pt x="200" y="194"/>
                  </a:lnTo>
                  <a:lnTo>
                    <a:pt x="156" y="236"/>
                  </a:lnTo>
                  <a:lnTo>
                    <a:pt x="117" y="287"/>
                  </a:lnTo>
                  <a:lnTo>
                    <a:pt x="83" y="338"/>
                  </a:lnTo>
                  <a:lnTo>
                    <a:pt x="50" y="393"/>
                  </a:lnTo>
                  <a:lnTo>
                    <a:pt x="28" y="453"/>
                  </a:lnTo>
                  <a:lnTo>
                    <a:pt x="11" y="513"/>
                  </a:lnTo>
                  <a:lnTo>
                    <a:pt x="5" y="574"/>
                  </a:lnTo>
                  <a:lnTo>
                    <a:pt x="0" y="638"/>
                  </a:lnTo>
                  <a:lnTo>
                    <a:pt x="5" y="703"/>
                  </a:lnTo>
                  <a:lnTo>
                    <a:pt x="17" y="763"/>
                  </a:lnTo>
                  <a:lnTo>
                    <a:pt x="39" y="823"/>
                  </a:lnTo>
                  <a:lnTo>
                    <a:pt x="61" y="879"/>
                  </a:lnTo>
                  <a:lnTo>
                    <a:pt x="95" y="934"/>
                  </a:lnTo>
                  <a:lnTo>
                    <a:pt x="133" y="985"/>
                  </a:lnTo>
                  <a:lnTo>
                    <a:pt x="172" y="1031"/>
                  </a:lnTo>
                  <a:lnTo>
                    <a:pt x="223" y="1078"/>
                  </a:lnTo>
                  <a:lnTo>
                    <a:pt x="273" y="1115"/>
                  </a:lnTo>
                  <a:lnTo>
                    <a:pt x="328" y="1152"/>
                  </a:lnTo>
                  <a:lnTo>
                    <a:pt x="389" y="1179"/>
                  </a:lnTo>
                  <a:lnTo>
                    <a:pt x="451" y="1207"/>
                  </a:lnTo>
                  <a:lnTo>
                    <a:pt x="518" y="1226"/>
                  </a:lnTo>
                  <a:lnTo>
                    <a:pt x="584" y="1239"/>
                  </a:lnTo>
                  <a:lnTo>
                    <a:pt x="657" y="1249"/>
                  </a:lnTo>
                  <a:lnTo>
                    <a:pt x="729" y="1249"/>
                  </a:lnTo>
                  <a:lnTo>
                    <a:pt x="801" y="1244"/>
                  </a:lnTo>
                  <a:lnTo>
                    <a:pt x="874" y="1235"/>
                  </a:lnTo>
                  <a:lnTo>
                    <a:pt x="941" y="1216"/>
                  </a:lnTo>
                  <a:lnTo>
                    <a:pt x="1007" y="1198"/>
                  </a:lnTo>
                  <a:lnTo>
                    <a:pt x="1069" y="1170"/>
                  </a:lnTo>
                  <a:lnTo>
                    <a:pt x="1130" y="1138"/>
                  </a:lnTo>
                  <a:lnTo>
                    <a:pt x="1180" y="1101"/>
                  </a:lnTo>
                  <a:lnTo>
                    <a:pt x="1230" y="1059"/>
                  </a:lnTo>
                  <a:lnTo>
                    <a:pt x="1274" y="1013"/>
                  </a:lnTo>
                  <a:lnTo>
                    <a:pt x="1319" y="962"/>
                  </a:lnTo>
                  <a:lnTo>
                    <a:pt x="1352" y="911"/>
                  </a:lnTo>
                  <a:lnTo>
                    <a:pt x="1380" y="856"/>
                  </a:lnTo>
                  <a:lnTo>
                    <a:pt x="1402" y="800"/>
                  </a:lnTo>
                  <a:lnTo>
                    <a:pt x="1419" y="740"/>
                  </a:lnTo>
                  <a:lnTo>
                    <a:pt x="1430" y="675"/>
                  </a:lnTo>
                  <a:lnTo>
                    <a:pt x="1430" y="611"/>
                  </a:lnTo>
                  <a:lnTo>
                    <a:pt x="1425" y="550"/>
                  </a:lnTo>
                  <a:lnTo>
                    <a:pt x="1414" y="486"/>
                  </a:lnTo>
                  <a:lnTo>
                    <a:pt x="1397" y="426"/>
                  </a:lnTo>
                  <a:lnTo>
                    <a:pt x="1369" y="370"/>
                  </a:lnTo>
                  <a:lnTo>
                    <a:pt x="1341" y="315"/>
                  </a:lnTo>
                  <a:lnTo>
                    <a:pt x="1302" y="264"/>
                  </a:lnTo>
                  <a:lnTo>
                    <a:pt x="1258" y="217"/>
                  </a:lnTo>
                  <a:lnTo>
                    <a:pt x="1213" y="176"/>
                  </a:lnTo>
                  <a:lnTo>
                    <a:pt x="1163" y="134"/>
                  </a:lnTo>
                  <a:lnTo>
                    <a:pt x="1107" y="102"/>
                  </a:lnTo>
                  <a:lnTo>
                    <a:pt x="1046" y="69"/>
                  </a:lnTo>
                  <a:lnTo>
                    <a:pt x="979" y="46"/>
                  </a:lnTo>
                  <a:lnTo>
                    <a:pt x="918" y="23"/>
                  </a:lnTo>
                  <a:lnTo>
                    <a:pt x="846" y="9"/>
                  </a:lnTo>
                  <a:lnTo>
                    <a:pt x="774" y="0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FFDB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3088" y="2012"/>
              <a:ext cx="1391" cy="1207"/>
            </a:xfrm>
            <a:custGeom>
              <a:rect b="b" l="l" r="r" t="t"/>
              <a:pathLst>
                <a:path extrusionOk="0" h="1207" w="1391">
                  <a:moveTo>
                    <a:pt x="679" y="0"/>
                  </a:moveTo>
                  <a:lnTo>
                    <a:pt x="679" y="0"/>
                  </a:lnTo>
                  <a:lnTo>
                    <a:pt x="606" y="5"/>
                  </a:lnTo>
                  <a:lnTo>
                    <a:pt x="540" y="14"/>
                  </a:lnTo>
                  <a:lnTo>
                    <a:pt x="473" y="28"/>
                  </a:lnTo>
                  <a:lnTo>
                    <a:pt x="412" y="51"/>
                  </a:lnTo>
                  <a:lnTo>
                    <a:pt x="350" y="79"/>
                  </a:lnTo>
                  <a:lnTo>
                    <a:pt x="295" y="111"/>
                  </a:lnTo>
                  <a:lnTo>
                    <a:pt x="239" y="148"/>
                  </a:lnTo>
                  <a:lnTo>
                    <a:pt x="195" y="185"/>
                  </a:lnTo>
                  <a:lnTo>
                    <a:pt x="150" y="231"/>
                  </a:lnTo>
                  <a:lnTo>
                    <a:pt x="111" y="277"/>
                  </a:lnTo>
                  <a:lnTo>
                    <a:pt x="78" y="328"/>
                  </a:lnTo>
                  <a:lnTo>
                    <a:pt x="50" y="384"/>
                  </a:lnTo>
                  <a:lnTo>
                    <a:pt x="28" y="439"/>
                  </a:lnTo>
                  <a:lnTo>
                    <a:pt x="11" y="495"/>
                  </a:lnTo>
                  <a:lnTo>
                    <a:pt x="0" y="555"/>
                  </a:lnTo>
                  <a:lnTo>
                    <a:pt x="0" y="620"/>
                  </a:lnTo>
                  <a:lnTo>
                    <a:pt x="5" y="680"/>
                  </a:lnTo>
                  <a:lnTo>
                    <a:pt x="16" y="740"/>
                  </a:lnTo>
                  <a:lnTo>
                    <a:pt x="39" y="795"/>
                  </a:lnTo>
                  <a:lnTo>
                    <a:pt x="61" y="851"/>
                  </a:lnTo>
                  <a:lnTo>
                    <a:pt x="94" y="906"/>
                  </a:lnTo>
                  <a:lnTo>
                    <a:pt x="128" y="953"/>
                  </a:lnTo>
                  <a:lnTo>
                    <a:pt x="172" y="999"/>
                  </a:lnTo>
                  <a:lnTo>
                    <a:pt x="217" y="1040"/>
                  </a:lnTo>
                  <a:lnTo>
                    <a:pt x="267" y="1077"/>
                  </a:lnTo>
                  <a:lnTo>
                    <a:pt x="323" y="1114"/>
                  </a:lnTo>
                  <a:lnTo>
                    <a:pt x="378" y="1142"/>
                  </a:lnTo>
                  <a:lnTo>
                    <a:pt x="439" y="1165"/>
                  </a:lnTo>
                  <a:lnTo>
                    <a:pt x="506" y="1184"/>
                  </a:lnTo>
                  <a:lnTo>
                    <a:pt x="573" y="1198"/>
                  </a:lnTo>
                  <a:lnTo>
                    <a:pt x="640" y="1207"/>
                  </a:lnTo>
                  <a:lnTo>
                    <a:pt x="712" y="1207"/>
                  </a:lnTo>
                  <a:lnTo>
                    <a:pt x="784" y="1202"/>
                  </a:lnTo>
                  <a:lnTo>
                    <a:pt x="851" y="1193"/>
                  </a:lnTo>
                  <a:lnTo>
                    <a:pt x="918" y="1175"/>
                  </a:lnTo>
                  <a:lnTo>
                    <a:pt x="979" y="1151"/>
                  </a:lnTo>
                  <a:lnTo>
                    <a:pt x="1041" y="1128"/>
                  </a:lnTo>
                  <a:lnTo>
                    <a:pt x="1096" y="1096"/>
                  </a:lnTo>
                  <a:lnTo>
                    <a:pt x="1146" y="1059"/>
                  </a:lnTo>
                  <a:lnTo>
                    <a:pt x="1196" y="1017"/>
                  </a:lnTo>
                  <a:lnTo>
                    <a:pt x="1241" y="976"/>
                  </a:lnTo>
                  <a:lnTo>
                    <a:pt x="1280" y="929"/>
                  </a:lnTo>
                  <a:lnTo>
                    <a:pt x="1313" y="879"/>
                  </a:lnTo>
                  <a:lnTo>
                    <a:pt x="1341" y="823"/>
                  </a:lnTo>
                  <a:lnTo>
                    <a:pt x="1363" y="768"/>
                  </a:lnTo>
                  <a:lnTo>
                    <a:pt x="1380" y="708"/>
                  </a:lnTo>
                  <a:lnTo>
                    <a:pt x="1386" y="647"/>
                  </a:lnTo>
                  <a:lnTo>
                    <a:pt x="1391" y="587"/>
                  </a:lnTo>
                  <a:lnTo>
                    <a:pt x="1386" y="527"/>
                  </a:lnTo>
                  <a:lnTo>
                    <a:pt x="1374" y="467"/>
                  </a:lnTo>
                  <a:lnTo>
                    <a:pt x="1352" y="407"/>
                  </a:lnTo>
                  <a:lnTo>
                    <a:pt x="1330" y="351"/>
                  </a:lnTo>
                  <a:lnTo>
                    <a:pt x="1297" y="301"/>
                  </a:lnTo>
                  <a:lnTo>
                    <a:pt x="1263" y="250"/>
                  </a:lnTo>
                  <a:lnTo>
                    <a:pt x="1219" y="208"/>
                  </a:lnTo>
                  <a:lnTo>
                    <a:pt x="1174" y="166"/>
                  </a:lnTo>
                  <a:lnTo>
                    <a:pt x="1124" y="125"/>
                  </a:lnTo>
                  <a:lnTo>
                    <a:pt x="1068" y="92"/>
                  </a:lnTo>
                  <a:lnTo>
                    <a:pt x="1013" y="65"/>
                  </a:lnTo>
                  <a:lnTo>
                    <a:pt x="951" y="42"/>
                  </a:lnTo>
                  <a:lnTo>
                    <a:pt x="885" y="18"/>
                  </a:lnTo>
                  <a:lnTo>
                    <a:pt x="818" y="9"/>
                  </a:lnTo>
                  <a:lnTo>
                    <a:pt x="751" y="0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3116" y="2021"/>
              <a:ext cx="1346" cy="1170"/>
            </a:xfrm>
            <a:custGeom>
              <a:rect b="b" l="l" r="r" t="t"/>
              <a:pathLst>
                <a:path extrusionOk="0" h="1170" w="1346">
                  <a:moveTo>
                    <a:pt x="656" y="0"/>
                  </a:moveTo>
                  <a:lnTo>
                    <a:pt x="656" y="0"/>
                  </a:lnTo>
                  <a:lnTo>
                    <a:pt x="584" y="5"/>
                  </a:lnTo>
                  <a:lnTo>
                    <a:pt x="517" y="19"/>
                  </a:lnTo>
                  <a:lnTo>
                    <a:pt x="456" y="33"/>
                  </a:lnTo>
                  <a:lnTo>
                    <a:pt x="395" y="56"/>
                  </a:lnTo>
                  <a:lnTo>
                    <a:pt x="333" y="79"/>
                  </a:lnTo>
                  <a:lnTo>
                    <a:pt x="283" y="111"/>
                  </a:lnTo>
                  <a:lnTo>
                    <a:pt x="228" y="148"/>
                  </a:lnTo>
                  <a:lnTo>
                    <a:pt x="183" y="185"/>
                  </a:lnTo>
                  <a:lnTo>
                    <a:pt x="139" y="227"/>
                  </a:lnTo>
                  <a:lnTo>
                    <a:pt x="105" y="273"/>
                  </a:lnTo>
                  <a:lnTo>
                    <a:pt x="72" y="324"/>
                  </a:lnTo>
                  <a:lnTo>
                    <a:pt x="44" y="375"/>
                  </a:lnTo>
                  <a:lnTo>
                    <a:pt x="22" y="430"/>
                  </a:lnTo>
                  <a:lnTo>
                    <a:pt x="11" y="486"/>
                  </a:lnTo>
                  <a:lnTo>
                    <a:pt x="0" y="546"/>
                  </a:lnTo>
                  <a:lnTo>
                    <a:pt x="0" y="606"/>
                  </a:lnTo>
                  <a:lnTo>
                    <a:pt x="5" y="662"/>
                  </a:lnTo>
                  <a:lnTo>
                    <a:pt x="16" y="722"/>
                  </a:lnTo>
                  <a:lnTo>
                    <a:pt x="33" y="777"/>
                  </a:lnTo>
                  <a:lnTo>
                    <a:pt x="61" y="828"/>
                  </a:lnTo>
                  <a:lnTo>
                    <a:pt x="89" y="879"/>
                  </a:lnTo>
                  <a:lnTo>
                    <a:pt x="128" y="925"/>
                  </a:lnTo>
                  <a:lnTo>
                    <a:pt x="167" y="971"/>
                  </a:lnTo>
                  <a:lnTo>
                    <a:pt x="211" y="1013"/>
                  </a:lnTo>
                  <a:lnTo>
                    <a:pt x="261" y="1045"/>
                  </a:lnTo>
                  <a:lnTo>
                    <a:pt x="311" y="1078"/>
                  </a:lnTo>
                  <a:lnTo>
                    <a:pt x="367" y="1105"/>
                  </a:lnTo>
                  <a:lnTo>
                    <a:pt x="428" y="1129"/>
                  </a:lnTo>
                  <a:lnTo>
                    <a:pt x="489" y="1147"/>
                  </a:lnTo>
                  <a:lnTo>
                    <a:pt x="556" y="1161"/>
                  </a:lnTo>
                  <a:lnTo>
                    <a:pt x="623" y="1170"/>
                  </a:lnTo>
                  <a:lnTo>
                    <a:pt x="690" y="1170"/>
                  </a:lnTo>
                  <a:lnTo>
                    <a:pt x="762" y="1166"/>
                  </a:lnTo>
                  <a:lnTo>
                    <a:pt x="829" y="1152"/>
                  </a:lnTo>
                  <a:lnTo>
                    <a:pt x="890" y="1138"/>
                  </a:lnTo>
                  <a:lnTo>
                    <a:pt x="951" y="1115"/>
                  </a:lnTo>
                  <a:lnTo>
                    <a:pt x="1013" y="1092"/>
                  </a:lnTo>
                  <a:lnTo>
                    <a:pt x="1063" y="1059"/>
                  </a:lnTo>
                  <a:lnTo>
                    <a:pt x="1118" y="1022"/>
                  </a:lnTo>
                  <a:lnTo>
                    <a:pt x="1163" y="985"/>
                  </a:lnTo>
                  <a:lnTo>
                    <a:pt x="1207" y="944"/>
                  </a:lnTo>
                  <a:lnTo>
                    <a:pt x="1241" y="897"/>
                  </a:lnTo>
                  <a:lnTo>
                    <a:pt x="1274" y="846"/>
                  </a:lnTo>
                  <a:lnTo>
                    <a:pt x="1302" y="796"/>
                  </a:lnTo>
                  <a:lnTo>
                    <a:pt x="1324" y="740"/>
                  </a:lnTo>
                  <a:lnTo>
                    <a:pt x="1335" y="685"/>
                  </a:lnTo>
                  <a:lnTo>
                    <a:pt x="1346" y="625"/>
                  </a:lnTo>
                  <a:lnTo>
                    <a:pt x="1346" y="569"/>
                  </a:lnTo>
                  <a:lnTo>
                    <a:pt x="1341" y="509"/>
                  </a:lnTo>
                  <a:lnTo>
                    <a:pt x="1330" y="449"/>
                  </a:lnTo>
                  <a:lnTo>
                    <a:pt x="1313" y="393"/>
                  </a:lnTo>
                  <a:lnTo>
                    <a:pt x="1285" y="342"/>
                  </a:lnTo>
                  <a:lnTo>
                    <a:pt x="1257" y="292"/>
                  </a:lnTo>
                  <a:lnTo>
                    <a:pt x="1218" y="245"/>
                  </a:lnTo>
                  <a:lnTo>
                    <a:pt x="1179" y="199"/>
                  </a:lnTo>
                  <a:lnTo>
                    <a:pt x="1135" y="157"/>
                  </a:lnTo>
                  <a:lnTo>
                    <a:pt x="1085" y="125"/>
                  </a:lnTo>
                  <a:lnTo>
                    <a:pt x="1035" y="93"/>
                  </a:lnTo>
                  <a:lnTo>
                    <a:pt x="979" y="65"/>
                  </a:lnTo>
                  <a:lnTo>
                    <a:pt x="918" y="42"/>
                  </a:lnTo>
                  <a:lnTo>
                    <a:pt x="857" y="23"/>
                  </a:lnTo>
                  <a:lnTo>
                    <a:pt x="790" y="9"/>
                  </a:lnTo>
                  <a:lnTo>
                    <a:pt x="723" y="0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FFE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143" y="2035"/>
              <a:ext cx="1303" cy="1128"/>
            </a:xfrm>
            <a:custGeom>
              <a:rect b="b" l="l" r="r" t="t"/>
              <a:pathLst>
                <a:path extrusionOk="0" h="1128" w="1303">
                  <a:moveTo>
                    <a:pt x="629" y="0"/>
                  </a:moveTo>
                  <a:lnTo>
                    <a:pt x="629" y="0"/>
                  </a:lnTo>
                  <a:lnTo>
                    <a:pt x="563" y="5"/>
                  </a:lnTo>
                  <a:lnTo>
                    <a:pt x="501" y="14"/>
                  </a:lnTo>
                  <a:lnTo>
                    <a:pt x="435" y="32"/>
                  </a:lnTo>
                  <a:lnTo>
                    <a:pt x="379" y="51"/>
                  </a:lnTo>
                  <a:lnTo>
                    <a:pt x="323" y="79"/>
                  </a:lnTo>
                  <a:lnTo>
                    <a:pt x="268" y="106"/>
                  </a:lnTo>
                  <a:lnTo>
                    <a:pt x="217" y="143"/>
                  </a:lnTo>
                  <a:lnTo>
                    <a:pt x="173" y="180"/>
                  </a:lnTo>
                  <a:lnTo>
                    <a:pt x="134" y="222"/>
                  </a:lnTo>
                  <a:lnTo>
                    <a:pt x="101" y="264"/>
                  </a:lnTo>
                  <a:lnTo>
                    <a:pt x="67" y="315"/>
                  </a:lnTo>
                  <a:lnTo>
                    <a:pt x="39" y="365"/>
                  </a:lnTo>
                  <a:lnTo>
                    <a:pt x="23" y="416"/>
                  </a:lnTo>
                  <a:lnTo>
                    <a:pt x="6" y="472"/>
                  </a:lnTo>
                  <a:lnTo>
                    <a:pt x="0" y="527"/>
                  </a:lnTo>
                  <a:lnTo>
                    <a:pt x="0" y="583"/>
                  </a:lnTo>
                  <a:lnTo>
                    <a:pt x="6" y="643"/>
                  </a:lnTo>
                  <a:lnTo>
                    <a:pt x="17" y="698"/>
                  </a:lnTo>
                  <a:lnTo>
                    <a:pt x="34" y="749"/>
                  </a:lnTo>
                  <a:lnTo>
                    <a:pt x="56" y="800"/>
                  </a:lnTo>
                  <a:lnTo>
                    <a:pt x="89" y="851"/>
                  </a:lnTo>
                  <a:lnTo>
                    <a:pt x="123" y="897"/>
                  </a:lnTo>
                  <a:lnTo>
                    <a:pt x="162" y="939"/>
                  </a:lnTo>
                  <a:lnTo>
                    <a:pt x="206" y="976"/>
                  </a:lnTo>
                  <a:lnTo>
                    <a:pt x="256" y="1013"/>
                  </a:lnTo>
                  <a:lnTo>
                    <a:pt x="306" y="1041"/>
                  </a:lnTo>
                  <a:lnTo>
                    <a:pt x="362" y="1068"/>
                  </a:lnTo>
                  <a:lnTo>
                    <a:pt x="418" y="1091"/>
                  </a:lnTo>
                  <a:lnTo>
                    <a:pt x="479" y="1105"/>
                  </a:lnTo>
                  <a:lnTo>
                    <a:pt x="540" y="1119"/>
                  </a:lnTo>
                  <a:lnTo>
                    <a:pt x="607" y="1124"/>
                  </a:lnTo>
                  <a:lnTo>
                    <a:pt x="674" y="1128"/>
                  </a:lnTo>
                  <a:lnTo>
                    <a:pt x="741" y="1124"/>
                  </a:lnTo>
                  <a:lnTo>
                    <a:pt x="807" y="1110"/>
                  </a:lnTo>
                  <a:lnTo>
                    <a:pt x="869" y="1096"/>
                  </a:lnTo>
                  <a:lnTo>
                    <a:pt x="924" y="1073"/>
                  </a:lnTo>
                  <a:lnTo>
                    <a:pt x="980" y="1050"/>
                  </a:lnTo>
                  <a:lnTo>
                    <a:pt x="1036" y="1017"/>
                  </a:lnTo>
                  <a:lnTo>
                    <a:pt x="1086" y="985"/>
                  </a:lnTo>
                  <a:lnTo>
                    <a:pt x="1130" y="948"/>
                  </a:lnTo>
                  <a:lnTo>
                    <a:pt x="1169" y="906"/>
                  </a:lnTo>
                  <a:lnTo>
                    <a:pt x="1208" y="860"/>
                  </a:lnTo>
                  <a:lnTo>
                    <a:pt x="1236" y="814"/>
                  </a:lnTo>
                  <a:lnTo>
                    <a:pt x="1264" y="763"/>
                  </a:lnTo>
                  <a:lnTo>
                    <a:pt x="1281" y="712"/>
                  </a:lnTo>
                  <a:lnTo>
                    <a:pt x="1297" y="657"/>
                  </a:lnTo>
                  <a:lnTo>
                    <a:pt x="1303" y="601"/>
                  </a:lnTo>
                  <a:lnTo>
                    <a:pt x="1303" y="541"/>
                  </a:lnTo>
                  <a:lnTo>
                    <a:pt x="1297" y="486"/>
                  </a:lnTo>
                  <a:lnTo>
                    <a:pt x="1286" y="430"/>
                  </a:lnTo>
                  <a:lnTo>
                    <a:pt x="1269" y="375"/>
                  </a:lnTo>
                  <a:lnTo>
                    <a:pt x="1247" y="324"/>
                  </a:lnTo>
                  <a:lnTo>
                    <a:pt x="1214" y="278"/>
                  </a:lnTo>
                  <a:lnTo>
                    <a:pt x="1180" y="231"/>
                  </a:lnTo>
                  <a:lnTo>
                    <a:pt x="1141" y="190"/>
                  </a:lnTo>
                  <a:lnTo>
                    <a:pt x="1097" y="148"/>
                  </a:lnTo>
                  <a:lnTo>
                    <a:pt x="1052" y="116"/>
                  </a:lnTo>
                  <a:lnTo>
                    <a:pt x="997" y="83"/>
                  </a:lnTo>
                  <a:lnTo>
                    <a:pt x="947" y="56"/>
                  </a:lnTo>
                  <a:lnTo>
                    <a:pt x="885" y="37"/>
                  </a:lnTo>
                  <a:lnTo>
                    <a:pt x="824" y="19"/>
                  </a:lnTo>
                  <a:lnTo>
                    <a:pt x="763" y="5"/>
                  </a:lnTo>
                  <a:lnTo>
                    <a:pt x="696" y="0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166" y="2044"/>
              <a:ext cx="1269" cy="1087"/>
            </a:xfrm>
            <a:custGeom>
              <a:rect b="b" l="l" r="r" t="t"/>
              <a:pathLst>
                <a:path extrusionOk="0" h="1087" w="1269">
                  <a:moveTo>
                    <a:pt x="612" y="0"/>
                  </a:moveTo>
                  <a:lnTo>
                    <a:pt x="612" y="0"/>
                  </a:lnTo>
                  <a:lnTo>
                    <a:pt x="545" y="5"/>
                  </a:lnTo>
                  <a:lnTo>
                    <a:pt x="484" y="19"/>
                  </a:lnTo>
                  <a:lnTo>
                    <a:pt x="423" y="33"/>
                  </a:lnTo>
                  <a:lnTo>
                    <a:pt x="367" y="56"/>
                  </a:lnTo>
                  <a:lnTo>
                    <a:pt x="311" y="79"/>
                  </a:lnTo>
                  <a:lnTo>
                    <a:pt x="261" y="107"/>
                  </a:lnTo>
                  <a:lnTo>
                    <a:pt x="211" y="144"/>
                  </a:lnTo>
                  <a:lnTo>
                    <a:pt x="172" y="176"/>
                  </a:lnTo>
                  <a:lnTo>
                    <a:pt x="133" y="218"/>
                  </a:lnTo>
                  <a:lnTo>
                    <a:pt x="94" y="259"/>
                  </a:lnTo>
                  <a:lnTo>
                    <a:pt x="66" y="306"/>
                  </a:lnTo>
                  <a:lnTo>
                    <a:pt x="44" y="356"/>
                  </a:lnTo>
                  <a:lnTo>
                    <a:pt x="22" y="407"/>
                  </a:lnTo>
                  <a:lnTo>
                    <a:pt x="11" y="458"/>
                  </a:lnTo>
                  <a:lnTo>
                    <a:pt x="5" y="514"/>
                  </a:lnTo>
                  <a:lnTo>
                    <a:pt x="0" y="569"/>
                  </a:lnTo>
                  <a:lnTo>
                    <a:pt x="5" y="625"/>
                  </a:lnTo>
                  <a:lnTo>
                    <a:pt x="22" y="680"/>
                  </a:lnTo>
                  <a:lnTo>
                    <a:pt x="39" y="731"/>
                  </a:lnTo>
                  <a:lnTo>
                    <a:pt x="61" y="777"/>
                  </a:lnTo>
                  <a:lnTo>
                    <a:pt x="89" y="823"/>
                  </a:lnTo>
                  <a:lnTo>
                    <a:pt x="122" y="870"/>
                  </a:lnTo>
                  <a:lnTo>
                    <a:pt x="161" y="911"/>
                  </a:lnTo>
                  <a:lnTo>
                    <a:pt x="206" y="948"/>
                  </a:lnTo>
                  <a:lnTo>
                    <a:pt x="250" y="981"/>
                  </a:lnTo>
                  <a:lnTo>
                    <a:pt x="300" y="1008"/>
                  </a:lnTo>
                  <a:lnTo>
                    <a:pt x="356" y="1036"/>
                  </a:lnTo>
                  <a:lnTo>
                    <a:pt x="412" y="1055"/>
                  </a:lnTo>
                  <a:lnTo>
                    <a:pt x="473" y="1073"/>
                  </a:lnTo>
                  <a:lnTo>
                    <a:pt x="534" y="1082"/>
                  </a:lnTo>
                  <a:lnTo>
                    <a:pt x="595" y="1087"/>
                  </a:lnTo>
                  <a:lnTo>
                    <a:pt x="662" y="1087"/>
                  </a:lnTo>
                  <a:lnTo>
                    <a:pt x="723" y="1082"/>
                  </a:lnTo>
                  <a:lnTo>
                    <a:pt x="784" y="1073"/>
                  </a:lnTo>
                  <a:lnTo>
                    <a:pt x="846" y="1059"/>
                  </a:lnTo>
                  <a:lnTo>
                    <a:pt x="901" y="1036"/>
                  </a:lnTo>
                  <a:lnTo>
                    <a:pt x="957" y="1013"/>
                  </a:lnTo>
                  <a:lnTo>
                    <a:pt x="1007" y="981"/>
                  </a:lnTo>
                  <a:lnTo>
                    <a:pt x="1057" y="948"/>
                  </a:lnTo>
                  <a:lnTo>
                    <a:pt x="1102" y="911"/>
                  </a:lnTo>
                  <a:lnTo>
                    <a:pt x="1141" y="874"/>
                  </a:lnTo>
                  <a:lnTo>
                    <a:pt x="1174" y="828"/>
                  </a:lnTo>
                  <a:lnTo>
                    <a:pt x="1202" y="782"/>
                  </a:lnTo>
                  <a:lnTo>
                    <a:pt x="1230" y="736"/>
                  </a:lnTo>
                  <a:lnTo>
                    <a:pt x="1246" y="685"/>
                  </a:lnTo>
                  <a:lnTo>
                    <a:pt x="1258" y="629"/>
                  </a:lnTo>
                  <a:lnTo>
                    <a:pt x="1269" y="578"/>
                  </a:lnTo>
                  <a:lnTo>
                    <a:pt x="1269" y="523"/>
                  </a:lnTo>
                  <a:lnTo>
                    <a:pt x="1263" y="467"/>
                  </a:lnTo>
                  <a:lnTo>
                    <a:pt x="1252" y="412"/>
                  </a:lnTo>
                  <a:lnTo>
                    <a:pt x="1230" y="361"/>
                  </a:lnTo>
                  <a:lnTo>
                    <a:pt x="1207" y="310"/>
                  </a:lnTo>
                  <a:lnTo>
                    <a:pt x="1180" y="264"/>
                  </a:lnTo>
                  <a:lnTo>
                    <a:pt x="1146" y="222"/>
                  </a:lnTo>
                  <a:lnTo>
                    <a:pt x="1107" y="181"/>
                  </a:lnTo>
                  <a:lnTo>
                    <a:pt x="1063" y="144"/>
                  </a:lnTo>
                  <a:lnTo>
                    <a:pt x="1018" y="111"/>
                  </a:lnTo>
                  <a:lnTo>
                    <a:pt x="968" y="84"/>
                  </a:lnTo>
                  <a:lnTo>
                    <a:pt x="912" y="56"/>
                  </a:lnTo>
                  <a:lnTo>
                    <a:pt x="857" y="37"/>
                  </a:lnTo>
                  <a:lnTo>
                    <a:pt x="801" y="19"/>
                  </a:lnTo>
                  <a:lnTo>
                    <a:pt x="740" y="10"/>
                  </a:lnTo>
                  <a:lnTo>
                    <a:pt x="673" y="0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rgbClr val="FFE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193" y="2058"/>
              <a:ext cx="1225" cy="1045"/>
            </a:xfrm>
            <a:custGeom>
              <a:rect b="b" l="l" r="r" t="t"/>
              <a:pathLst>
                <a:path extrusionOk="0" h="1045" w="1225">
                  <a:moveTo>
                    <a:pt x="585" y="0"/>
                  </a:moveTo>
                  <a:lnTo>
                    <a:pt x="585" y="0"/>
                  </a:lnTo>
                  <a:lnTo>
                    <a:pt x="524" y="5"/>
                  </a:lnTo>
                  <a:lnTo>
                    <a:pt x="462" y="14"/>
                  </a:lnTo>
                  <a:lnTo>
                    <a:pt x="407" y="33"/>
                  </a:lnTo>
                  <a:lnTo>
                    <a:pt x="351" y="51"/>
                  </a:lnTo>
                  <a:lnTo>
                    <a:pt x="301" y="74"/>
                  </a:lnTo>
                  <a:lnTo>
                    <a:pt x="251" y="102"/>
                  </a:lnTo>
                  <a:lnTo>
                    <a:pt x="206" y="134"/>
                  </a:lnTo>
                  <a:lnTo>
                    <a:pt x="162" y="171"/>
                  </a:lnTo>
                  <a:lnTo>
                    <a:pt x="123" y="213"/>
                  </a:lnTo>
                  <a:lnTo>
                    <a:pt x="90" y="255"/>
                  </a:lnTo>
                  <a:lnTo>
                    <a:pt x="62" y="296"/>
                  </a:lnTo>
                  <a:lnTo>
                    <a:pt x="39" y="342"/>
                  </a:lnTo>
                  <a:lnTo>
                    <a:pt x="23" y="393"/>
                  </a:lnTo>
                  <a:lnTo>
                    <a:pt x="6" y="444"/>
                  </a:lnTo>
                  <a:lnTo>
                    <a:pt x="0" y="495"/>
                  </a:lnTo>
                  <a:lnTo>
                    <a:pt x="0" y="551"/>
                  </a:lnTo>
                  <a:lnTo>
                    <a:pt x="6" y="601"/>
                  </a:lnTo>
                  <a:lnTo>
                    <a:pt x="17" y="652"/>
                  </a:lnTo>
                  <a:lnTo>
                    <a:pt x="39" y="703"/>
                  </a:lnTo>
                  <a:lnTo>
                    <a:pt x="62" y="749"/>
                  </a:lnTo>
                  <a:lnTo>
                    <a:pt x="90" y="796"/>
                  </a:lnTo>
                  <a:lnTo>
                    <a:pt x="123" y="837"/>
                  </a:lnTo>
                  <a:lnTo>
                    <a:pt x="162" y="874"/>
                  </a:lnTo>
                  <a:lnTo>
                    <a:pt x="201" y="911"/>
                  </a:lnTo>
                  <a:lnTo>
                    <a:pt x="245" y="944"/>
                  </a:lnTo>
                  <a:lnTo>
                    <a:pt x="295" y="971"/>
                  </a:lnTo>
                  <a:lnTo>
                    <a:pt x="346" y="994"/>
                  </a:lnTo>
                  <a:lnTo>
                    <a:pt x="401" y="1013"/>
                  </a:lnTo>
                  <a:lnTo>
                    <a:pt x="457" y="1031"/>
                  </a:lnTo>
                  <a:lnTo>
                    <a:pt x="518" y="1041"/>
                  </a:lnTo>
                  <a:lnTo>
                    <a:pt x="579" y="1045"/>
                  </a:lnTo>
                  <a:lnTo>
                    <a:pt x="641" y="1045"/>
                  </a:lnTo>
                  <a:lnTo>
                    <a:pt x="702" y="1041"/>
                  </a:lnTo>
                  <a:lnTo>
                    <a:pt x="763" y="1031"/>
                  </a:lnTo>
                  <a:lnTo>
                    <a:pt x="824" y="1013"/>
                  </a:lnTo>
                  <a:lnTo>
                    <a:pt x="880" y="994"/>
                  </a:lnTo>
                  <a:lnTo>
                    <a:pt x="930" y="971"/>
                  </a:lnTo>
                  <a:lnTo>
                    <a:pt x="980" y="944"/>
                  </a:lnTo>
                  <a:lnTo>
                    <a:pt x="1025" y="911"/>
                  </a:lnTo>
                  <a:lnTo>
                    <a:pt x="1064" y="874"/>
                  </a:lnTo>
                  <a:lnTo>
                    <a:pt x="1102" y="833"/>
                  </a:lnTo>
                  <a:lnTo>
                    <a:pt x="1136" y="791"/>
                  </a:lnTo>
                  <a:lnTo>
                    <a:pt x="1164" y="749"/>
                  </a:lnTo>
                  <a:lnTo>
                    <a:pt x="1192" y="703"/>
                  </a:lnTo>
                  <a:lnTo>
                    <a:pt x="1208" y="652"/>
                  </a:lnTo>
                  <a:lnTo>
                    <a:pt x="1219" y="601"/>
                  </a:lnTo>
                  <a:lnTo>
                    <a:pt x="1225" y="551"/>
                  </a:lnTo>
                  <a:lnTo>
                    <a:pt x="1225" y="495"/>
                  </a:lnTo>
                  <a:lnTo>
                    <a:pt x="1219" y="444"/>
                  </a:lnTo>
                  <a:lnTo>
                    <a:pt x="1208" y="393"/>
                  </a:lnTo>
                  <a:lnTo>
                    <a:pt x="1192" y="342"/>
                  </a:lnTo>
                  <a:lnTo>
                    <a:pt x="1169" y="296"/>
                  </a:lnTo>
                  <a:lnTo>
                    <a:pt x="1141" y="250"/>
                  </a:lnTo>
                  <a:lnTo>
                    <a:pt x="1108" y="208"/>
                  </a:lnTo>
                  <a:lnTo>
                    <a:pt x="1069" y="171"/>
                  </a:lnTo>
                  <a:lnTo>
                    <a:pt x="1025" y="134"/>
                  </a:lnTo>
                  <a:lnTo>
                    <a:pt x="980" y="102"/>
                  </a:lnTo>
                  <a:lnTo>
                    <a:pt x="936" y="74"/>
                  </a:lnTo>
                  <a:lnTo>
                    <a:pt x="880" y="51"/>
                  </a:lnTo>
                  <a:lnTo>
                    <a:pt x="824" y="33"/>
                  </a:lnTo>
                  <a:lnTo>
                    <a:pt x="769" y="14"/>
                  </a:lnTo>
                  <a:lnTo>
                    <a:pt x="713" y="5"/>
                  </a:lnTo>
                  <a:lnTo>
                    <a:pt x="652" y="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221" y="2067"/>
              <a:ext cx="1186" cy="1009"/>
            </a:xfrm>
            <a:custGeom>
              <a:rect b="b" l="l" r="r" t="t"/>
              <a:pathLst>
                <a:path extrusionOk="0" h="1009" w="1186">
                  <a:moveTo>
                    <a:pt x="562" y="5"/>
                  </a:moveTo>
                  <a:lnTo>
                    <a:pt x="562" y="5"/>
                  </a:lnTo>
                  <a:lnTo>
                    <a:pt x="501" y="10"/>
                  </a:lnTo>
                  <a:lnTo>
                    <a:pt x="446" y="19"/>
                  </a:lnTo>
                  <a:lnTo>
                    <a:pt x="390" y="33"/>
                  </a:lnTo>
                  <a:lnTo>
                    <a:pt x="334" y="56"/>
                  </a:lnTo>
                  <a:lnTo>
                    <a:pt x="284" y="79"/>
                  </a:lnTo>
                  <a:lnTo>
                    <a:pt x="234" y="107"/>
                  </a:lnTo>
                  <a:lnTo>
                    <a:pt x="195" y="135"/>
                  </a:lnTo>
                  <a:lnTo>
                    <a:pt x="151" y="172"/>
                  </a:lnTo>
                  <a:lnTo>
                    <a:pt x="117" y="209"/>
                  </a:lnTo>
                  <a:lnTo>
                    <a:pt x="84" y="250"/>
                  </a:lnTo>
                  <a:lnTo>
                    <a:pt x="56" y="292"/>
                  </a:lnTo>
                  <a:lnTo>
                    <a:pt x="34" y="338"/>
                  </a:lnTo>
                  <a:lnTo>
                    <a:pt x="17" y="384"/>
                  </a:lnTo>
                  <a:lnTo>
                    <a:pt x="6" y="435"/>
                  </a:lnTo>
                  <a:lnTo>
                    <a:pt x="0" y="481"/>
                  </a:lnTo>
                  <a:lnTo>
                    <a:pt x="0" y="532"/>
                  </a:lnTo>
                  <a:lnTo>
                    <a:pt x="6" y="588"/>
                  </a:lnTo>
                  <a:lnTo>
                    <a:pt x="17" y="634"/>
                  </a:lnTo>
                  <a:lnTo>
                    <a:pt x="34" y="680"/>
                  </a:lnTo>
                  <a:lnTo>
                    <a:pt x="62" y="727"/>
                  </a:lnTo>
                  <a:lnTo>
                    <a:pt x="84" y="768"/>
                  </a:lnTo>
                  <a:lnTo>
                    <a:pt x="117" y="810"/>
                  </a:lnTo>
                  <a:lnTo>
                    <a:pt x="156" y="847"/>
                  </a:lnTo>
                  <a:lnTo>
                    <a:pt x="195" y="879"/>
                  </a:lnTo>
                  <a:lnTo>
                    <a:pt x="240" y="911"/>
                  </a:lnTo>
                  <a:lnTo>
                    <a:pt x="284" y="939"/>
                  </a:lnTo>
                  <a:lnTo>
                    <a:pt x="334" y="962"/>
                  </a:lnTo>
                  <a:lnTo>
                    <a:pt x="390" y="981"/>
                  </a:lnTo>
                  <a:lnTo>
                    <a:pt x="446" y="995"/>
                  </a:lnTo>
                  <a:lnTo>
                    <a:pt x="501" y="1004"/>
                  </a:lnTo>
                  <a:lnTo>
                    <a:pt x="562" y="1009"/>
                  </a:lnTo>
                  <a:lnTo>
                    <a:pt x="624" y="1009"/>
                  </a:lnTo>
                  <a:lnTo>
                    <a:pt x="685" y="1004"/>
                  </a:lnTo>
                  <a:lnTo>
                    <a:pt x="741" y="990"/>
                  </a:lnTo>
                  <a:lnTo>
                    <a:pt x="796" y="976"/>
                  </a:lnTo>
                  <a:lnTo>
                    <a:pt x="852" y="958"/>
                  </a:lnTo>
                  <a:lnTo>
                    <a:pt x="902" y="935"/>
                  </a:lnTo>
                  <a:lnTo>
                    <a:pt x="946" y="907"/>
                  </a:lnTo>
                  <a:lnTo>
                    <a:pt x="991" y="874"/>
                  </a:lnTo>
                  <a:lnTo>
                    <a:pt x="1030" y="842"/>
                  </a:lnTo>
                  <a:lnTo>
                    <a:pt x="1069" y="800"/>
                  </a:lnTo>
                  <a:lnTo>
                    <a:pt x="1097" y="764"/>
                  </a:lnTo>
                  <a:lnTo>
                    <a:pt x="1125" y="717"/>
                  </a:lnTo>
                  <a:lnTo>
                    <a:pt x="1147" y="676"/>
                  </a:lnTo>
                  <a:lnTo>
                    <a:pt x="1164" y="625"/>
                  </a:lnTo>
                  <a:lnTo>
                    <a:pt x="1180" y="579"/>
                  </a:lnTo>
                  <a:lnTo>
                    <a:pt x="1186" y="528"/>
                  </a:lnTo>
                  <a:lnTo>
                    <a:pt x="1186" y="477"/>
                  </a:lnTo>
                  <a:lnTo>
                    <a:pt x="1180" y="426"/>
                  </a:lnTo>
                  <a:lnTo>
                    <a:pt x="1164" y="375"/>
                  </a:lnTo>
                  <a:lnTo>
                    <a:pt x="1147" y="329"/>
                  </a:lnTo>
                  <a:lnTo>
                    <a:pt x="1125" y="283"/>
                  </a:lnTo>
                  <a:lnTo>
                    <a:pt x="1097" y="241"/>
                  </a:lnTo>
                  <a:lnTo>
                    <a:pt x="1063" y="199"/>
                  </a:lnTo>
                  <a:lnTo>
                    <a:pt x="1030" y="162"/>
                  </a:lnTo>
                  <a:lnTo>
                    <a:pt x="991" y="130"/>
                  </a:lnTo>
                  <a:lnTo>
                    <a:pt x="946" y="98"/>
                  </a:lnTo>
                  <a:lnTo>
                    <a:pt x="896" y="74"/>
                  </a:lnTo>
                  <a:lnTo>
                    <a:pt x="846" y="51"/>
                  </a:lnTo>
                  <a:lnTo>
                    <a:pt x="796" y="33"/>
                  </a:lnTo>
                  <a:lnTo>
                    <a:pt x="741" y="19"/>
                  </a:lnTo>
                  <a:lnTo>
                    <a:pt x="679" y="5"/>
                  </a:lnTo>
                  <a:lnTo>
                    <a:pt x="624" y="0"/>
                  </a:lnTo>
                  <a:lnTo>
                    <a:pt x="562" y="5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249" y="2081"/>
              <a:ext cx="1141" cy="967"/>
            </a:xfrm>
            <a:custGeom>
              <a:rect b="b" l="l" r="r" t="t"/>
              <a:pathLst>
                <a:path extrusionOk="0" h="967" w="1141">
                  <a:moveTo>
                    <a:pt x="540" y="0"/>
                  </a:moveTo>
                  <a:lnTo>
                    <a:pt x="540" y="0"/>
                  </a:lnTo>
                  <a:lnTo>
                    <a:pt x="479" y="5"/>
                  </a:lnTo>
                  <a:lnTo>
                    <a:pt x="423" y="19"/>
                  </a:lnTo>
                  <a:lnTo>
                    <a:pt x="367" y="33"/>
                  </a:lnTo>
                  <a:lnTo>
                    <a:pt x="317" y="51"/>
                  </a:lnTo>
                  <a:lnTo>
                    <a:pt x="267" y="74"/>
                  </a:lnTo>
                  <a:lnTo>
                    <a:pt x="223" y="102"/>
                  </a:lnTo>
                  <a:lnTo>
                    <a:pt x="184" y="130"/>
                  </a:lnTo>
                  <a:lnTo>
                    <a:pt x="145" y="167"/>
                  </a:lnTo>
                  <a:lnTo>
                    <a:pt x="111" y="199"/>
                  </a:lnTo>
                  <a:lnTo>
                    <a:pt x="78" y="241"/>
                  </a:lnTo>
                  <a:lnTo>
                    <a:pt x="50" y="282"/>
                  </a:lnTo>
                  <a:lnTo>
                    <a:pt x="34" y="324"/>
                  </a:lnTo>
                  <a:lnTo>
                    <a:pt x="17" y="370"/>
                  </a:lnTo>
                  <a:lnTo>
                    <a:pt x="6" y="417"/>
                  </a:lnTo>
                  <a:lnTo>
                    <a:pt x="0" y="467"/>
                  </a:lnTo>
                  <a:lnTo>
                    <a:pt x="0" y="514"/>
                  </a:lnTo>
                  <a:lnTo>
                    <a:pt x="6" y="565"/>
                  </a:lnTo>
                  <a:lnTo>
                    <a:pt x="17" y="611"/>
                  </a:lnTo>
                  <a:lnTo>
                    <a:pt x="34" y="657"/>
                  </a:lnTo>
                  <a:lnTo>
                    <a:pt x="56" y="699"/>
                  </a:lnTo>
                  <a:lnTo>
                    <a:pt x="84" y="740"/>
                  </a:lnTo>
                  <a:lnTo>
                    <a:pt x="117" y="777"/>
                  </a:lnTo>
                  <a:lnTo>
                    <a:pt x="150" y="814"/>
                  </a:lnTo>
                  <a:lnTo>
                    <a:pt x="189" y="847"/>
                  </a:lnTo>
                  <a:lnTo>
                    <a:pt x="234" y="874"/>
                  </a:lnTo>
                  <a:lnTo>
                    <a:pt x="278" y="902"/>
                  </a:lnTo>
                  <a:lnTo>
                    <a:pt x="329" y="921"/>
                  </a:lnTo>
                  <a:lnTo>
                    <a:pt x="379" y="939"/>
                  </a:lnTo>
                  <a:lnTo>
                    <a:pt x="434" y="953"/>
                  </a:lnTo>
                  <a:lnTo>
                    <a:pt x="490" y="962"/>
                  </a:lnTo>
                  <a:lnTo>
                    <a:pt x="546" y="967"/>
                  </a:lnTo>
                  <a:lnTo>
                    <a:pt x="601" y="967"/>
                  </a:lnTo>
                  <a:lnTo>
                    <a:pt x="662" y="958"/>
                  </a:lnTo>
                  <a:lnTo>
                    <a:pt x="718" y="948"/>
                  </a:lnTo>
                  <a:lnTo>
                    <a:pt x="774" y="934"/>
                  </a:lnTo>
                  <a:lnTo>
                    <a:pt x="824" y="916"/>
                  </a:lnTo>
                  <a:lnTo>
                    <a:pt x="868" y="893"/>
                  </a:lnTo>
                  <a:lnTo>
                    <a:pt x="918" y="865"/>
                  </a:lnTo>
                  <a:lnTo>
                    <a:pt x="957" y="833"/>
                  </a:lnTo>
                  <a:lnTo>
                    <a:pt x="996" y="800"/>
                  </a:lnTo>
                  <a:lnTo>
                    <a:pt x="1030" y="763"/>
                  </a:lnTo>
                  <a:lnTo>
                    <a:pt x="1063" y="726"/>
                  </a:lnTo>
                  <a:lnTo>
                    <a:pt x="1085" y="685"/>
                  </a:lnTo>
                  <a:lnTo>
                    <a:pt x="1108" y="643"/>
                  </a:lnTo>
                  <a:lnTo>
                    <a:pt x="1124" y="597"/>
                  </a:lnTo>
                  <a:lnTo>
                    <a:pt x="1136" y="551"/>
                  </a:lnTo>
                  <a:lnTo>
                    <a:pt x="1141" y="500"/>
                  </a:lnTo>
                  <a:lnTo>
                    <a:pt x="1141" y="454"/>
                  </a:lnTo>
                  <a:lnTo>
                    <a:pt x="1136" y="403"/>
                  </a:lnTo>
                  <a:lnTo>
                    <a:pt x="1124" y="356"/>
                  </a:lnTo>
                  <a:lnTo>
                    <a:pt x="1108" y="310"/>
                  </a:lnTo>
                  <a:lnTo>
                    <a:pt x="1085" y="269"/>
                  </a:lnTo>
                  <a:lnTo>
                    <a:pt x="1058" y="227"/>
                  </a:lnTo>
                  <a:lnTo>
                    <a:pt x="1024" y="185"/>
                  </a:lnTo>
                  <a:lnTo>
                    <a:pt x="991" y="153"/>
                  </a:lnTo>
                  <a:lnTo>
                    <a:pt x="952" y="121"/>
                  </a:lnTo>
                  <a:lnTo>
                    <a:pt x="907" y="93"/>
                  </a:lnTo>
                  <a:lnTo>
                    <a:pt x="863" y="65"/>
                  </a:lnTo>
                  <a:lnTo>
                    <a:pt x="813" y="42"/>
                  </a:lnTo>
                  <a:lnTo>
                    <a:pt x="763" y="28"/>
                  </a:lnTo>
                  <a:lnTo>
                    <a:pt x="707" y="14"/>
                  </a:lnTo>
                  <a:lnTo>
                    <a:pt x="651" y="5"/>
                  </a:lnTo>
                  <a:lnTo>
                    <a:pt x="596" y="0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FFF2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3271" y="2091"/>
              <a:ext cx="1108" cy="929"/>
            </a:xfrm>
            <a:custGeom>
              <a:rect b="b" l="l" r="r" t="t"/>
              <a:pathLst>
                <a:path extrusionOk="0" h="929" w="1108">
                  <a:moveTo>
                    <a:pt x="518" y="4"/>
                  </a:moveTo>
                  <a:lnTo>
                    <a:pt x="518" y="4"/>
                  </a:lnTo>
                  <a:lnTo>
                    <a:pt x="462" y="9"/>
                  </a:lnTo>
                  <a:lnTo>
                    <a:pt x="407" y="18"/>
                  </a:lnTo>
                  <a:lnTo>
                    <a:pt x="357" y="32"/>
                  </a:lnTo>
                  <a:lnTo>
                    <a:pt x="307" y="50"/>
                  </a:lnTo>
                  <a:lnTo>
                    <a:pt x="262" y="74"/>
                  </a:lnTo>
                  <a:lnTo>
                    <a:pt x="217" y="101"/>
                  </a:lnTo>
                  <a:lnTo>
                    <a:pt x="178" y="129"/>
                  </a:lnTo>
                  <a:lnTo>
                    <a:pt x="140" y="161"/>
                  </a:lnTo>
                  <a:lnTo>
                    <a:pt x="106" y="198"/>
                  </a:lnTo>
                  <a:lnTo>
                    <a:pt x="78" y="235"/>
                  </a:lnTo>
                  <a:lnTo>
                    <a:pt x="56" y="277"/>
                  </a:lnTo>
                  <a:lnTo>
                    <a:pt x="34" y="319"/>
                  </a:lnTo>
                  <a:lnTo>
                    <a:pt x="17" y="360"/>
                  </a:lnTo>
                  <a:lnTo>
                    <a:pt x="6" y="407"/>
                  </a:lnTo>
                  <a:lnTo>
                    <a:pt x="0" y="453"/>
                  </a:lnTo>
                  <a:lnTo>
                    <a:pt x="6" y="499"/>
                  </a:lnTo>
                  <a:lnTo>
                    <a:pt x="12" y="545"/>
                  </a:lnTo>
                  <a:lnTo>
                    <a:pt x="23" y="592"/>
                  </a:lnTo>
                  <a:lnTo>
                    <a:pt x="39" y="633"/>
                  </a:lnTo>
                  <a:lnTo>
                    <a:pt x="62" y="675"/>
                  </a:lnTo>
                  <a:lnTo>
                    <a:pt x="89" y="716"/>
                  </a:lnTo>
                  <a:lnTo>
                    <a:pt x="117" y="749"/>
                  </a:lnTo>
                  <a:lnTo>
                    <a:pt x="151" y="786"/>
                  </a:lnTo>
                  <a:lnTo>
                    <a:pt x="190" y="813"/>
                  </a:lnTo>
                  <a:lnTo>
                    <a:pt x="234" y="841"/>
                  </a:lnTo>
                  <a:lnTo>
                    <a:pt x="279" y="864"/>
                  </a:lnTo>
                  <a:lnTo>
                    <a:pt x="323" y="887"/>
                  </a:lnTo>
                  <a:lnTo>
                    <a:pt x="373" y="901"/>
                  </a:lnTo>
                  <a:lnTo>
                    <a:pt x="423" y="915"/>
                  </a:lnTo>
                  <a:lnTo>
                    <a:pt x="479" y="924"/>
                  </a:lnTo>
                  <a:lnTo>
                    <a:pt x="535" y="929"/>
                  </a:lnTo>
                  <a:lnTo>
                    <a:pt x="590" y="924"/>
                  </a:lnTo>
                  <a:lnTo>
                    <a:pt x="646" y="920"/>
                  </a:lnTo>
                  <a:lnTo>
                    <a:pt x="702" y="911"/>
                  </a:lnTo>
                  <a:lnTo>
                    <a:pt x="752" y="897"/>
                  </a:lnTo>
                  <a:lnTo>
                    <a:pt x="802" y="878"/>
                  </a:lnTo>
                  <a:lnTo>
                    <a:pt x="846" y="855"/>
                  </a:lnTo>
                  <a:lnTo>
                    <a:pt x="891" y="827"/>
                  </a:lnTo>
                  <a:lnTo>
                    <a:pt x="930" y="800"/>
                  </a:lnTo>
                  <a:lnTo>
                    <a:pt x="969" y="767"/>
                  </a:lnTo>
                  <a:lnTo>
                    <a:pt x="1002" y="730"/>
                  </a:lnTo>
                  <a:lnTo>
                    <a:pt x="1030" y="693"/>
                  </a:lnTo>
                  <a:lnTo>
                    <a:pt x="1052" y="656"/>
                  </a:lnTo>
                  <a:lnTo>
                    <a:pt x="1075" y="615"/>
                  </a:lnTo>
                  <a:lnTo>
                    <a:pt x="1091" y="568"/>
                  </a:lnTo>
                  <a:lnTo>
                    <a:pt x="1102" y="522"/>
                  </a:lnTo>
                  <a:lnTo>
                    <a:pt x="1108" y="476"/>
                  </a:lnTo>
                  <a:lnTo>
                    <a:pt x="1102" y="430"/>
                  </a:lnTo>
                  <a:lnTo>
                    <a:pt x="1097" y="383"/>
                  </a:lnTo>
                  <a:lnTo>
                    <a:pt x="1086" y="337"/>
                  </a:lnTo>
                  <a:lnTo>
                    <a:pt x="1069" y="296"/>
                  </a:lnTo>
                  <a:lnTo>
                    <a:pt x="1047" y="254"/>
                  </a:lnTo>
                  <a:lnTo>
                    <a:pt x="1019" y="212"/>
                  </a:lnTo>
                  <a:lnTo>
                    <a:pt x="991" y="180"/>
                  </a:lnTo>
                  <a:lnTo>
                    <a:pt x="958" y="143"/>
                  </a:lnTo>
                  <a:lnTo>
                    <a:pt x="919" y="115"/>
                  </a:lnTo>
                  <a:lnTo>
                    <a:pt x="874" y="87"/>
                  </a:lnTo>
                  <a:lnTo>
                    <a:pt x="830" y="64"/>
                  </a:lnTo>
                  <a:lnTo>
                    <a:pt x="785" y="41"/>
                  </a:lnTo>
                  <a:lnTo>
                    <a:pt x="735" y="27"/>
                  </a:lnTo>
                  <a:lnTo>
                    <a:pt x="685" y="13"/>
                  </a:lnTo>
                  <a:lnTo>
                    <a:pt x="629" y="4"/>
                  </a:lnTo>
                  <a:lnTo>
                    <a:pt x="574" y="0"/>
                  </a:lnTo>
                  <a:lnTo>
                    <a:pt x="518" y="4"/>
                  </a:lnTo>
                  <a:close/>
                </a:path>
              </a:pathLst>
            </a:custGeom>
            <a:solidFill>
              <a:srgbClr val="FFF5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3299" y="2104"/>
              <a:ext cx="1063" cy="888"/>
            </a:xfrm>
            <a:custGeom>
              <a:rect b="b" l="l" r="r" t="t"/>
              <a:pathLst>
                <a:path extrusionOk="0" h="888" w="1063">
                  <a:moveTo>
                    <a:pt x="496" y="0"/>
                  </a:moveTo>
                  <a:lnTo>
                    <a:pt x="496" y="0"/>
                  </a:lnTo>
                  <a:lnTo>
                    <a:pt x="440" y="10"/>
                  </a:lnTo>
                  <a:lnTo>
                    <a:pt x="390" y="19"/>
                  </a:lnTo>
                  <a:lnTo>
                    <a:pt x="340" y="33"/>
                  </a:lnTo>
                  <a:lnTo>
                    <a:pt x="290" y="51"/>
                  </a:lnTo>
                  <a:lnTo>
                    <a:pt x="245" y="74"/>
                  </a:lnTo>
                  <a:lnTo>
                    <a:pt x="206" y="98"/>
                  </a:lnTo>
                  <a:lnTo>
                    <a:pt x="167" y="125"/>
                  </a:lnTo>
                  <a:lnTo>
                    <a:pt x="128" y="158"/>
                  </a:lnTo>
                  <a:lnTo>
                    <a:pt x="100" y="190"/>
                  </a:lnTo>
                  <a:lnTo>
                    <a:pt x="73" y="227"/>
                  </a:lnTo>
                  <a:lnTo>
                    <a:pt x="50" y="264"/>
                  </a:lnTo>
                  <a:lnTo>
                    <a:pt x="28" y="306"/>
                  </a:lnTo>
                  <a:lnTo>
                    <a:pt x="17" y="347"/>
                  </a:lnTo>
                  <a:lnTo>
                    <a:pt x="6" y="389"/>
                  </a:lnTo>
                  <a:lnTo>
                    <a:pt x="0" y="435"/>
                  </a:lnTo>
                  <a:lnTo>
                    <a:pt x="0" y="481"/>
                  </a:lnTo>
                  <a:lnTo>
                    <a:pt x="11" y="523"/>
                  </a:lnTo>
                  <a:lnTo>
                    <a:pt x="22" y="569"/>
                  </a:lnTo>
                  <a:lnTo>
                    <a:pt x="39" y="611"/>
                  </a:lnTo>
                  <a:lnTo>
                    <a:pt x="61" y="648"/>
                  </a:lnTo>
                  <a:lnTo>
                    <a:pt x="84" y="685"/>
                  </a:lnTo>
                  <a:lnTo>
                    <a:pt x="117" y="722"/>
                  </a:lnTo>
                  <a:lnTo>
                    <a:pt x="150" y="754"/>
                  </a:lnTo>
                  <a:lnTo>
                    <a:pt x="184" y="782"/>
                  </a:lnTo>
                  <a:lnTo>
                    <a:pt x="223" y="805"/>
                  </a:lnTo>
                  <a:lnTo>
                    <a:pt x="267" y="828"/>
                  </a:lnTo>
                  <a:lnTo>
                    <a:pt x="312" y="847"/>
                  </a:lnTo>
                  <a:lnTo>
                    <a:pt x="362" y="865"/>
                  </a:lnTo>
                  <a:lnTo>
                    <a:pt x="412" y="874"/>
                  </a:lnTo>
                  <a:lnTo>
                    <a:pt x="462" y="884"/>
                  </a:lnTo>
                  <a:lnTo>
                    <a:pt x="518" y="888"/>
                  </a:lnTo>
                  <a:lnTo>
                    <a:pt x="568" y="884"/>
                  </a:lnTo>
                  <a:lnTo>
                    <a:pt x="624" y="879"/>
                  </a:lnTo>
                  <a:lnTo>
                    <a:pt x="674" y="870"/>
                  </a:lnTo>
                  <a:lnTo>
                    <a:pt x="724" y="856"/>
                  </a:lnTo>
                  <a:lnTo>
                    <a:pt x="774" y="837"/>
                  </a:lnTo>
                  <a:lnTo>
                    <a:pt x="818" y="814"/>
                  </a:lnTo>
                  <a:lnTo>
                    <a:pt x="857" y="787"/>
                  </a:lnTo>
                  <a:lnTo>
                    <a:pt x="896" y="759"/>
                  </a:lnTo>
                  <a:lnTo>
                    <a:pt x="935" y="731"/>
                  </a:lnTo>
                  <a:lnTo>
                    <a:pt x="963" y="694"/>
                  </a:lnTo>
                  <a:lnTo>
                    <a:pt x="991" y="657"/>
                  </a:lnTo>
                  <a:lnTo>
                    <a:pt x="1019" y="620"/>
                  </a:lnTo>
                  <a:lnTo>
                    <a:pt x="1035" y="579"/>
                  </a:lnTo>
                  <a:lnTo>
                    <a:pt x="1052" y="537"/>
                  </a:lnTo>
                  <a:lnTo>
                    <a:pt x="1058" y="495"/>
                  </a:lnTo>
                  <a:lnTo>
                    <a:pt x="1063" y="449"/>
                  </a:lnTo>
                  <a:lnTo>
                    <a:pt x="1063" y="407"/>
                  </a:lnTo>
                  <a:lnTo>
                    <a:pt x="1058" y="361"/>
                  </a:lnTo>
                  <a:lnTo>
                    <a:pt x="1041" y="320"/>
                  </a:lnTo>
                  <a:lnTo>
                    <a:pt x="1024" y="278"/>
                  </a:lnTo>
                  <a:lnTo>
                    <a:pt x="1008" y="236"/>
                  </a:lnTo>
                  <a:lnTo>
                    <a:pt x="980" y="199"/>
                  </a:lnTo>
                  <a:lnTo>
                    <a:pt x="952" y="167"/>
                  </a:lnTo>
                  <a:lnTo>
                    <a:pt x="919" y="135"/>
                  </a:lnTo>
                  <a:lnTo>
                    <a:pt x="880" y="107"/>
                  </a:lnTo>
                  <a:lnTo>
                    <a:pt x="841" y="79"/>
                  </a:lnTo>
                  <a:lnTo>
                    <a:pt x="796" y="56"/>
                  </a:lnTo>
                  <a:lnTo>
                    <a:pt x="752" y="37"/>
                  </a:lnTo>
                  <a:lnTo>
                    <a:pt x="702" y="24"/>
                  </a:lnTo>
                  <a:lnTo>
                    <a:pt x="651" y="10"/>
                  </a:lnTo>
                  <a:lnTo>
                    <a:pt x="601" y="5"/>
                  </a:lnTo>
                  <a:lnTo>
                    <a:pt x="546" y="0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3327" y="2114"/>
              <a:ext cx="1019" cy="846"/>
            </a:xfrm>
            <a:custGeom>
              <a:rect b="b" l="l" r="r" t="t"/>
              <a:pathLst>
                <a:path extrusionOk="0" h="846" w="1019">
                  <a:moveTo>
                    <a:pt x="468" y="4"/>
                  </a:moveTo>
                  <a:lnTo>
                    <a:pt x="468" y="4"/>
                  </a:lnTo>
                  <a:lnTo>
                    <a:pt x="417" y="9"/>
                  </a:lnTo>
                  <a:lnTo>
                    <a:pt x="367" y="18"/>
                  </a:lnTo>
                  <a:lnTo>
                    <a:pt x="317" y="37"/>
                  </a:lnTo>
                  <a:lnTo>
                    <a:pt x="273" y="51"/>
                  </a:lnTo>
                  <a:lnTo>
                    <a:pt x="234" y="74"/>
                  </a:lnTo>
                  <a:lnTo>
                    <a:pt x="189" y="97"/>
                  </a:lnTo>
                  <a:lnTo>
                    <a:pt x="156" y="125"/>
                  </a:lnTo>
                  <a:lnTo>
                    <a:pt x="122" y="157"/>
                  </a:lnTo>
                  <a:lnTo>
                    <a:pt x="89" y="189"/>
                  </a:lnTo>
                  <a:lnTo>
                    <a:pt x="67" y="222"/>
                  </a:lnTo>
                  <a:lnTo>
                    <a:pt x="45" y="259"/>
                  </a:lnTo>
                  <a:lnTo>
                    <a:pt x="28" y="296"/>
                  </a:lnTo>
                  <a:lnTo>
                    <a:pt x="11" y="337"/>
                  </a:lnTo>
                  <a:lnTo>
                    <a:pt x="6" y="379"/>
                  </a:lnTo>
                  <a:lnTo>
                    <a:pt x="0" y="421"/>
                  </a:lnTo>
                  <a:lnTo>
                    <a:pt x="0" y="462"/>
                  </a:lnTo>
                  <a:lnTo>
                    <a:pt x="6" y="508"/>
                  </a:lnTo>
                  <a:lnTo>
                    <a:pt x="22" y="550"/>
                  </a:lnTo>
                  <a:lnTo>
                    <a:pt x="33" y="587"/>
                  </a:lnTo>
                  <a:lnTo>
                    <a:pt x="56" y="624"/>
                  </a:lnTo>
                  <a:lnTo>
                    <a:pt x="84" y="661"/>
                  </a:lnTo>
                  <a:lnTo>
                    <a:pt x="111" y="693"/>
                  </a:lnTo>
                  <a:lnTo>
                    <a:pt x="145" y="721"/>
                  </a:lnTo>
                  <a:lnTo>
                    <a:pt x="178" y="749"/>
                  </a:lnTo>
                  <a:lnTo>
                    <a:pt x="217" y="777"/>
                  </a:lnTo>
                  <a:lnTo>
                    <a:pt x="262" y="795"/>
                  </a:lnTo>
                  <a:lnTo>
                    <a:pt x="306" y="814"/>
                  </a:lnTo>
                  <a:lnTo>
                    <a:pt x="351" y="827"/>
                  </a:lnTo>
                  <a:lnTo>
                    <a:pt x="401" y="837"/>
                  </a:lnTo>
                  <a:lnTo>
                    <a:pt x="451" y="846"/>
                  </a:lnTo>
                  <a:lnTo>
                    <a:pt x="501" y="846"/>
                  </a:lnTo>
                  <a:lnTo>
                    <a:pt x="551" y="846"/>
                  </a:lnTo>
                  <a:lnTo>
                    <a:pt x="601" y="841"/>
                  </a:lnTo>
                  <a:lnTo>
                    <a:pt x="651" y="827"/>
                  </a:lnTo>
                  <a:lnTo>
                    <a:pt x="701" y="814"/>
                  </a:lnTo>
                  <a:lnTo>
                    <a:pt x="746" y="795"/>
                  </a:lnTo>
                  <a:lnTo>
                    <a:pt x="790" y="777"/>
                  </a:lnTo>
                  <a:lnTo>
                    <a:pt x="829" y="753"/>
                  </a:lnTo>
                  <a:lnTo>
                    <a:pt x="868" y="726"/>
                  </a:lnTo>
                  <a:lnTo>
                    <a:pt x="902" y="693"/>
                  </a:lnTo>
                  <a:lnTo>
                    <a:pt x="930" y="661"/>
                  </a:lnTo>
                  <a:lnTo>
                    <a:pt x="957" y="629"/>
                  </a:lnTo>
                  <a:lnTo>
                    <a:pt x="980" y="592"/>
                  </a:lnTo>
                  <a:lnTo>
                    <a:pt x="996" y="550"/>
                  </a:lnTo>
                  <a:lnTo>
                    <a:pt x="1007" y="513"/>
                  </a:lnTo>
                  <a:lnTo>
                    <a:pt x="1019" y="471"/>
                  </a:lnTo>
                  <a:lnTo>
                    <a:pt x="1019" y="430"/>
                  </a:lnTo>
                  <a:lnTo>
                    <a:pt x="1019" y="384"/>
                  </a:lnTo>
                  <a:lnTo>
                    <a:pt x="1013" y="342"/>
                  </a:lnTo>
                  <a:lnTo>
                    <a:pt x="1002" y="300"/>
                  </a:lnTo>
                  <a:lnTo>
                    <a:pt x="985" y="263"/>
                  </a:lnTo>
                  <a:lnTo>
                    <a:pt x="963" y="226"/>
                  </a:lnTo>
                  <a:lnTo>
                    <a:pt x="941" y="189"/>
                  </a:lnTo>
                  <a:lnTo>
                    <a:pt x="907" y="157"/>
                  </a:lnTo>
                  <a:lnTo>
                    <a:pt x="879" y="125"/>
                  </a:lnTo>
                  <a:lnTo>
                    <a:pt x="840" y="101"/>
                  </a:lnTo>
                  <a:lnTo>
                    <a:pt x="802" y="74"/>
                  </a:lnTo>
                  <a:lnTo>
                    <a:pt x="763" y="55"/>
                  </a:lnTo>
                  <a:lnTo>
                    <a:pt x="718" y="37"/>
                  </a:lnTo>
                  <a:lnTo>
                    <a:pt x="668" y="23"/>
                  </a:lnTo>
                  <a:lnTo>
                    <a:pt x="623" y="9"/>
                  </a:lnTo>
                  <a:lnTo>
                    <a:pt x="573" y="4"/>
                  </a:lnTo>
                  <a:lnTo>
                    <a:pt x="523" y="0"/>
                  </a:lnTo>
                  <a:lnTo>
                    <a:pt x="468" y="4"/>
                  </a:lnTo>
                  <a:close/>
                </a:path>
              </a:pathLst>
            </a:custGeom>
            <a:solidFill>
              <a:srgbClr val="FFF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3071" y="3117"/>
              <a:ext cx="840" cy="634"/>
            </a:xfrm>
            <a:custGeom>
              <a:rect b="b" l="l" r="r" t="t"/>
              <a:pathLst>
                <a:path extrusionOk="0" h="634" w="840">
                  <a:moveTo>
                    <a:pt x="840" y="514"/>
                  </a:moveTo>
                  <a:lnTo>
                    <a:pt x="840" y="514"/>
                  </a:lnTo>
                  <a:lnTo>
                    <a:pt x="835" y="523"/>
                  </a:lnTo>
                  <a:lnTo>
                    <a:pt x="813" y="541"/>
                  </a:lnTo>
                  <a:lnTo>
                    <a:pt x="779" y="564"/>
                  </a:lnTo>
                  <a:lnTo>
                    <a:pt x="729" y="592"/>
                  </a:lnTo>
                  <a:lnTo>
                    <a:pt x="673" y="611"/>
                  </a:lnTo>
                  <a:lnTo>
                    <a:pt x="601" y="629"/>
                  </a:lnTo>
                  <a:lnTo>
                    <a:pt x="562" y="634"/>
                  </a:lnTo>
                  <a:lnTo>
                    <a:pt x="523" y="634"/>
                  </a:lnTo>
                  <a:lnTo>
                    <a:pt x="479" y="634"/>
                  </a:lnTo>
                  <a:lnTo>
                    <a:pt x="434" y="625"/>
                  </a:lnTo>
                  <a:lnTo>
                    <a:pt x="362" y="611"/>
                  </a:lnTo>
                  <a:lnTo>
                    <a:pt x="295" y="588"/>
                  </a:lnTo>
                  <a:lnTo>
                    <a:pt x="239" y="555"/>
                  </a:lnTo>
                  <a:lnTo>
                    <a:pt x="189" y="523"/>
                  </a:lnTo>
                  <a:lnTo>
                    <a:pt x="150" y="481"/>
                  </a:lnTo>
                  <a:lnTo>
                    <a:pt x="111" y="440"/>
                  </a:lnTo>
                  <a:lnTo>
                    <a:pt x="84" y="393"/>
                  </a:lnTo>
                  <a:lnTo>
                    <a:pt x="56" y="347"/>
                  </a:lnTo>
                  <a:lnTo>
                    <a:pt x="39" y="301"/>
                  </a:lnTo>
                  <a:lnTo>
                    <a:pt x="22" y="250"/>
                  </a:lnTo>
                  <a:lnTo>
                    <a:pt x="11" y="204"/>
                  </a:lnTo>
                  <a:lnTo>
                    <a:pt x="6" y="157"/>
                  </a:lnTo>
                  <a:lnTo>
                    <a:pt x="0" y="70"/>
                  </a:lnTo>
                  <a:lnTo>
                    <a:pt x="6" y="0"/>
                  </a:lnTo>
                  <a:lnTo>
                    <a:pt x="61" y="60"/>
                  </a:lnTo>
                  <a:lnTo>
                    <a:pt x="122" y="120"/>
                  </a:lnTo>
                  <a:lnTo>
                    <a:pt x="145" y="213"/>
                  </a:lnTo>
                  <a:lnTo>
                    <a:pt x="167" y="296"/>
                  </a:lnTo>
                  <a:lnTo>
                    <a:pt x="184" y="329"/>
                  </a:lnTo>
                  <a:lnTo>
                    <a:pt x="206" y="361"/>
                  </a:lnTo>
                  <a:lnTo>
                    <a:pt x="223" y="389"/>
                  </a:lnTo>
                  <a:lnTo>
                    <a:pt x="245" y="416"/>
                  </a:lnTo>
                  <a:lnTo>
                    <a:pt x="273" y="440"/>
                  </a:lnTo>
                  <a:lnTo>
                    <a:pt x="301" y="458"/>
                  </a:lnTo>
                  <a:lnTo>
                    <a:pt x="328" y="477"/>
                  </a:lnTo>
                  <a:lnTo>
                    <a:pt x="362" y="486"/>
                  </a:lnTo>
                  <a:lnTo>
                    <a:pt x="395" y="500"/>
                  </a:lnTo>
                  <a:lnTo>
                    <a:pt x="429" y="504"/>
                  </a:lnTo>
                  <a:lnTo>
                    <a:pt x="468" y="509"/>
                  </a:lnTo>
                  <a:lnTo>
                    <a:pt x="512" y="509"/>
                  </a:lnTo>
                  <a:lnTo>
                    <a:pt x="540" y="504"/>
                  </a:lnTo>
                  <a:lnTo>
                    <a:pt x="568" y="490"/>
                  </a:lnTo>
                  <a:lnTo>
                    <a:pt x="601" y="481"/>
                  </a:lnTo>
                  <a:lnTo>
                    <a:pt x="635" y="472"/>
                  </a:lnTo>
                  <a:lnTo>
                    <a:pt x="707" y="463"/>
                  </a:lnTo>
                  <a:lnTo>
                    <a:pt x="751" y="463"/>
                  </a:lnTo>
                  <a:lnTo>
                    <a:pt x="779" y="463"/>
                  </a:lnTo>
                  <a:lnTo>
                    <a:pt x="801" y="477"/>
                  </a:lnTo>
                  <a:lnTo>
                    <a:pt x="818" y="490"/>
                  </a:lnTo>
                  <a:lnTo>
                    <a:pt x="840" y="5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3650" y="3395"/>
              <a:ext cx="339" cy="217"/>
            </a:xfrm>
            <a:custGeom>
              <a:rect b="b" l="l" r="r" t="t"/>
              <a:pathLst>
                <a:path extrusionOk="0" h="217" w="339">
                  <a:moveTo>
                    <a:pt x="156" y="0"/>
                  </a:moveTo>
                  <a:lnTo>
                    <a:pt x="156" y="0"/>
                  </a:lnTo>
                  <a:lnTo>
                    <a:pt x="117" y="9"/>
                  </a:lnTo>
                  <a:lnTo>
                    <a:pt x="89" y="18"/>
                  </a:lnTo>
                  <a:lnTo>
                    <a:pt x="61" y="32"/>
                  </a:lnTo>
                  <a:lnTo>
                    <a:pt x="39" y="46"/>
                  </a:lnTo>
                  <a:lnTo>
                    <a:pt x="17" y="64"/>
                  </a:lnTo>
                  <a:lnTo>
                    <a:pt x="5" y="88"/>
                  </a:lnTo>
                  <a:lnTo>
                    <a:pt x="0" y="106"/>
                  </a:lnTo>
                  <a:lnTo>
                    <a:pt x="0" y="129"/>
                  </a:lnTo>
                  <a:lnTo>
                    <a:pt x="5" y="152"/>
                  </a:lnTo>
                  <a:lnTo>
                    <a:pt x="17" y="171"/>
                  </a:lnTo>
                  <a:lnTo>
                    <a:pt x="39" y="185"/>
                  </a:lnTo>
                  <a:lnTo>
                    <a:pt x="61" y="199"/>
                  </a:lnTo>
                  <a:lnTo>
                    <a:pt x="89" y="208"/>
                  </a:lnTo>
                  <a:lnTo>
                    <a:pt x="117" y="217"/>
                  </a:lnTo>
                  <a:lnTo>
                    <a:pt x="150" y="217"/>
                  </a:lnTo>
                  <a:lnTo>
                    <a:pt x="184" y="217"/>
                  </a:lnTo>
                  <a:lnTo>
                    <a:pt x="222" y="208"/>
                  </a:lnTo>
                  <a:lnTo>
                    <a:pt x="250" y="199"/>
                  </a:lnTo>
                  <a:lnTo>
                    <a:pt x="278" y="185"/>
                  </a:lnTo>
                  <a:lnTo>
                    <a:pt x="300" y="166"/>
                  </a:lnTo>
                  <a:lnTo>
                    <a:pt x="323" y="148"/>
                  </a:lnTo>
                  <a:lnTo>
                    <a:pt x="334" y="129"/>
                  </a:lnTo>
                  <a:lnTo>
                    <a:pt x="339" y="111"/>
                  </a:lnTo>
                  <a:lnTo>
                    <a:pt x="339" y="88"/>
                  </a:lnTo>
                  <a:lnTo>
                    <a:pt x="334" y="64"/>
                  </a:lnTo>
                  <a:lnTo>
                    <a:pt x="323" y="46"/>
                  </a:lnTo>
                  <a:lnTo>
                    <a:pt x="300" y="32"/>
                  </a:lnTo>
                  <a:lnTo>
                    <a:pt x="278" y="18"/>
                  </a:lnTo>
                  <a:lnTo>
                    <a:pt x="250" y="9"/>
                  </a:lnTo>
                  <a:lnTo>
                    <a:pt x="222" y="0"/>
                  </a:lnTo>
                  <a:lnTo>
                    <a:pt x="189" y="0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3672" y="3413"/>
              <a:ext cx="295" cy="176"/>
            </a:xfrm>
            <a:custGeom>
              <a:rect b="b" l="l" r="r" t="t"/>
              <a:pathLst>
                <a:path extrusionOk="0" h="176" w="295">
                  <a:moveTo>
                    <a:pt x="134" y="5"/>
                  </a:moveTo>
                  <a:lnTo>
                    <a:pt x="134" y="5"/>
                  </a:lnTo>
                  <a:lnTo>
                    <a:pt x="106" y="9"/>
                  </a:lnTo>
                  <a:lnTo>
                    <a:pt x="78" y="19"/>
                  </a:lnTo>
                  <a:lnTo>
                    <a:pt x="50" y="28"/>
                  </a:lnTo>
                  <a:lnTo>
                    <a:pt x="34" y="42"/>
                  </a:lnTo>
                  <a:lnTo>
                    <a:pt x="17" y="56"/>
                  </a:lnTo>
                  <a:lnTo>
                    <a:pt x="6" y="74"/>
                  </a:lnTo>
                  <a:lnTo>
                    <a:pt x="0" y="88"/>
                  </a:lnTo>
                  <a:lnTo>
                    <a:pt x="0" y="107"/>
                  </a:lnTo>
                  <a:lnTo>
                    <a:pt x="6" y="125"/>
                  </a:lnTo>
                  <a:lnTo>
                    <a:pt x="17" y="139"/>
                  </a:lnTo>
                  <a:lnTo>
                    <a:pt x="34" y="153"/>
                  </a:lnTo>
                  <a:lnTo>
                    <a:pt x="50" y="162"/>
                  </a:lnTo>
                  <a:lnTo>
                    <a:pt x="78" y="171"/>
                  </a:lnTo>
                  <a:lnTo>
                    <a:pt x="100" y="176"/>
                  </a:lnTo>
                  <a:lnTo>
                    <a:pt x="134" y="176"/>
                  </a:lnTo>
                  <a:lnTo>
                    <a:pt x="162" y="176"/>
                  </a:lnTo>
                  <a:lnTo>
                    <a:pt x="189" y="171"/>
                  </a:lnTo>
                  <a:lnTo>
                    <a:pt x="217" y="162"/>
                  </a:lnTo>
                  <a:lnTo>
                    <a:pt x="245" y="153"/>
                  </a:lnTo>
                  <a:lnTo>
                    <a:pt x="262" y="139"/>
                  </a:lnTo>
                  <a:lnTo>
                    <a:pt x="278" y="125"/>
                  </a:lnTo>
                  <a:lnTo>
                    <a:pt x="290" y="107"/>
                  </a:lnTo>
                  <a:lnTo>
                    <a:pt x="295" y="88"/>
                  </a:lnTo>
                  <a:lnTo>
                    <a:pt x="295" y="74"/>
                  </a:lnTo>
                  <a:lnTo>
                    <a:pt x="290" y="56"/>
                  </a:lnTo>
                  <a:lnTo>
                    <a:pt x="278" y="42"/>
                  </a:lnTo>
                  <a:lnTo>
                    <a:pt x="262" y="28"/>
                  </a:lnTo>
                  <a:lnTo>
                    <a:pt x="245" y="19"/>
                  </a:lnTo>
                  <a:lnTo>
                    <a:pt x="217" y="9"/>
                  </a:lnTo>
                  <a:lnTo>
                    <a:pt x="195" y="5"/>
                  </a:lnTo>
                  <a:lnTo>
                    <a:pt x="162" y="0"/>
                  </a:lnTo>
                  <a:lnTo>
                    <a:pt x="134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3750" y="3413"/>
              <a:ext cx="217" cy="176"/>
            </a:xfrm>
            <a:custGeom>
              <a:rect b="b" l="l" r="r" t="t"/>
              <a:pathLst>
                <a:path extrusionOk="0" h="176" w="217">
                  <a:moveTo>
                    <a:pt x="217" y="74"/>
                  </a:moveTo>
                  <a:lnTo>
                    <a:pt x="217" y="74"/>
                  </a:lnTo>
                  <a:lnTo>
                    <a:pt x="212" y="56"/>
                  </a:lnTo>
                  <a:lnTo>
                    <a:pt x="206" y="42"/>
                  </a:lnTo>
                  <a:lnTo>
                    <a:pt x="189" y="28"/>
                  </a:lnTo>
                  <a:lnTo>
                    <a:pt x="173" y="19"/>
                  </a:lnTo>
                  <a:lnTo>
                    <a:pt x="150" y="9"/>
                  </a:lnTo>
                  <a:lnTo>
                    <a:pt x="128" y="5"/>
                  </a:lnTo>
                  <a:lnTo>
                    <a:pt x="100" y="0"/>
                  </a:lnTo>
                  <a:lnTo>
                    <a:pt x="72" y="0"/>
                  </a:lnTo>
                  <a:lnTo>
                    <a:pt x="106" y="14"/>
                  </a:lnTo>
                  <a:lnTo>
                    <a:pt x="128" y="28"/>
                  </a:lnTo>
                  <a:lnTo>
                    <a:pt x="145" y="46"/>
                  </a:lnTo>
                  <a:lnTo>
                    <a:pt x="150" y="65"/>
                  </a:lnTo>
                  <a:lnTo>
                    <a:pt x="150" y="83"/>
                  </a:lnTo>
                  <a:lnTo>
                    <a:pt x="145" y="102"/>
                  </a:lnTo>
                  <a:lnTo>
                    <a:pt x="134" y="116"/>
                  </a:lnTo>
                  <a:lnTo>
                    <a:pt x="117" y="134"/>
                  </a:lnTo>
                  <a:lnTo>
                    <a:pt x="100" y="144"/>
                  </a:lnTo>
                  <a:lnTo>
                    <a:pt x="72" y="157"/>
                  </a:lnTo>
                  <a:lnTo>
                    <a:pt x="45" y="167"/>
                  </a:lnTo>
                  <a:lnTo>
                    <a:pt x="17" y="171"/>
                  </a:lnTo>
                  <a:lnTo>
                    <a:pt x="0" y="171"/>
                  </a:lnTo>
                  <a:lnTo>
                    <a:pt x="39" y="176"/>
                  </a:lnTo>
                  <a:lnTo>
                    <a:pt x="84" y="176"/>
                  </a:lnTo>
                  <a:lnTo>
                    <a:pt x="111" y="171"/>
                  </a:lnTo>
                  <a:lnTo>
                    <a:pt x="139" y="162"/>
                  </a:lnTo>
                  <a:lnTo>
                    <a:pt x="167" y="153"/>
                  </a:lnTo>
                  <a:lnTo>
                    <a:pt x="184" y="139"/>
                  </a:lnTo>
                  <a:lnTo>
                    <a:pt x="200" y="125"/>
                  </a:lnTo>
                  <a:lnTo>
                    <a:pt x="212" y="107"/>
                  </a:lnTo>
                  <a:lnTo>
                    <a:pt x="217" y="88"/>
                  </a:lnTo>
                  <a:lnTo>
                    <a:pt x="217" y="74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3461" y="2867"/>
              <a:ext cx="723" cy="653"/>
            </a:xfrm>
            <a:custGeom>
              <a:rect b="b" l="l" r="r" t="t"/>
              <a:pathLst>
                <a:path extrusionOk="0" h="653" w="723">
                  <a:moveTo>
                    <a:pt x="111" y="218"/>
                  </a:moveTo>
                  <a:lnTo>
                    <a:pt x="111" y="218"/>
                  </a:lnTo>
                  <a:lnTo>
                    <a:pt x="100" y="195"/>
                  </a:lnTo>
                  <a:lnTo>
                    <a:pt x="83" y="176"/>
                  </a:lnTo>
                  <a:lnTo>
                    <a:pt x="33" y="144"/>
                  </a:lnTo>
                  <a:lnTo>
                    <a:pt x="16" y="125"/>
                  </a:lnTo>
                  <a:lnTo>
                    <a:pt x="0" y="111"/>
                  </a:lnTo>
                  <a:lnTo>
                    <a:pt x="0" y="102"/>
                  </a:lnTo>
                  <a:lnTo>
                    <a:pt x="0" y="93"/>
                  </a:lnTo>
                  <a:lnTo>
                    <a:pt x="5" y="84"/>
                  </a:lnTo>
                  <a:lnTo>
                    <a:pt x="16" y="74"/>
                  </a:lnTo>
                  <a:lnTo>
                    <a:pt x="50" y="61"/>
                  </a:lnTo>
                  <a:lnTo>
                    <a:pt x="83" y="61"/>
                  </a:lnTo>
                  <a:lnTo>
                    <a:pt x="117" y="70"/>
                  </a:lnTo>
                  <a:lnTo>
                    <a:pt x="139" y="84"/>
                  </a:lnTo>
                  <a:lnTo>
                    <a:pt x="161" y="107"/>
                  </a:lnTo>
                  <a:lnTo>
                    <a:pt x="178" y="130"/>
                  </a:lnTo>
                  <a:lnTo>
                    <a:pt x="194" y="158"/>
                  </a:lnTo>
                  <a:lnTo>
                    <a:pt x="206" y="185"/>
                  </a:lnTo>
                  <a:lnTo>
                    <a:pt x="211" y="195"/>
                  </a:lnTo>
                  <a:lnTo>
                    <a:pt x="222" y="204"/>
                  </a:lnTo>
                  <a:lnTo>
                    <a:pt x="245" y="209"/>
                  </a:lnTo>
                  <a:lnTo>
                    <a:pt x="261" y="204"/>
                  </a:lnTo>
                  <a:lnTo>
                    <a:pt x="311" y="195"/>
                  </a:lnTo>
                  <a:lnTo>
                    <a:pt x="373" y="172"/>
                  </a:lnTo>
                  <a:lnTo>
                    <a:pt x="428" y="144"/>
                  </a:lnTo>
                  <a:lnTo>
                    <a:pt x="478" y="116"/>
                  </a:lnTo>
                  <a:lnTo>
                    <a:pt x="517" y="93"/>
                  </a:lnTo>
                  <a:lnTo>
                    <a:pt x="545" y="74"/>
                  </a:lnTo>
                  <a:lnTo>
                    <a:pt x="573" y="42"/>
                  </a:lnTo>
                  <a:lnTo>
                    <a:pt x="601" y="19"/>
                  </a:lnTo>
                  <a:lnTo>
                    <a:pt x="617" y="10"/>
                  </a:lnTo>
                  <a:lnTo>
                    <a:pt x="640" y="5"/>
                  </a:lnTo>
                  <a:lnTo>
                    <a:pt x="656" y="0"/>
                  </a:lnTo>
                  <a:lnTo>
                    <a:pt x="684" y="5"/>
                  </a:lnTo>
                  <a:lnTo>
                    <a:pt x="712" y="14"/>
                  </a:lnTo>
                  <a:lnTo>
                    <a:pt x="718" y="19"/>
                  </a:lnTo>
                  <a:lnTo>
                    <a:pt x="723" y="28"/>
                  </a:lnTo>
                  <a:lnTo>
                    <a:pt x="723" y="47"/>
                  </a:lnTo>
                  <a:lnTo>
                    <a:pt x="718" y="65"/>
                  </a:lnTo>
                  <a:lnTo>
                    <a:pt x="684" y="107"/>
                  </a:lnTo>
                  <a:lnTo>
                    <a:pt x="656" y="139"/>
                  </a:lnTo>
                  <a:lnTo>
                    <a:pt x="634" y="172"/>
                  </a:lnTo>
                  <a:lnTo>
                    <a:pt x="617" y="185"/>
                  </a:lnTo>
                  <a:lnTo>
                    <a:pt x="601" y="199"/>
                  </a:lnTo>
                  <a:lnTo>
                    <a:pt x="612" y="213"/>
                  </a:lnTo>
                  <a:lnTo>
                    <a:pt x="617" y="232"/>
                  </a:lnTo>
                  <a:lnTo>
                    <a:pt x="617" y="250"/>
                  </a:lnTo>
                  <a:lnTo>
                    <a:pt x="612" y="269"/>
                  </a:lnTo>
                  <a:lnTo>
                    <a:pt x="623" y="287"/>
                  </a:lnTo>
                  <a:lnTo>
                    <a:pt x="629" y="310"/>
                  </a:lnTo>
                  <a:lnTo>
                    <a:pt x="634" y="333"/>
                  </a:lnTo>
                  <a:lnTo>
                    <a:pt x="629" y="357"/>
                  </a:lnTo>
                  <a:lnTo>
                    <a:pt x="634" y="380"/>
                  </a:lnTo>
                  <a:lnTo>
                    <a:pt x="640" y="398"/>
                  </a:lnTo>
                  <a:lnTo>
                    <a:pt x="640" y="412"/>
                  </a:lnTo>
                  <a:lnTo>
                    <a:pt x="634" y="431"/>
                  </a:lnTo>
                  <a:lnTo>
                    <a:pt x="617" y="463"/>
                  </a:lnTo>
                  <a:lnTo>
                    <a:pt x="590" y="491"/>
                  </a:lnTo>
                  <a:lnTo>
                    <a:pt x="534" y="546"/>
                  </a:lnTo>
                  <a:lnTo>
                    <a:pt x="506" y="579"/>
                  </a:lnTo>
                  <a:lnTo>
                    <a:pt x="489" y="611"/>
                  </a:lnTo>
                  <a:lnTo>
                    <a:pt x="484" y="625"/>
                  </a:lnTo>
                  <a:lnTo>
                    <a:pt x="478" y="634"/>
                  </a:lnTo>
                  <a:lnTo>
                    <a:pt x="462" y="639"/>
                  </a:lnTo>
                  <a:lnTo>
                    <a:pt x="445" y="643"/>
                  </a:lnTo>
                  <a:lnTo>
                    <a:pt x="400" y="653"/>
                  </a:lnTo>
                  <a:lnTo>
                    <a:pt x="356" y="653"/>
                  </a:lnTo>
                  <a:lnTo>
                    <a:pt x="311" y="648"/>
                  </a:lnTo>
                  <a:lnTo>
                    <a:pt x="272" y="639"/>
                  </a:lnTo>
                  <a:lnTo>
                    <a:pt x="245" y="629"/>
                  </a:lnTo>
                  <a:lnTo>
                    <a:pt x="239" y="620"/>
                  </a:lnTo>
                  <a:lnTo>
                    <a:pt x="239" y="611"/>
                  </a:lnTo>
                  <a:lnTo>
                    <a:pt x="222" y="579"/>
                  </a:lnTo>
                  <a:lnTo>
                    <a:pt x="200" y="546"/>
                  </a:lnTo>
                  <a:lnTo>
                    <a:pt x="155" y="477"/>
                  </a:lnTo>
                  <a:lnTo>
                    <a:pt x="144" y="454"/>
                  </a:lnTo>
                  <a:lnTo>
                    <a:pt x="139" y="426"/>
                  </a:lnTo>
                  <a:lnTo>
                    <a:pt x="133" y="366"/>
                  </a:lnTo>
                  <a:lnTo>
                    <a:pt x="128" y="310"/>
                  </a:lnTo>
                  <a:lnTo>
                    <a:pt x="122" y="255"/>
                  </a:lnTo>
                  <a:lnTo>
                    <a:pt x="111" y="2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3449" y="2858"/>
              <a:ext cx="746" cy="671"/>
            </a:xfrm>
            <a:custGeom>
              <a:rect b="b" l="l" r="r" t="t"/>
              <a:pathLst>
                <a:path extrusionOk="0" h="671" w="746">
                  <a:moveTo>
                    <a:pt x="563" y="60"/>
                  </a:moveTo>
                  <a:lnTo>
                    <a:pt x="563" y="60"/>
                  </a:lnTo>
                  <a:lnTo>
                    <a:pt x="546" y="74"/>
                  </a:lnTo>
                  <a:lnTo>
                    <a:pt x="496" y="111"/>
                  </a:lnTo>
                  <a:lnTo>
                    <a:pt x="412" y="157"/>
                  </a:lnTo>
                  <a:lnTo>
                    <a:pt x="362" y="181"/>
                  </a:lnTo>
                  <a:lnTo>
                    <a:pt x="318" y="194"/>
                  </a:lnTo>
                  <a:lnTo>
                    <a:pt x="279" y="204"/>
                  </a:lnTo>
                  <a:lnTo>
                    <a:pt x="245" y="204"/>
                  </a:lnTo>
                  <a:lnTo>
                    <a:pt x="234" y="199"/>
                  </a:lnTo>
                  <a:lnTo>
                    <a:pt x="223" y="190"/>
                  </a:lnTo>
                  <a:lnTo>
                    <a:pt x="212" y="162"/>
                  </a:lnTo>
                  <a:lnTo>
                    <a:pt x="195" y="125"/>
                  </a:lnTo>
                  <a:lnTo>
                    <a:pt x="179" y="107"/>
                  </a:lnTo>
                  <a:lnTo>
                    <a:pt x="162" y="93"/>
                  </a:lnTo>
                  <a:lnTo>
                    <a:pt x="145" y="79"/>
                  </a:lnTo>
                  <a:lnTo>
                    <a:pt x="123" y="65"/>
                  </a:lnTo>
                  <a:lnTo>
                    <a:pt x="101" y="60"/>
                  </a:lnTo>
                  <a:lnTo>
                    <a:pt x="73" y="60"/>
                  </a:lnTo>
                  <a:lnTo>
                    <a:pt x="45" y="65"/>
                  </a:lnTo>
                  <a:lnTo>
                    <a:pt x="17" y="79"/>
                  </a:lnTo>
                  <a:lnTo>
                    <a:pt x="6" y="93"/>
                  </a:lnTo>
                  <a:lnTo>
                    <a:pt x="0" y="107"/>
                  </a:lnTo>
                  <a:lnTo>
                    <a:pt x="0" y="120"/>
                  </a:lnTo>
                  <a:lnTo>
                    <a:pt x="12" y="134"/>
                  </a:lnTo>
                  <a:lnTo>
                    <a:pt x="39" y="157"/>
                  </a:lnTo>
                  <a:lnTo>
                    <a:pt x="56" y="171"/>
                  </a:lnTo>
                  <a:lnTo>
                    <a:pt x="90" y="194"/>
                  </a:lnTo>
                  <a:lnTo>
                    <a:pt x="106" y="208"/>
                  </a:lnTo>
                  <a:lnTo>
                    <a:pt x="112" y="231"/>
                  </a:lnTo>
                  <a:lnTo>
                    <a:pt x="123" y="264"/>
                  </a:lnTo>
                  <a:lnTo>
                    <a:pt x="129" y="305"/>
                  </a:lnTo>
                  <a:lnTo>
                    <a:pt x="129" y="347"/>
                  </a:lnTo>
                  <a:lnTo>
                    <a:pt x="134" y="421"/>
                  </a:lnTo>
                  <a:lnTo>
                    <a:pt x="145" y="458"/>
                  </a:lnTo>
                  <a:lnTo>
                    <a:pt x="156" y="490"/>
                  </a:lnTo>
                  <a:lnTo>
                    <a:pt x="195" y="551"/>
                  </a:lnTo>
                  <a:lnTo>
                    <a:pt x="223" y="588"/>
                  </a:lnTo>
                  <a:lnTo>
                    <a:pt x="240" y="620"/>
                  </a:lnTo>
                  <a:lnTo>
                    <a:pt x="240" y="625"/>
                  </a:lnTo>
                  <a:lnTo>
                    <a:pt x="245" y="634"/>
                  </a:lnTo>
                  <a:lnTo>
                    <a:pt x="251" y="643"/>
                  </a:lnTo>
                  <a:lnTo>
                    <a:pt x="268" y="652"/>
                  </a:lnTo>
                  <a:lnTo>
                    <a:pt x="290" y="662"/>
                  </a:lnTo>
                  <a:lnTo>
                    <a:pt x="346" y="671"/>
                  </a:lnTo>
                  <a:lnTo>
                    <a:pt x="407" y="671"/>
                  </a:lnTo>
                  <a:lnTo>
                    <a:pt x="435" y="666"/>
                  </a:lnTo>
                  <a:lnTo>
                    <a:pt x="457" y="662"/>
                  </a:lnTo>
                  <a:lnTo>
                    <a:pt x="485" y="652"/>
                  </a:lnTo>
                  <a:lnTo>
                    <a:pt x="501" y="643"/>
                  </a:lnTo>
                  <a:lnTo>
                    <a:pt x="513" y="634"/>
                  </a:lnTo>
                  <a:lnTo>
                    <a:pt x="513" y="625"/>
                  </a:lnTo>
                  <a:lnTo>
                    <a:pt x="524" y="597"/>
                  </a:lnTo>
                  <a:lnTo>
                    <a:pt x="540" y="574"/>
                  </a:lnTo>
                  <a:lnTo>
                    <a:pt x="585" y="527"/>
                  </a:lnTo>
                  <a:lnTo>
                    <a:pt x="613" y="504"/>
                  </a:lnTo>
                  <a:lnTo>
                    <a:pt x="641" y="477"/>
                  </a:lnTo>
                  <a:lnTo>
                    <a:pt x="657" y="444"/>
                  </a:lnTo>
                  <a:lnTo>
                    <a:pt x="663" y="430"/>
                  </a:lnTo>
                  <a:lnTo>
                    <a:pt x="663" y="412"/>
                  </a:lnTo>
                  <a:lnTo>
                    <a:pt x="657" y="389"/>
                  </a:lnTo>
                  <a:lnTo>
                    <a:pt x="652" y="366"/>
                  </a:lnTo>
                  <a:lnTo>
                    <a:pt x="657" y="333"/>
                  </a:lnTo>
                  <a:lnTo>
                    <a:pt x="652" y="301"/>
                  </a:lnTo>
                  <a:lnTo>
                    <a:pt x="646" y="287"/>
                  </a:lnTo>
                  <a:lnTo>
                    <a:pt x="635" y="278"/>
                  </a:lnTo>
                  <a:lnTo>
                    <a:pt x="641" y="264"/>
                  </a:lnTo>
                  <a:lnTo>
                    <a:pt x="641" y="250"/>
                  </a:lnTo>
                  <a:lnTo>
                    <a:pt x="635" y="227"/>
                  </a:lnTo>
                  <a:lnTo>
                    <a:pt x="624" y="208"/>
                  </a:lnTo>
                  <a:lnTo>
                    <a:pt x="652" y="190"/>
                  </a:lnTo>
                  <a:lnTo>
                    <a:pt x="674" y="162"/>
                  </a:lnTo>
                  <a:lnTo>
                    <a:pt x="680" y="153"/>
                  </a:lnTo>
                  <a:lnTo>
                    <a:pt x="696" y="134"/>
                  </a:lnTo>
                  <a:lnTo>
                    <a:pt x="730" y="93"/>
                  </a:lnTo>
                  <a:lnTo>
                    <a:pt x="741" y="70"/>
                  </a:lnTo>
                  <a:lnTo>
                    <a:pt x="746" y="46"/>
                  </a:lnTo>
                  <a:lnTo>
                    <a:pt x="746" y="33"/>
                  </a:lnTo>
                  <a:lnTo>
                    <a:pt x="741" y="23"/>
                  </a:lnTo>
                  <a:lnTo>
                    <a:pt x="730" y="14"/>
                  </a:lnTo>
                  <a:lnTo>
                    <a:pt x="713" y="9"/>
                  </a:lnTo>
                  <a:lnTo>
                    <a:pt x="696" y="5"/>
                  </a:lnTo>
                  <a:lnTo>
                    <a:pt x="674" y="0"/>
                  </a:lnTo>
                  <a:lnTo>
                    <a:pt x="652" y="5"/>
                  </a:lnTo>
                  <a:lnTo>
                    <a:pt x="635" y="9"/>
                  </a:lnTo>
                  <a:lnTo>
                    <a:pt x="618" y="14"/>
                  </a:lnTo>
                  <a:lnTo>
                    <a:pt x="585" y="37"/>
                  </a:lnTo>
                  <a:lnTo>
                    <a:pt x="563" y="60"/>
                  </a:lnTo>
                  <a:close/>
                  <a:moveTo>
                    <a:pt x="268" y="629"/>
                  </a:moveTo>
                  <a:lnTo>
                    <a:pt x="268" y="629"/>
                  </a:lnTo>
                  <a:lnTo>
                    <a:pt x="262" y="625"/>
                  </a:lnTo>
                  <a:lnTo>
                    <a:pt x="262" y="620"/>
                  </a:lnTo>
                  <a:lnTo>
                    <a:pt x="262" y="615"/>
                  </a:lnTo>
                  <a:lnTo>
                    <a:pt x="240" y="578"/>
                  </a:lnTo>
                  <a:lnTo>
                    <a:pt x="218" y="541"/>
                  </a:lnTo>
                  <a:lnTo>
                    <a:pt x="179" y="486"/>
                  </a:lnTo>
                  <a:lnTo>
                    <a:pt x="167" y="453"/>
                  </a:lnTo>
                  <a:lnTo>
                    <a:pt x="156" y="416"/>
                  </a:lnTo>
                  <a:lnTo>
                    <a:pt x="151" y="347"/>
                  </a:lnTo>
                  <a:lnTo>
                    <a:pt x="151" y="305"/>
                  </a:lnTo>
                  <a:lnTo>
                    <a:pt x="145" y="259"/>
                  </a:lnTo>
                  <a:lnTo>
                    <a:pt x="134" y="227"/>
                  </a:lnTo>
                  <a:lnTo>
                    <a:pt x="123" y="199"/>
                  </a:lnTo>
                  <a:lnTo>
                    <a:pt x="106" y="181"/>
                  </a:lnTo>
                  <a:lnTo>
                    <a:pt x="90" y="167"/>
                  </a:lnTo>
                  <a:lnTo>
                    <a:pt x="67" y="153"/>
                  </a:lnTo>
                  <a:lnTo>
                    <a:pt x="51" y="144"/>
                  </a:lnTo>
                  <a:lnTo>
                    <a:pt x="34" y="130"/>
                  </a:lnTo>
                  <a:lnTo>
                    <a:pt x="23" y="116"/>
                  </a:lnTo>
                  <a:lnTo>
                    <a:pt x="23" y="107"/>
                  </a:lnTo>
                  <a:lnTo>
                    <a:pt x="23" y="97"/>
                  </a:lnTo>
                  <a:lnTo>
                    <a:pt x="34" y="93"/>
                  </a:lnTo>
                  <a:lnTo>
                    <a:pt x="56" y="83"/>
                  </a:lnTo>
                  <a:lnTo>
                    <a:pt x="73" y="79"/>
                  </a:lnTo>
                  <a:lnTo>
                    <a:pt x="95" y="79"/>
                  </a:lnTo>
                  <a:lnTo>
                    <a:pt x="112" y="83"/>
                  </a:lnTo>
                  <a:lnTo>
                    <a:pt x="140" y="97"/>
                  </a:lnTo>
                  <a:lnTo>
                    <a:pt x="167" y="120"/>
                  </a:lnTo>
                  <a:lnTo>
                    <a:pt x="190" y="157"/>
                  </a:lnTo>
                  <a:lnTo>
                    <a:pt x="206" y="199"/>
                  </a:lnTo>
                  <a:lnTo>
                    <a:pt x="212" y="208"/>
                  </a:lnTo>
                  <a:lnTo>
                    <a:pt x="218" y="213"/>
                  </a:lnTo>
                  <a:lnTo>
                    <a:pt x="229" y="222"/>
                  </a:lnTo>
                  <a:lnTo>
                    <a:pt x="240" y="222"/>
                  </a:lnTo>
                  <a:lnTo>
                    <a:pt x="257" y="227"/>
                  </a:lnTo>
                  <a:lnTo>
                    <a:pt x="279" y="222"/>
                  </a:lnTo>
                  <a:lnTo>
                    <a:pt x="323" y="213"/>
                  </a:lnTo>
                  <a:lnTo>
                    <a:pt x="373" y="194"/>
                  </a:lnTo>
                  <a:lnTo>
                    <a:pt x="423" y="171"/>
                  </a:lnTo>
                  <a:lnTo>
                    <a:pt x="513" y="125"/>
                  </a:lnTo>
                  <a:lnTo>
                    <a:pt x="563" y="88"/>
                  </a:lnTo>
                  <a:lnTo>
                    <a:pt x="579" y="74"/>
                  </a:lnTo>
                  <a:lnTo>
                    <a:pt x="602" y="46"/>
                  </a:lnTo>
                  <a:lnTo>
                    <a:pt x="629" y="33"/>
                  </a:lnTo>
                  <a:lnTo>
                    <a:pt x="641" y="23"/>
                  </a:lnTo>
                  <a:lnTo>
                    <a:pt x="657" y="19"/>
                  </a:lnTo>
                  <a:lnTo>
                    <a:pt x="674" y="19"/>
                  </a:lnTo>
                  <a:lnTo>
                    <a:pt x="691" y="19"/>
                  </a:lnTo>
                  <a:lnTo>
                    <a:pt x="713" y="28"/>
                  </a:lnTo>
                  <a:lnTo>
                    <a:pt x="724" y="42"/>
                  </a:lnTo>
                  <a:lnTo>
                    <a:pt x="724" y="51"/>
                  </a:lnTo>
                  <a:lnTo>
                    <a:pt x="724" y="60"/>
                  </a:lnTo>
                  <a:lnTo>
                    <a:pt x="713" y="83"/>
                  </a:lnTo>
                  <a:lnTo>
                    <a:pt x="680" y="125"/>
                  </a:lnTo>
                  <a:lnTo>
                    <a:pt x="663" y="144"/>
                  </a:lnTo>
                  <a:lnTo>
                    <a:pt x="652" y="153"/>
                  </a:lnTo>
                  <a:lnTo>
                    <a:pt x="635" y="181"/>
                  </a:lnTo>
                  <a:lnTo>
                    <a:pt x="618" y="190"/>
                  </a:lnTo>
                  <a:lnTo>
                    <a:pt x="607" y="199"/>
                  </a:lnTo>
                  <a:lnTo>
                    <a:pt x="590" y="204"/>
                  </a:lnTo>
                  <a:lnTo>
                    <a:pt x="602" y="213"/>
                  </a:lnTo>
                  <a:lnTo>
                    <a:pt x="613" y="227"/>
                  </a:lnTo>
                  <a:lnTo>
                    <a:pt x="618" y="241"/>
                  </a:lnTo>
                  <a:lnTo>
                    <a:pt x="618" y="259"/>
                  </a:lnTo>
                  <a:lnTo>
                    <a:pt x="613" y="273"/>
                  </a:lnTo>
                  <a:lnTo>
                    <a:pt x="607" y="278"/>
                  </a:lnTo>
                  <a:lnTo>
                    <a:pt x="613" y="282"/>
                  </a:lnTo>
                  <a:lnTo>
                    <a:pt x="624" y="301"/>
                  </a:lnTo>
                  <a:lnTo>
                    <a:pt x="635" y="319"/>
                  </a:lnTo>
                  <a:lnTo>
                    <a:pt x="635" y="342"/>
                  </a:lnTo>
                  <a:lnTo>
                    <a:pt x="629" y="366"/>
                  </a:lnTo>
                  <a:lnTo>
                    <a:pt x="629" y="370"/>
                  </a:lnTo>
                  <a:lnTo>
                    <a:pt x="641" y="393"/>
                  </a:lnTo>
                  <a:lnTo>
                    <a:pt x="641" y="412"/>
                  </a:lnTo>
                  <a:lnTo>
                    <a:pt x="641" y="430"/>
                  </a:lnTo>
                  <a:lnTo>
                    <a:pt x="629" y="449"/>
                  </a:lnTo>
                  <a:lnTo>
                    <a:pt x="607" y="481"/>
                  </a:lnTo>
                  <a:lnTo>
                    <a:pt x="568" y="518"/>
                  </a:lnTo>
                  <a:lnTo>
                    <a:pt x="524" y="564"/>
                  </a:lnTo>
                  <a:lnTo>
                    <a:pt x="507" y="592"/>
                  </a:lnTo>
                  <a:lnTo>
                    <a:pt x="496" y="620"/>
                  </a:lnTo>
                  <a:lnTo>
                    <a:pt x="490" y="629"/>
                  </a:lnTo>
                  <a:lnTo>
                    <a:pt x="479" y="638"/>
                  </a:lnTo>
                  <a:lnTo>
                    <a:pt x="451" y="648"/>
                  </a:lnTo>
                  <a:lnTo>
                    <a:pt x="401" y="652"/>
                  </a:lnTo>
                  <a:lnTo>
                    <a:pt x="346" y="652"/>
                  </a:lnTo>
                  <a:lnTo>
                    <a:pt x="295" y="643"/>
                  </a:lnTo>
                  <a:lnTo>
                    <a:pt x="279" y="638"/>
                  </a:lnTo>
                  <a:lnTo>
                    <a:pt x="268" y="6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3967" y="3113"/>
              <a:ext cx="117" cy="106"/>
            </a:xfrm>
            <a:custGeom>
              <a:rect b="b" l="l" r="r" t="t"/>
              <a:pathLst>
                <a:path extrusionOk="0" h="106" w="117">
                  <a:moveTo>
                    <a:pt x="56" y="46"/>
                  </a:moveTo>
                  <a:lnTo>
                    <a:pt x="56" y="46"/>
                  </a:lnTo>
                  <a:lnTo>
                    <a:pt x="72" y="27"/>
                  </a:lnTo>
                  <a:lnTo>
                    <a:pt x="84" y="37"/>
                  </a:lnTo>
                  <a:lnTo>
                    <a:pt x="84" y="41"/>
                  </a:lnTo>
                  <a:lnTo>
                    <a:pt x="61" y="55"/>
                  </a:lnTo>
                  <a:lnTo>
                    <a:pt x="45" y="74"/>
                  </a:lnTo>
                  <a:lnTo>
                    <a:pt x="28" y="92"/>
                  </a:lnTo>
                  <a:lnTo>
                    <a:pt x="11" y="106"/>
                  </a:lnTo>
                  <a:lnTo>
                    <a:pt x="6" y="106"/>
                  </a:lnTo>
                  <a:lnTo>
                    <a:pt x="0" y="106"/>
                  </a:lnTo>
                  <a:lnTo>
                    <a:pt x="11" y="92"/>
                  </a:lnTo>
                  <a:lnTo>
                    <a:pt x="56" y="46"/>
                  </a:lnTo>
                  <a:close/>
                  <a:moveTo>
                    <a:pt x="117" y="0"/>
                  </a:moveTo>
                  <a:lnTo>
                    <a:pt x="117" y="0"/>
                  </a:lnTo>
                  <a:lnTo>
                    <a:pt x="100" y="18"/>
                  </a:lnTo>
                  <a:lnTo>
                    <a:pt x="72" y="27"/>
                  </a:lnTo>
                  <a:lnTo>
                    <a:pt x="95" y="1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028" y="3187"/>
              <a:ext cx="39" cy="60"/>
            </a:xfrm>
            <a:custGeom>
              <a:rect b="b" l="l" r="r" t="t"/>
              <a:pathLst>
                <a:path extrusionOk="0" h="60" w="39">
                  <a:moveTo>
                    <a:pt x="39" y="0"/>
                  </a:moveTo>
                  <a:lnTo>
                    <a:pt x="39" y="0"/>
                  </a:lnTo>
                  <a:lnTo>
                    <a:pt x="34" y="18"/>
                  </a:lnTo>
                  <a:lnTo>
                    <a:pt x="17" y="32"/>
                  </a:lnTo>
                  <a:lnTo>
                    <a:pt x="6" y="46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5"/>
                  </a:lnTo>
                  <a:lnTo>
                    <a:pt x="17" y="46"/>
                  </a:lnTo>
                  <a:lnTo>
                    <a:pt x="34" y="32"/>
                  </a:lnTo>
                  <a:lnTo>
                    <a:pt x="28" y="32"/>
                  </a:lnTo>
                  <a:lnTo>
                    <a:pt x="28" y="27"/>
                  </a:lnTo>
                  <a:lnTo>
                    <a:pt x="34" y="23"/>
                  </a:lnTo>
                  <a:lnTo>
                    <a:pt x="39" y="18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045" y="3288"/>
              <a:ext cx="39" cy="51"/>
            </a:xfrm>
            <a:custGeom>
              <a:rect b="b" l="l" r="r" t="t"/>
              <a:pathLst>
                <a:path extrusionOk="0" h="51" w="39">
                  <a:moveTo>
                    <a:pt x="33" y="0"/>
                  </a:moveTo>
                  <a:lnTo>
                    <a:pt x="33" y="0"/>
                  </a:lnTo>
                  <a:lnTo>
                    <a:pt x="22" y="23"/>
                  </a:lnTo>
                  <a:lnTo>
                    <a:pt x="17" y="33"/>
                  </a:lnTo>
                  <a:lnTo>
                    <a:pt x="6" y="42"/>
                  </a:lnTo>
                  <a:lnTo>
                    <a:pt x="0" y="51"/>
                  </a:lnTo>
                  <a:lnTo>
                    <a:pt x="6" y="51"/>
                  </a:lnTo>
                  <a:lnTo>
                    <a:pt x="17" y="47"/>
                  </a:lnTo>
                  <a:lnTo>
                    <a:pt x="33" y="37"/>
                  </a:lnTo>
                  <a:lnTo>
                    <a:pt x="39" y="33"/>
                  </a:lnTo>
                  <a:lnTo>
                    <a:pt x="28" y="1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472" y="2877"/>
              <a:ext cx="701" cy="633"/>
            </a:xfrm>
            <a:custGeom>
              <a:rect b="b" l="l" r="r" t="t"/>
              <a:pathLst>
                <a:path extrusionOk="0" h="633" w="701">
                  <a:moveTo>
                    <a:pt x="239" y="601"/>
                  </a:moveTo>
                  <a:lnTo>
                    <a:pt x="239" y="601"/>
                  </a:lnTo>
                  <a:lnTo>
                    <a:pt x="228" y="578"/>
                  </a:lnTo>
                  <a:lnTo>
                    <a:pt x="189" y="522"/>
                  </a:lnTo>
                  <a:lnTo>
                    <a:pt x="150" y="458"/>
                  </a:lnTo>
                  <a:lnTo>
                    <a:pt x="139" y="430"/>
                  </a:lnTo>
                  <a:lnTo>
                    <a:pt x="133" y="402"/>
                  </a:lnTo>
                  <a:lnTo>
                    <a:pt x="133" y="347"/>
                  </a:lnTo>
                  <a:lnTo>
                    <a:pt x="128" y="273"/>
                  </a:lnTo>
                  <a:lnTo>
                    <a:pt x="122" y="231"/>
                  </a:lnTo>
                  <a:lnTo>
                    <a:pt x="111" y="199"/>
                  </a:lnTo>
                  <a:lnTo>
                    <a:pt x="94" y="171"/>
                  </a:lnTo>
                  <a:lnTo>
                    <a:pt x="72" y="152"/>
                  </a:lnTo>
                  <a:lnTo>
                    <a:pt x="28" y="125"/>
                  </a:lnTo>
                  <a:lnTo>
                    <a:pt x="5" y="101"/>
                  </a:lnTo>
                  <a:lnTo>
                    <a:pt x="0" y="92"/>
                  </a:lnTo>
                  <a:lnTo>
                    <a:pt x="0" y="83"/>
                  </a:lnTo>
                  <a:lnTo>
                    <a:pt x="11" y="74"/>
                  </a:lnTo>
                  <a:lnTo>
                    <a:pt x="28" y="64"/>
                  </a:lnTo>
                  <a:lnTo>
                    <a:pt x="50" y="64"/>
                  </a:lnTo>
                  <a:lnTo>
                    <a:pt x="72" y="64"/>
                  </a:lnTo>
                  <a:lnTo>
                    <a:pt x="94" y="64"/>
                  </a:lnTo>
                  <a:lnTo>
                    <a:pt x="111" y="74"/>
                  </a:lnTo>
                  <a:lnTo>
                    <a:pt x="128" y="83"/>
                  </a:lnTo>
                  <a:lnTo>
                    <a:pt x="139" y="97"/>
                  </a:lnTo>
                  <a:lnTo>
                    <a:pt x="161" y="129"/>
                  </a:lnTo>
                  <a:lnTo>
                    <a:pt x="178" y="162"/>
                  </a:lnTo>
                  <a:lnTo>
                    <a:pt x="183" y="180"/>
                  </a:lnTo>
                  <a:lnTo>
                    <a:pt x="189" y="189"/>
                  </a:lnTo>
                  <a:lnTo>
                    <a:pt x="195" y="194"/>
                  </a:lnTo>
                  <a:lnTo>
                    <a:pt x="222" y="203"/>
                  </a:lnTo>
                  <a:lnTo>
                    <a:pt x="256" y="203"/>
                  </a:lnTo>
                  <a:lnTo>
                    <a:pt x="289" y="199"/>
                  </a:lnTo>
                  <a:lnTo>
                    <a:pt x="328" y="185"/>
                  </a:lnTo>
                  <a:lnTo>
                    <a:pt x="367" y="166"/>
                  </a:lnTo>
                  <a:lnTo>
                    <a:pt x="445" y="129"/>
                  </a:lnTo>
                  <a:lnTo>
                    <a:pt x="501" y="101"/>
                  </a:lnTo>
                  <a:lnTo>
                    <a:pt x="523" y="88"/>
                  </a:lnTo>
                  <a:lnTo>
                    <a:pt x="540" y="74"/>
                  </a:lnTo>
                  <a:lnTo>
                    <a:pt x="567" y="41"/>
                  </a:lnTo>
                  <a:lnTo>
                    <a:pt x="595" y="18"/>
                  </a:lnTo>
                  <a:lnTo>
                    <a:pt x="612" y="9"/>
                  </a:lnTo>
                  <a:lnTo>
                    <a:pt x="629" y="4"/>
                  </a:lnTo>
                  <a:lnTo>
                    <a:pt x="651" y="0"/>
                  </a:lnTo>
                  <a:lnTo>
                    <a:pt x="668" y="4"/>
                  </a:lnTo>
                  <a:lnTo>
                    <a:pt x="684" y="9"/>
                  </a:lnTo>
                  <a:lnTo>
                    <a:pt x="695" y="14"/>
                  </a:lnTo>
                  <a:lnTo>
                    <a:pt x="701" y="27"/>
                  </a:lnTo>
                  <a:lnTo>
                    <a:pt x="701" y="37"/>
                  </a:lnTo>
                  <a:lnTo>
                    <a:pt x="695" y="55"/>
                  </a:lnTo>
                  <a:lnTo>
                    <a:pt x="684" y="69"/>
                  </a:lnTo>
                  <a:lnTo>
                    <a:pt x="640" y="120"/>
                  </a:lnTo>
                  <a:lnTo>
                    <a:pt x="612" y="152"/>
                  </a:lnTo>
                  <a:lnTo>
                    <a:pt x="590" y="175"/>
                  </a:lnTo>
                  <a:lnTo>
                    <a:pt x="579" y="180"/>
                  </a:lnTo>
                  <a:lnTo>
                    <a:pt x="567" y="185"/>
                  </a:lnTo>
                  <a:lnTo>
                    <a:pt x="579" y="194"/>
                  </a:lnTo>
                  <a:lnTo>
                    <a:pt x="590" y="212"/>
                  </a:lnTo>
                  <a:lnTo>
                    <a:pt x="595" y="231"/>
                  </a:lnTo>
                  <a:lnTo>
                    <a:pt x="595" y="245"/>
                  </a:lnTo>
                  <a:lnTo>
                    <a:pt x="590" y="254"/>
                  </a:lnTo>
                  <a:lnTo>
                    <a:pt x="584" y="259"/>
                  </a:lnTo>
                  <a:lnTo>
                    <a:pt x="595" y="268"/>
                  </a:lnTo>
                  <a:lnTo>
                    <a:pt x="601" y="282"/>
                  </a:lnTo>
                  <a:lnTo>
                    <a:pt x="606" y="300"/>
                  </a:lnTo>
                  <a:lnTo>
                    <a:pt x="612" y="319"/>
                  </a:lnTo>
                  <a:lnTo>
                    <a:pt x="606" y="347"/>
                  </a:lnTo>
                  <a:lnTo>
                    <a:pt x="601" y="347"/>
                  </a:lnTo>
                  <a:lnTo>
                    <a:pt x="612" y="365"/>
                  </a:lnTo>
                  <a:lnTo>
                    <a:pt x="618" y="379"/>
                  </a:lnTo>
                  <a:lnTo>
                    <a:pt x="618" y="397"/>
                  </a:lnTo>
                  <a:lnTo>
                    <a:pt x="612" y="425"/>
                  </a:lnTo>
                  <a:lnTo>
                    <a:pt x="590" y="453"/>
                  </a:lnTo>
                  <a:lnTo>
                    <a:pt x="562" y="485"/>
                  </a:lnTo>
                  <a:lnTo>
                    <a:pt x="529" y="513"/>
                  </a:lnTo>
                  <a:lnTo>
                    <a:pt x="506" y="536"/>
                  </a:lnTo>
                  <a:lnTo>
                    <a:pt x="484" y="559"/>
                  </a:lnTo>
                  <a:lnTo>
                    <a:pt x="473" y="582"/>
                  </a:lnTo>
                  <a:lnTo>
                    <a:pt x="467" y="601"/>
                  </a:lnTo>
                  <a:lnTo>
                    <a:pt x="462" y="610"/>
                  </a:lnTo>
                  <a:lnTo>
                    <a:pt x="451" y="619"/>
                  </a:lnTo>
                  <a:lnTo>
                    <a:pt x="417" y="629"/>
                  </a:lnTo>
                  <a:lnTo>
                    <a:pt x="378" y="633"/>
                  </a:lnTo>
                  <a:lnTo>
                    <a:pt x="334" y="633"/>
                  </a:lnTo>
                  <a:lnTo>
                    <a:pt x="295" y="629"/>
                  </a:lnTo>
                  <a:lnTo>
                    <a:pt x="267" y="619"/>
                  </a:lnTo>
                  <a:lnTo>
                    <a:pt x="245" y="610"/>
                  </a:lnTo>
                  <a:lnTo>
                    <a:pt x="239" y="606"/>
                  </a:lnTo>
                  <a:lnTo>
                    <a:pt x="239" y="6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527" y="2877"/>
              <a:ext cx="646" cy="633"/>
            </a:xfrm>
            <a:custGeom>
              <a:rect b="b" l="l" r="r" t="t"/>
              <a:pathLst>
                <a:path extrusionOk="0" h="633" w="646">
                  <a:moveTo>
                    <a:pt x="0" y="60"/>
                  </a:moveTo>
                  <a:lnTo>
                    <a:pt x="0" y="60"/>
                  </a:lnTo>
                  <a:lnTo>
                    <a:pt x="23" y="74"/>
                  </a:lnTo>
                  <a:lnTo>
                    <a:pt x="39" y="88"/>
                  </a:lnTo>
                  <a:lnTo>
                    <a:pt x="51" y="106"/>
                  </a:lnTo>
                  <a:lnTo>
                    <a:pt x="62" y="125"/>
                  </a:lnTo>
                  <a:lnTo>
                    <a:pt x="73" y="157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89" y="194"/>
                  </a:lnTo>
                  <a:lnTo>
                    <a:pt x="117" y="203"/>
                  </a:lnTo>
                  <a:lnTo>
                    <a:pt x="134" y="203"/>
                  </a:lnTo>
                  <a:lnTo>
                    <a:pt x="156" y="203"/>
                  </a:lnTo>
                  <a:lnTo>
                    <a:pt x="134" y="194"/>
                  </a:lnTo>
                  <a:lnTo>
                    <a:pt x="128" y="180"/>
                  </a:lnTo>
                  <a:lnTo>
                    <a:pt x="123" y="162"/>
                  </a:lnTo>
                  <a:lnTo>
                    <a:pt x="106" y="129"/>
                  </a:lnTo>
                  <a:lnTo>
                    <a:pt x="89" y="101"/>
                  </a:lnTo>
                  <a:lnTo>
                    <a:pt x="67" y="78"/>
                  </a:lnTo>
                  <a:lnTo>
                    <a:pt x="34" y="64"/>
                  </a:lnTo>
                  <a:lnTo>
                    <a:pt x="17" y="64"/>
                  </a:lnTo>
                  <a:lnTo>
                    <a:pt x="0" y="60"/>
                  </a:lnTo>
                  <a:close/>
                  <a:moveTo>
                    <a:pt x="290" y="633"/>
                  </a:moveTo>
                  <a:lnTo>
                    <a:pt x="290" y="633"/>
                  </a:lnTo>
                  <a:lnTo>
                    <a:pt x="329" y="633"/>
                  </a:lnTo>
                  <a:lnTo>
                    <a:pt x="362" y="629"/>
                  </a:lnTo>
                  <a:lnTo>
                    <a:pt x="396" y="619"/>
                  </a:lnTo>
                  <a:lnTo>
                    <a:pt x="407" y="610"/>
                  </a:lnTo>
                  <a:lnTo>
                    <a:pt x="412" y="601"/>
                  </a:lnTo>
                  <a:lnTo>
                    <a:pt x="418" y="582"/>
                  </a:lnTo>
                  <a:lnTo>
                    <a:pt x="429" y="559"/>
                  </a:lnTo>
                  <a:lnTo>
                    <a:pt x="451" y="536"/>
                  </a:lnTo>
                  <a:lnTo>
                    <a:pt x="474" y="513"/>
                  </a:lnTo>
                  <a:lnTo>
                    <a:pt x="507" y="485"/>
                  </a:lnTo>
                  <a:lnTo>
                    <a:pt x="535" y="453"/>
                  </a:lnTo>
                  <a:lnTo>
                    <a:pt x="557" y="425"/>
                  </a:lnTo>
                  <a:lnTo>
                    <a:pt x="563" y="397"/>
                  </a:lnTo>
                  <a:lnTo>
                    <a:pt x="563" y="379"/>
                  </a:lnTo>
                  <a:lnTo>
                    <a:pt x="557" y="365"/>
                  </a:lnTo>
                  <a:lnTo>
                    <a:pt x="546" y="347"/>
                  </a:lnTo>
                  <a:lnTo>
                    <a:pt x="551" y="347"/>
                  </a:lnTo>
                  <a:lnTo>
                    <a:pt x="557" y="319"/>
                  </a:lnTo>
                  <a:lnTo>
                    <a:pt x="551" y="300"/>
                  </a:lnTo>
                  <a:lnTo>
                    <a:pt x="546" y="282"/>
                  </a:lnTo>
                  <a:lnTo>
                    <a:pt x="540" y="268"/>
                  </a:lnTo>
                  <a:lnTo>
                    <a:pt x="529" y="259"/>
                  </a:lnTo>
                  <a:lnTo>
                    <a:pt x="535" y="254"/>
                  </a:lnTo>
                  <a:lnTo>
                    <a:pt x="540" y="245"/>
                  </a:lnTo>
                  <a:lnTo>
                    <a:pt x="540" y="231"/>
                  </a:lnTo>
                  <a:lnTo>
                    <a:pt x="535" y="212"/>
                  </a:lnTo>
                  <a:lnTo>
                    <a:pt x="524" y="194"/>
                  </a:lnTo>
                  <a:lnTo>
                    <a:pt x="512" y="185"/>
                  </a:lnTo>
                  <a:lnTo>
                    <a:pt x="524" y="180"/>
                  </a:lnTo>
                  <a:lnTo>
                    <a:pt x="535" y="175"/>
                  </a:lnTo>
                  <a:lnTo>
                    <a:pt x="557" y="152"/>
                  </a:lnTo>
                  <a:lnTo>
                    <a:pt x="585" y="120"/>
                  </a:lnTo>
                  <a:lnTo>
                    <a:pt x="629" y="69"/>
                  </a:lnTo>
                  <a:lnTo>
                    <a:pt x="640" y="55"/>
                  </a:lnTo>
                  <a:lnTo>
                    <a:pt x="646" y="37"/>
                  </a:lnTo>
                  <a:lnTo>
                    <a:pt x="646" y="27"/>
                  </a:lnTo>
                  <a:lnTo>
                    <a:pt x="640" y="14"/>
                  </a:lnTo>
                  <a:lnTo>
                    <a:pt x="629" y="9"/>
                  </a:lnTo>
                  <a:lnTo>
                    <a:pt x="613" y="4"/>
                  </a:lnTo>
                  <a:lnTo>
                    <a:pt x="596" y="0"/>
                  </a:lnTo>
                  <a:lnTo>
                    <a:pt x="574" y="4"/>
                  </a:lnTo>
                  <a:lnTo>
                    <a:pt x="557" y="9"/>
                  </a:lnTo>
                  <a:lnTo>
                    <a:pt x="540" y="14"/>
                  </a:lnTo>
                  <a:lnTo>
                    <a:pt x="563" y="14"/>
                  </a:lnTo>
                  <a:lnTo>
                    <a:pt x="579" y="18"/>
                  </a:lnTo>
                  <a:lnTo>
                    <a:pt x="590" y="27"/>
                  </a:lnTo>
                  <a:lnTo>
                    <a:pt x="602" y="32"/>
                  </a:lnTo>
                  <a:lnTo>
                    <a:pt x="607" y="46"/>
                  </a:lnTo>
                  <a:lnTo>
                    <a:pt x="602" y="55"/>
                  </a:lnTo>
                  <a:lnTo>
                    <a:pt x="596" y="69"/>
                  </a:lnTo>
                  <a:lnTo>
                    <a:pt x="585" y="83"/>
                  </a:lnTo>
                  <a:lnTo>
                    <a:pt x="540" y="134"/>
                  </a:lnTo>
                  <a:lnTo>
                    <a:pt x="512" y="166"/>
                  </a:lnTo>
                  <a:lnTo>
                    <a:pt x="490" y="185"/>
                  </a:lnTo>
                  <a:lnTo>
                    <a:pt x="474" y="189"/>
                  </a:lnTo>
                  <a:lnTo>
                    <a:pt x="462" y="194"/>
                  </a:lnTo>
                  <a:lnTo>
                    <a:pt x="474" y="208"/>
                  </a:lnTo>
                  <a:lnTo>
                    <a:pt x="485" y="222"/>
                  </a:lnTo>
                  <a:lnTo>
                    <a:pt x="490" y="240"/>
                  </a:lnTo>
                  <a:lnTo>
                    <a:pt x="485" y="259"/>
                  </a:lnTo>
                  <a:lnTo>
                    <a:pt x="479" y="268"/>
                  </a:lnTo>
                  <a:lnTo>
                    <a:pt x="474" y="268"/>
                  </a:lnTo>
                  <a:lnTo>
                    <a:pt x="474" y="273"/>
                  </a:lnTo>
                  <a:lnTo>
                    <a:pt x="485" y="277"/>
                  </a:lnTo>
                  <a:lnTo>
                    <a:pt x="490" y="291"/>
                  </a:lnTo>
                  <a:lnTo>
                    <a:pt x="496" y="310"/>
                  </a:lnTo>
                  <a:lnTo>
                    <a:pt x="496" y="333"/>
                  </a:lnTo>
                  <a:lnTo>
                    <a:pt x="490" y="356"/>
                  </a:lnTo>
                  <a:lnTo>
                    <a:pt x="490" y="360"/>
                  </a:lnTo>
                  <a:lnTo>
                    <a:pt x="496" y="374"/>
                  </a:lnTo>
                  <a:lnTo>
                    <a:pt x="501" y="393"/>
                  </a:lnTo>
                  <a:lnTo>
                    <a:pt x="501" y="411"/>
                  </a:lnTo>
                  <a:lnTo>
                    <a:pt x="490" y="434"/>
                  </a:lnTo>
                  <a:lnTo>
                    <a:pt x="468" y="467"/>
                  </a:lnTo>
                  <a:lnTo>
                    <a:pt x="440" y="495"/>
                  </a:lnTo>
                  <a:lnTo>
                    <a:pt x="407" y="522"/>
                  </a:lnTo>
                  <a:lnTo>
                    <a:pt x="379" y="545"/>
                  </a:lnTo>
                  <a:lnTo>
                    <a:pt x="362" y="569"/>
                  </a:lnTo>
                  <a:lnTo>
                    <a:pt x="345" y="587"/>
                  </a:lnTo>
                  <a:lnTo>
                    <a:pt x="340" y="610"/>
                  </a:lnTo>
                  <a:lnTo>
                    <a:pt x="334" y="619"/>
                  </a:lnTo>
                  <a:lnTo>
                    <a:pt x="318" y="624"/>
                  </a:lnTo>
                  <a:lnTo>
                    <a:pt x="290" y="633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388" y="2854"/>
              <a:ext cx="579" cy="152"/>
            </a:xfrm>
            <a:custGeom>
              <a:rect b="b" l="l" r="r" t="t"/>
              <a:pathLst>
                <a:path extrusionOk="0" h="152" w="579">
                  <a:moveTo>
                    <a:pt x="579" y="111"/>
                  </a:moveTo>
                  <a:lnTo>
                    <a:pt x="579" y="111"/>
                  </a:lnTo>
                  <a:lnTo>
                    <a:pt x="551" y="124"/>
                  </a:lnTo>
                  <a:lnTo>
                    <a:pt x="523" y="134"/>
                  </a:lnTo>
                  <a:lnTo>
                    <a:pt x="490" y="143"/>
                  </a:lnTo>
                  <a:lnTo>
                    <a:pt x="451" y="152"/>
                  </a:lnTo>
                  <a:lnTo>
                    <a:pt x="407" y="152"/>
                  </a:lnTo>
                  <a:lnTo>
                    <a:pt x="368" y="148"/>
                  </a:lnTo>
                  <a:lnTo>
                    <a:pt x="345" y="138"/>
                  </a:lnTo>
                  <a:lnTo>
                    <a:pt x="329" y="129"/>
                  </a:lnTo>
                  <a:lnTo>
                    <a:pt x="262" y="87"/>
                  </a:lnTo>
                  <a:lnTo>
                    <a:pt x="206" y="50"/>
                  </a:lnTo>
                  <a:lnTo>
                    <a:pt x="178" y="41"/>
                  </a:lnTo>
                  <a:lnTo>
                    <a:pt x="151" y="32"/>
                  </a:lnTo>
                  <a:lnTo>
                    <a:pt x="123" y="32"/>
                  </a:lnTo>
                  <a:lnTo>
                    <a:pt x="89" y="41"/>
                  </a:lnTo>
                  <a:lnTo>
                    <a:pt x="0" y="64"/>
                  </a:lnTo>
                  <a:lnTo>
                    <a:pt x="11" y="50"/>
                  </a:lnTo>
                  <a:lnTo>
                    <a:pt x="23" y="37"/>
                  </a:lnTo>
                  <a:lnTo>
                    <a:pt x="39" y="23"/>
                  </a:lnTo>
                  <a:lnTo>
                    <a:pt x="67" y="9"/>
                  </a:lnTo>
                  <a:lnTo>
                    <a:pt x="95" y="4"/>
                  </a:lnTo>
                  <a:lnTo>
                    <a:pt x="128" y="0"/>
                  </a:lnTo>
                  <a:lnTo>
                    <a:pt x="173" y="9"/>
                  </a:lnTo>
                  <a:lnTo>
                    <a:pt x="212" y="27"/>
                  </a:lnTo>
                  <a:lnTo>
                    <a:pt x="251" y="46"/>
                  </a:lnTo>
                  <a:lnTo>
                    <a:pt x="312" y="87"/>
                  </a:lnTo>
                  <a:lnTo>
                    <a:pt x="368" y="120"/>
                  </a:lnTo>
                  <a:lnTo>
                    <a:pt x="390" y="129"/>
                  </a:lnTo>
                  <a:lnTo>
                    <a:pt x="418" y="134"/>
                  </a:lnTo>
                  <a:lnTo>
                    <a:pt x="440" y="138"/>
                  </a:lnTo>
                  <a:lnTo>
                    <a:pt x="468" y="134"/>
                  </a:lnTo>
                  <a:lnTo>
                    <a:pt x="518" y="129"/>
                  </a:lnTo>
                  <a:lnTo>
                    <a:pt x="579" y="111"/>
                  </a:lnTo>
                  <a:close/>
                </a:path>
              </a:pathLst>
            </a:custGeom>
            <a:solidFill>
              <a:srgbClr val="B024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3355" y="2872"/>
              <a:ext cx="83" cy="83"/>
            </a:xfrm>
            <a:custGeom>
              <a:rect b="b" l="l" r="r" t="t"/>
              <a:pathLst>
                <a:path extrusionOk="0" h="83" w="83">
                  <a:moveTo>
                    <a:pt x="78" y="79"/>
                  </a:moveTo>
                  <a:lnTo>
                    <a:pt x="78" y="79"/>
                  </a:lnTo>
                  <a:lnTo>
                    <a:pt x="61" y="83"/>
                  </a:lnTo>
                  <a:lnTo>
                    <a:pt x="44" y="79"/>
                  </a:lnTo>
                  <a:lnTo>
                    <a:pt x="33" y="69"/>
                  </a:lnTo>
                  <a:lnTo>
                    <a:pt x="17" y="56"/>
                  </a:lnTo>
                  <a:lnTo>
                    <a:pt x="5" y="37"/>
                  </a:lnTo>
                  <a:lnTo>
                    <a:pt x="0" y="23"/>
                  </a:lnTo>
                  <a:lnTo>
                    <a:pt x="0" y="9"/>
                  </a:lnTo>
                  <a:lnTo>
                    <a:pt x="5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28" y="5"/>
                  </a:lnTo>
                  <a:lnTo>
                    <a:pt x="28" y="23"/>
                  </a:lnTo>
                  <a:lnTo>
                    <a:pt x="39" y="37"/>
                  </a:lnTo>
                  <a:lnTo>
                    <a:pt x="56" y="51"/>
                  </a:lnTo>
                  <a:lnTo>
                    <a:pt x="83" y="60"/>
                  </a:lnTo>
                  <a:lnTo>
                    <a:pt x="83" y="69"/>
                  </a:lnTo>
                  <a:lnTo>
                    <a:pt x="83" y="74"/>
                  </a:lnTo>
                  <a:lnTo>
                    <a:pt x="78" y="79"/>
                  </a:lnTo>
                  <a:close/>
                </a:path>
              </a:pathLst>
            </a:custGeom>
            <a:solidFill>
              <a:srgbClr val="B024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3349" y="2109"/>
              <a:ext cx="368" cy="287"/>
            </a:xfrm>
            <a:custGeom>
              <a:rect b="b" l="l" r="r" t="t"/>
              <a:pathLst>
                <a:path extrusionOk="0" h="287" w="368">
                  <a:moveTo>
                    <a:pt x="240" y="14"/>
                  </a:moveTo>
                  <a:lnTo>
                    <a:pt x="240" y="14"/>
                  </a:lnTo>
                  <a:lnTo>
                    <a:pt x="223" y="5"/>
                  </a:lnTo>
                  <a:lnTo>
                    <a:pt x="201" y="0"/>
                  </a:lnTo>
                  <a:lnTo>
                    <a:pt x="178" y="0"/>
                  </a:lnTo>
                  <a:lnTo>
                    <a:pt x="156" y="5"/>
                  </a:lnTo>
                  <a:lnTo>
                    <a:pt x="134" y="19"/>
                  </a:lnTo>
                  <a:lnTo>
                    <a:pt x="112" y="37"/>
                  </a:lnTo>
                  <a:lnTo>
                    <a:pt x="95" y="60"/>
                  </a:lnTo>
                  <a:lnTo>
                    <a:pt x="73" y="88"/>
                  </a:lnTo>
                  <a:lnTo>
                    <a:pt x="50" y="139"/>
                  </a:lnTo>
                  <a:lnTo>
                    <a:pt x="28" y="180"/>
                  </a:lnTo>
                  <a:lnTo>
                    <a:pt x="11" y="245"/>
                  </a:lnTo>
                  <a:lnTo>
                    <a:pt x="0" y="282"/>
                  </a:lnTo>
                  <a:lnTo>
                    <a:pt x="0" y="287"/>
                  </a:lnTo>
                  <a:lnTo>
                    <a:pt x="23" y="245"/>
                  </a:lnTo>
                  <a:lnTo>
                    <a:pt x="39" y="204"/>
                  </a:lnTo>
                  <a:lnTo>
                    <a:pt x="67" y="157"/>
                  </a:lnTo>
                  <a:lnTo>
                    <a:pt x="100" y="111"/>
                  </a:lnTo>
                  <a:lnTo>
                    <a:pt x="123" y="93"/>
                  </a:lnTo>
                  <a:lnTo>
                    <a:pt x="139" y="79"/>
                  </a:lnTo>
                  <a:lnTo>
                    <a:pt x="162" y="69"/>
                  </a:lnTo>
                  <a:lnTo>
                    <a:pt x="184" y="60"/>
                  </a:lnTo>
                  <a:lnTo>
                    <a:pt x="206" y="60"/>
                  </a:lnTo>
                  <a:lnTo>
                    <a:pt x="229" y="65"/>
                  </a:lnTo>
                  <a:lnTo>
                    <a:pt x="273" y="83"/>
                  </a:lnTo>
                  <a:lnTo>
                    <a:pt x="306" y="102"/>
                  </a:lnTo>
                  <a:lnTo>
                    <a:pt x="318" y="106"/>
                  </a:lnTo>
                  <a:lnTo>
                    <a:pt x="334" y="106"/>
                  </a:lnTo>
                  <a:lnTo>
                    <a:pt x="345" y="106"/>
                  </a:lnTo>
                  <a:lnTo>
                    <a:pt x="357" y="97"/>
                  </a:lnTo>
                  <a:lnTo>
                    <a:pt x="362" y="93"/>
                  </a:lnTo>
                  <a:lnTo>
                    <a:pt x="368" y="79"/>
                  </a:lnTo>
                  <a:lnTo>
                    <a:pt x="368" y="69"/>
                  </a:lnTo>
                  <a:lnTo>
                    <a:pt x="362" y="56"/>
                  </a:lnTo>
                  <a:lnTo>
                    <a:pt x="351" y="65"/>
                  </a:lnTo>
                  <a:lnTo>
                    <a:pt x="340" y="74"/>
                  </a:lnTo>
                  <a:lnTo>
                    <a:pt x="334" y="74"/>
                  </a:lnTo>
                  <a:lnTo>
                    <a:pt x="323" y="74"/>
                  </a:lnTo>
                  <a:lnTo>
                    <a:pt x="301" y="65"/>
                  </a:lnTo>
                  <a:lnTo>
                    <a:pt x="290" y="51"/>
                  </a:lnTo>
                  <a:lnTo>
                    <a:pt x="267" y="37"/>
                  </a:lnTo>
                  <a:lnTo>
                    <a:pt x="240" y="14"/>
                  </a:lnTo>
                  <a:close/>
                </a:path>
              </a:pathLst>
            </a:custGeom>
            <a:solidFill>
              <a:srgbClr val="FA61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3366" y="2211"/>
              <a:ext cx="423" cy="518"/>
            </a:xfrm>
            <a:custGeom>
              <a:rect b="b" l="l" r="r" t="t"/>
              <a:pathLst>
                <a:path extrusionOk="0" h="518" w="423">
                  <a:moveTo>
                    <a:pt x="150" y="518"/>
                  </a:moveTo>
                  <a:lnTo>
                    <a:pt x="150" y="518"/>
                  </a:lnTo>
                  <a:lnTo>
                    <a:pt x="178" y="504"/>
                  </a:lnTo>
                  <a:lnTo>
                    <a:pt x="206" y="495"/>
                  </a:lnTo>
                  <a:lnTo>
                    <a:pt x="256" y="485"/>
                  </a:lnTo>
                  <a:lnTo>
                    <a:pt x="306" y="485"/>
                  </a:lnTo>
                  <a:lnTo>
                    <a:pt x="351" y="490"/>
                  </a:lnTo>
                  <a:lnTo>
                    <a:pt x="367" y="467"/>
                  </a:lnTo>
                  <a:lnTo>
                    <a:pt x="390" y="439"/>
                  </a:lnTo>
                  <a:lnTo>
                    <a:pt x="401" y="411"/>
                  </a:lnTo>
                  <a:lnTo>
                    <a:pt x="412" y="379"/>
                  </a:lnTo>
                  <a:lnTo>
                    <a:pt x="423" y="342"/>
                  </a:lnTo>
                  <a:lnTo>
                    <a:pt x="423" y="305"/>
                  </a:lnTo>
                  <a:lnTo>
                    <a:pt x="423" y="268"/>
                  </a:lnTo>
                  <a:lnTo>
                    <a:pt x="423" y="231"/>
                  </a:lnTo>
                  <a:lnTo>
                    <a:pt x="406" y="176"/>
                  </a:lnTo>
                  <a:lnTo>
                    <a:pt x="384" y="129"/>
                  </a:lnTo>
                  <a:lnTo>
                    <a:pt x="356" y="88"/>
                  </a:lnTo>
                  <a:lnTo>
                    <a:pt x="328" y="55"/>
                  </a:lnTo>
                  <a:lnTo>
                    <a:pt x="289" y="28"/>
                  </a:lnTo>
                  <a:lnTo>
                    <a:pt x="250" y="9"/>
                  </a:lnTo>
                  <a:lnTo>
                    <a:pt x="212" y="0"/>
                  </a:lnTo>
                  <a:lnTo>
                    <a:pt x="189" y="0"/>
                  </a:lnTo>
                  <a:lnTo>
                    <a:pt x="167" y="4"/>
                  </a:lnTo>
                  <a:lnTo>
                    <a:pt x="128" y="18"/>
                  </a:lnTo>
                  <a:lnTo>
                    <a:pt x="89" y="41"/>
                  </a:lnTo>
                  <a:lnTo>
                    <a:pt x="61" y="69"/>
                  </a:lnTo>
                  <a:lnTo>
                    <a:pt x="33" y="111"/>
                  </a:lnTo>
                  <a:lnTo>
                    <a:pt x="17" y="152"/>
                  </a:lnTo>
                  <a:lnTo>
                    <a:pt x="6" y="203"/>
                  </a:lnTo>
                  <a:lnTo>
                    <a:pt x="0" y="254"/>
                  </a:lnTo>
                  <a:lnTo>
                    <a:pt x="6" y="310"/>
                  </a:lnTo>
                  <a:lnTo>
                    <a:pt x="17" y="342"/>
                  </a:lnTo>
                  <a:lnTo>
                    <a:pt x="28" y="379"/>
                  </a:lnTo>
                  <a:lnTo>
                    <a:pt x="45" y="407"/>
                  </a:lnTo>
                  <a:lnTo>
                    <a:pt x="61" y="439"/>
                  </a:lnTo>
                  <a:lnTo>
                    <a:pt x="78" y="462"/>
                  </a:lnTo>
                  <a:lnTo>
                    <a:pt x="100" y="485"/>
                  </a:lnTo>
                  <a:lnTo>
                    <a:pt x="128" y="504"/>
                  </a:lnTo>
                  <a:lnTo>
                    <a:pt x="150" y="518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3399" y="2262"/>
              <a:ext cx="357" cy="485"/>
            </a:xfrm>
            <a:custGeom>
              <a:rect b="b" l="l" r="r" t="t"/>
              <a:pathLst>
                <a:path extrusionOk="0" h="485" w="357">
                  <a:moveTo>
                    <a:pt x="140" y="4"/>
                  </a:moveTo>
                  <a:lnTo>
                    <a:pt x="140" y="4"/>
                  </a:lnTo>
                  <a:lnTo>
                    <a:pt x="173" y="0"/>
                  </a:lnTo>
                  <a:lnTo>
                    <a:pt x="212" y="9"/>
                  </a:lnTo>
                  <a:lnTo>
                    <a:pt x="245" y="27"/>
                  </a:lnTo>
                  <a:lnTo>
                    <a:pt x="273" y="51"/>
                  </a:lnTo>
                  <a:lnTo>
                    <a:pt x="301" y="83"/>
                  </a:lnTo>
                  <a:lnTo>
                    <a:pt x="323" y="120"/>
                  </a:lnTo>
                  <a:lnTo>
                    <a:pt x="345" y="166"/>
                  </a:lnTo>
                  <a:lnTo>
                    <a:pt x="357" y="217"/>
                  </a:lnTo>
                  <a:lnTo>
                    <a:pt x="357" y="249"/>
                  </a:lnTo>
                  <a:lnTo>
                    <a:pt x="357" y="286"/>
                  </a:lnTo>
                  <a:lnTo>
                    <a:pt x="357" y="319"/>
                  </a:lnTo>
                  <a:lnTo>
                    <a:pt x="351" y="351"/>
                  </a:lnTo>
                  <a:lnTo>
                    <a:pt x="340" y="384"/>
                  </a:lnTo>
                  <a:lnTo>
                    <a:pt x="329" y="411"/>
                  </a:lnTo>
                  <a:lnTo>
                    <a:pt x="312" y="434"/>
                  </a:lnTo>
                  <a:lnTo>
                    <a:pt x="295" y="458"/>
                  </a:lnTo>
                  <a:lnTo>
                    <a:pt x="256" y="453"/>
                  </a:lnTo>
                  <a:lnTo>
                    <a:pt x="217" y="453"/>
                  </a:lnTo>
                  <a:lnTo>
                    <a:pt x="173" y="462"/>
                  </a:lnTo>
                  <a:lnTo>
                    <a:pt x="151" y="471"/>
                  </a:lnTo>
                  <a:lnTo>
                    <a:pt x="123" y="485"/>
                  </a:lnTo>
                  <a:lnTo>
                    <a:pt x="106" y="471"/>
                  </a:lnTo>
                  <a:lnTo>
                    <a:pt x="84" y="453"/>
                  </a:lnTo>
                  <a:lnTo>
                    <a:pt x="67" y="430"/>
                  </a:lnTo>
                  <a:lnTo>
                    <a:pt x="50" y="407"/>
                  </a:lnTo>
                  <a:lnTo>
                    <a:pt x="23" y="351"/>
                  </a:lnTo>
                  <a:lnTo>
                    <a:pt x="12" y="323"/>
                  </a:lnTo>
                  <a:lnTo>
                    <a:pt x="6" y="286"/>
                  </a:lnTo>
                  <a:lnTo>
                    <a:pt x="0" y="236"/>
                  </a:lnTo>
                  <a:lnTo>
                    <a:pt x="0" y="189"/>
                  </a:lnTo>
                  <a:lnTo>
                    <a:pt x="12" y="143"/>
                  </a:lnTo>
                  <a:lnTo>
                    <a:pt x="28" y="101"/>
                  </a:lnTo>
                  <a:lnTo>
                    <a:pt x="45" y="64"/>
                  </a:lnTo>
                  <a:lnTo>
                    <a:pt x="73" y="37"/>
                  </a:lnTo>
                  <a:lnTo>
                    <a:pt x="106" y="18"/>
                  </a:lnTo>
                  <a:lnTo>
                    <a:pt x="140" y="4"/>
                  </a:lnTo>
                  <a:close/>
                </a:path>
              </a:pathLst>
            </a:custGeom>
            <a:solidFill>
              <a:srgbClr val="FF7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3416" y="2289"/>
              <a:ext cx="317" cy="444"/>
            </a:xfrm>
            <a:custGeom>
              <a:rect b="b" l="l" r="r" t="t"/>
              <a:pathLst>
                <a:path extrusionOk="0" h="444" w="317">
                  <a:moveTo>
                    <a:pt x="134" y="0"/>
                  </a:moveTo>
                  <a:lnTo>
                    <a:pt x="134" y="0"/>
                  </a:lnTo>
                  <a:lnTo>
                    <a:pt x="167" y="5"/>
                  </a:lnTo>
                  <a:lnTo>
                    <a:pt x="195" y="14"/>
                  </a:lnTo>
                  <a:lnTo>
                    <a:pt x="223" y="33"/>
                  </a:lnTo>
                  <a:lnTo>
                    <a:pt x="251" y="56"/>
                  </a:lnTo>
                  <a:lnTo>
                    <a:pt x="273" y="88"/>
                  </a:lnTo>
                  <a:lnTo>
                    <a:pt x="295" y="125"/>
                  </a:lnTo>
                  <a:lnTo>
                    <a:pt x="306" y="167"/>
                  </a:lnTo>
                  <a:lnTo>
                    <a:pt x="317" y="209"/>
                  </a:lnTo>
                  <a:lnTo>
                    <a:pt x="317" y="246"/>
                  </a:lnTo>
                  <a:lnTo>
                    <a:pt x="317" y="278"/>
                  </a:lnTo>
                  <a:lnTo>
                    <a:pt x="312" y="310"/>
                  </a:lnTo>
                  <a:lnTo>
                    <a:pt x="306" y="338"/>
                  </a:lnTo>
                  <a:lnTo>
                    <a:pt x="295" y="366"/>
                  </a:lnTo>
                  <a:lnTo>
                    <a:pt x="284" y="389"/>
                  </a:lnTo>
                  <a:lnTo>
                    <a:pt x="267" y="407"/>
                  </a:lnTo>
                  <a:lnTo>
                    <a:pt x="245" y="426"/>
                  </a:lnTo>
                  <a:lnTo>
                    <a:pt x="223" y="426"/>
                  </a:lnTo>
                  <a:lnTo>
                    <a:pt x="195" y="426"/>
                  </a:lnTo>
                  <a:lnTo>
                    <a:pt x="167" y="431"/>
                  </a:lnTo>
                  <a:lnTo>
                    <a:pt x="134" y="444"/>
                  </a:lnTo>
                  <a:lnTo>
                    <a:pt x="111" y="431"/>
                  </a:lnTo>
                  <a:lnTo>
                    <a:pt x="89" y="417"/>
                  </a:lnTo>
                  <a:lnTo>
                    <a:pt x="67" y="394"/>
                  </a:lnTo>
                  <a:lnTo>
                    <a:pt x="50" y="370"/>
                  </a:lnTo>
                  <a:lnTo>
                    <a:pt x="33" y="343"/>
                  </a:lnTo>
                  <a:lnTo>
                    <a:pt x="22" y="310"/>
                  </a:lnTo>
                  <a:lnTo>
                    <a:pt x="11" y="278"/>
                  </a:lnTo>
                  <a:lnTo>
                    <a:pt x="6" y="241"/>
                  </a:lnTo>
                  <a:lnTo>
                    <a:pt x="0" y="195"/>
                  </a:lnTo>
                  <a:lnTo>
                    <a:pt x="6" y="153"/>
                  </a:lnTo>
                  <a:lnTo>
                    <a:pt x="17" y="116"/>
                  </a:lnTo>
                  <a:lnTo>
                    <a:pt x="33" y="79"/>
                  </a:lnTo>
                  <a:lnTo>
                    <a:pt x="50" y="51"/>
                  </a:lnTo>
                  <a:lnTo>
                    <a:pt x="72" y="28"/>
                  </a:lnTo>
                  <a:lnTo>
                    <a:pt x="100" y="10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3416" y="2289"/>
              <a:ext cx="317" cy="269"/>
            </a:xfrm>
            <a:custGeom>
              <a:rect b="b" l="l" r="r" t="t"/>
              <a:pathLst>
                <a:path extrusionOk="0" h="269" w="317">
                  <a:moveTo>
                    <a:pt x="139" y="42"/>
                  </a:moveTo>
                  <a:lnTo>
                    <a:pt x="139" y="42"/>
                  </a:lnTo>
                  <a:lnTo>
                    <a:pt x="111" y="47"/>
                  </a:lnTo>
                  <a:lnTo>
                    <a:pt x="84" y="65"/>
                  </a:lnTo>
                  <a:lnTo>
                    <a:pt x="61" y="88"/>
                  </a:lnTo>
                  <a:lnTo>
                    <a:pt x="39" y="116"/>
                  </a:lnTo>
                  <a:lnTo>
                    <a:pt x="22" y="148"/>
                  </a:lnTo>
                  <a:lnTo>
                    <a:pt x="11" y="185"/>
                  </a:lnTo>
                  <a:lnTo>
                    <a:pt x="11" y="227"/>
                  </a:lnTo>
                  <a:lnTo>
                    <a:pt x="11" y="269"/>
                  </a:lnTo>
                  <a:lnTo>
                    <a:pt x="6" y="241"/>
                  </a:lnTo>
                  <a:lnTo>
                    <a:pt x="0" y="195"/>
                  </a:lnTo>
                  <a:lnTo>
                    <a:pt x="6" y="153"/>
                  </a:lnTo>
                  <a:lnTo>
                    <a:pt x="17" y="116"/>
                  </a:lnTo>
                  <a:lnTo>
                    <a:pt x="33" y="79"/>
                  </a:lnTo>
                  <a:lnTo>
                    <a:pt x="50" y="51"/>
                  </a:lnTo>
                  <a:lnTo>
                    <a:pt x="72" y="28"/>
                  </a:lnTo>
                  <a:lnTo>
                    <a:pt x="100" y="10"/>
                  </a:lnTo>
                  <a:lnTo>
                    <a:pt x="134" y="0"/>
                  </a:lnTo>
                  <a:lnTo>
                    <a:pt x="167" y="5"/>
                  </a:lnTo>
                  <a:lnTo>
                    <a:pt x="195" y="14"/>
                  </a:lnTo>
                  <a:lnTo>
                    <a:pt x="223" y="33"/>
                  </a:lnTo>
                  <a:lnTo>
                    <a:pt x="251" y="56"/>
                  </a:lnTo>
                  <a:lnTo>
                    <a:pt x="273" y="88"/>
                  </a:lnTo>
                  <a:lnTo>
                    <a:pt x="295" y="125"/>
                  </a:lnTo>
                  <a:lnTo>
                    <a:pt x="306" y="167"/>
                  </a:lnTo>
                  <a:lnTo>
                    <a:pt x="317" y="209"/>
                  </a:lnTo>
                  <a:lnTo>
                    <a:pt x="317" y="222"/>
                  </a:lnTo>
                  <a:lnTo>
                    <a:pt x="306" y="181"/>
                  </a:lnTo>
                  <a:lnTo>
                    <a:pt x="290" y="144"/>
                  </a:lnTo>
                  <a:lnTo>
                    <a:pt x="273" y="116"/>
                  </a:lnTo>
                  <a:lnTo>
                    <a:pt x="251" y="88"/>
                  </a:lnTo>
                  <a:lnTo>
                    <a:pt x="223" y="65"/>
                  </a:lnTo>
                  <a:lnTo>
                    <a:pt x="195" y="51"/>
                  </a:lnTo>
                  <a:lnTo>
                    <a:pt x="167" y="42"/>
                  </a:lnTo>
                  <a:lnTo>
                    <a:pt x="139" y="42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444" y="2289"/>
              <a:ext cx="239" cy="264"/>
            </a:xfrm>
            <a:custGeom>
              <a:rect b="b" l="l" r="r" t="t"/>
              <a:pathLst>
                <a:path extrusionOk="0" h="264" w="239">
                  <a:moveTo>
                    <a:pt x="5" y="148"/>
                  </a:moveTo>
                  <a:lnTo>
                    <a:pt x="5" y="148"/>
                  </a:lnTo>
                  <a:lnTo>
                    <a:pt x="11" y="172"/>
                  </a:lnTo>
                  <a:lnTo>
                    <a:pt x="22" y="199"/>
                  </a:lnTo>
                  <a:lnTo>
                    <a:pt x="39" y="218"/>
                  </a:lnTo>
                  <a:lnTo>
                    <a:pt x="56" y="236"/>
                  </a:lnTo>
                  <a:lnTo>
                    <a:pt x="78" y="250"/>
                  </a:lnTo>
                  <a:lnTo>
                    <a:pt x="95" y="259"/>
                  </a:lnTo>
                  <a:lnTo>
                    <a:pt x="122" y="264"/>
                  </a:lnTo>
                  <a:lnTo>
                    <a:pt x="145" y="264"/>
                  </a:lnTo>
                  <a:lnTo>
                    <a:pt x="167" y="259"/>
                  </a:lnTo>
                  <a:lnTo>
                    <a:pt x="189" y="246"/>
                  </a:lnTo>
                  <a:lnTo>
                    <a:pt x="206" y="232"/>
                  </a:lnTo>
                  <a:lnTo>
                    <a:pt x="223" y="213"/>
                  </a:lnTo>
                  <a:lnTo>
                    <a:pt x="234" y="195"/>
                  </a:lnTo>
                  <a:lnTo>
                    <a:pt x="239" y="172"/>
                  </a:lnTo>
                  <a:lnTo>
                    <a:pt x="239" y="144"/>
                  </a:lnTo>
                  <a:lnTo>
                    <a:pt x="239" y="116"/>
                  </a:lnTo>
                  <a:lnTo>
                    <a:pt x="228" y="93"/>
                  </a:lnTo>
                  <a:lnTo>
                    <a:pt x="217" y="70"/>
                  </a:lnTo>
                  <a:lnTo>
                    <a:pt x="206" y="47"/>
                  </a:lnTo>
                  <a:lnTo>
                    <a:pt x="189" y="28"/>
                  </a:lnTo>
                  <a:lnTo>
                    <a:pt x="167" y="14"/>
                  </a:lnTo>
                  <a:lnTo>
                    <a:pt x="145" y="5"/>
                  </a:lnTo>
                  <a:lnTo>
                    <a:pt x="122" y="0"/>
                  </a:lnTo>
                  <a:lnTo>
                    <a:pt x="95" y="0"/>
                  </a:lnTo>
                  <a:lnTo>
                    <a:pt x="72" y="5"/>
                  </a:lnTo>
                  <a:lnTo>
                    <a:pt x="50" y="19"/>
                  </a:lnTo>
                  <a:lnTo>
                    <a:pt x="33" y="33"/>
                  </a:lnTo>
                  <a:lnTo>
                    <a:pt x="22" y="51"/>
                  </a:lnTo>
                  <a:lnTo>
                    <a:pt x="11" y="70"/>
                  </a:lnTo>
                  <a:lnTo>
                    <a:pt x="5" y="98"/>
                  </a:lnTo>
                  <a:lnTo>
                    <a:pt x="0" y="121"/>
                  </a:lnTo>
                  <a:lnTo>
                    <a:pt x="5" y="148"/>
                  </a:lnTo>
                  <a:close/>
                </a:path>
              </a:pathLst>
            </a:custGeom>
            <a:solidFill>
              <a:srgbClr val="1A5AA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466" y="2317"/>
              <a:ext cx="195" cy="208"/>
            </a:xfrm>
            <a:custGeom>
              <a:rect b="b" l="l" r="r" t="t"/>
              <a:pathLst>
                <a:path extrusionOk="0" h="208" w="195">
                  <a:moveTo>
                    <a:pt x="6" y="116"/>
                  </a:moveTo>
                  <a:lnTo>
                    <a:pt x="6" y="116"/>
                  </a:lnTo>
                  <a:lnTo>
                    <a:pt x="11" y="139"/>
                  </a:lnTo>
                  <a:lnTo>
                    <a:pt x="17" y="157"/>
                  </a:lnTo>
                  <a:lnTo>
                    <a:pt x="34" y="171"/>
                  </a:lnTo>
                  <a:lnTo>
                    <a:pt x="45" y="185"/>
                  </a:lnTo>
                  <a:lnTo>
                    <a:pt x="61" y="199"/>
                  </a:lnTo>
                  <a:lnTo>
                    <a:pt x="78" y="208"/>
                  </a:lnTo>
                  <a:lnTo>
                    <a:pt x="100" y="208"/>
                  </a:lnTo>
                  <a:lnTo>
                    <a:pt x="117" y="208"/>
                  </a:lnTo>
                  <a:lnTo>
                    <a:pt x="139" y="204"/>
                  </a:lnTo>
                  <a:lnTo>
                    <a:pt x="150" y="194"/>
                  </a:lnTo>
                  <a:lnTo>
                    <a:pt x="167" y="185"/>
                  </a:lnTo>
                  <a:lnTo>
                    <a:pt x="178" y="171"/>
                  </a:lnTo>
                  <a:lnTo>
                    <a:pt x="189" y="153"/>
                  </a:lnTo>
                  <a:lnTo>
                    <a:pt x="195" y="134"/>
                  </a:lnTo>
                  <a:lnTo>
                    <a:pt x="195" y="116"/>
                  </a:lnTo>
                  <a:lnTo>
                    <a:pt x="195" y="93"/>
                  </a:lnTo>
                  <a:lnTo>
                    <a:pt x="189" y="70"/>
                  </a:lnTo>
                  <a:lnTo>
                    <a:pt x="178" y="51"/>
                  </a:lnTo>
                  <a:lnTo>
                    <a:pt x="167" y="37"/>
                  </a:lnTo>
                  <a:lnTo>
                    <a:pt x="150" y="23"/>
                  </a:lnTo>
                  <a:lnTo>
                    <a:pt x="134" y="9"/>
                  </a:lnTo>
                  <a:lnTo>
                    <a:pt x="117" y="5"/>
                  </a:lnTo>
                  <a:lnTo>
                    <a:pt x="100" y="0"/>
                  </a:lnTo>
                  <a:lnTo>
                    <a:pt x="78" y="0"/>
                  </a:lnTo>
                  <a:lnTo>
                    <a:pt x="61" y="5"/>
                  </a:lnTo>
                  <a:lnTo>
                    <a:pt x="45" y="14"/>
                  </a:lnTo>
                  <a:lnTo>
                    <a:pt x="28" y="23"/>
                  </a:lnTo>
                  <a:lnTo>
                    <a:pt x="17" y="37"/>
                  </a:lnTo>
                  <a:lnTo>
                    <a:pt x="11" y="56"/>
                  </a:lnTo>
                  <a:lnTo>
                    <a:pt x="6" y="74"/>
                  </a:lnTo>
                  <a:lnTo>
                    <a:pt x="0" y="97"/>
                  </a:lnTo>
                  <a:lnTo>
                    <a:pt x="6" y="116"/>
                  </a:lnTo>
                  <a:close/>
                </a:path>
              </a:pathLst>
            </a:custGeom>
            <a:solidFill>
              <a:srgbClr val="28AEC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3505" y="2359"/>
              <a:ext cx="123" cy="134"/>
            </a:xfrm>
            <a:custGeom>
              <a:rect b="b" l="l" r="r" t="t"/>
              <a:pathLst>
                <a:path extrusionOk="0" h="134" w="123">
                  <a:moveTo>
                    <a:pt x="0" y="74"/>
                  </a:moveTo>
                  <a:lnTo>
                    <a:pt x="0" y="74"/>
                  </a:lnTo>
                  <a:lnTo>
                    <a:pt x="6" y="102"/>
                  </a:lnTo>
                  <a:lnTo>
                    <a:pt x="28" y="120"/>
                  </a:lnTo>
                  <a:lnTo>
                    <a:pt x="50" y="129"/>
                  </a:lnTo>
                  <a:lnTo>
                    <a:pt x="73" y="134"/>
                  </a:lnTo>
                  <a:lnTo>
                    <a:pt x="95" y="125"/>
                  </a:lnTo>
                  <a:lnTo>
                    <a:pt x="111" y="106"/>
                  </a:lnTo>
                  <a:lnTo>
                    <a:pt x="123" y="83"/>
                  </a:lnTo>
                  <a:lnTo>
                    <a:pt x="123" y="60"/>
                  </a:lnTo>
                  <a:lnTo>
                    <a:pt x="111" y="32"/>
                  </a:lnTo>
                  <a:lnTo>
                    <a:pt x="95" y="14"/>
                  </a:lnTo>
                  <a:lnTo>
                    <a:pt x="73" y="4"/>
                  </a:lnTo>
                  <a:lnTo>
                    <a:pt x="50" y="0"/>
                  </a:lnTo>
                  <a:lnTo>
                    <a:pt x="28" y="9"/>
                  </a:lnTo>
                  <a:lnTo>
                    <a:pt x="6" y="28"/>
                  </a:lnTo>
                  <a:lnTo>
                    <a:pt x="0" y="51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3522" y="2345"/>
              <a:ext cx="50" cy="51"/>
            </a:xfrm>
            <a:custGeom>
              <a:rect b="b" l="l" r="r" t="t"/>
              <a:pathLst>
                <a:path extrusionOk="0" h="51" w="50">
                  <a:moveTo>
                    <a:pt x="0" y="28"/>
                  </a:moveTo>
                  <a:lnTo>
                    <a:pt x="0" y="28"/>
                  </a:lnTo>
                  <a:lnTo>
                    <a:pt x="0" y="37"/>
                  </a:lnTo>
                  <a:lnTo>
                    <a:pt x="5" y="46"/>
                  </a:lnTo>
                  <a:lnTo>
                    <a:pt x="17" y="51"/>
                  </a:lnTo>
                  <a:lnTo>
                    <a:pt x="22" y="51"/>
                  </a:lnTo>
                  <a:lnTo>
                    <a:pt x="33" y="51"/>
                  </a:lnTo>
                  <a:lnTo>
                    <a:pt x="39" y="46"/>
                  </a:lnTo>
                  <a:lnTo>
                    <a:pt x="44" y="37"/>
                  </a:lnTo>
                  <a:lnTo>
                    <a:pt x="50" y="28"/>
                  </a:lnTo>
                  <a:lnTo>
                    <a:pt x="44" y="18"/>
                  </a:lnTo>
                  <a:lnTo>
                    <a:pt x="39" y="9"/>
                  </a:lnTo>
                  <a:lnTo>
                    <a:pt x="33" y="5"/>
                  </a:lnTo>
                  <a:lnTo>
                    <a:pt x="22" y="0"/>
                  </a:lnTo>
                  <a:lnTo>
                    <a:pt x="11" y="5"/>
                  </a:lnTo>
                  <a:lnTo>
                    <a:pt x="5" y="9"/>
                  </a:lnTo>
                  <a:lnTo>
                    <a:pt x="0" y="1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600" y="2451"/>
              <a:ext cx="33" cy="28"/>
            </a:xfrm>
            <a:custGeom>
              <a:rect b="b" l="l" r="r" t="t"/>
              <a:pathLst>
                <a:path extrusionOk="0" h="28" w="33">
                  <a:moveTo>
                    <a:pt x="16" y="0"/>
                  </a:moveTo>
                  <a:lnTo>
                    <a:pt x="16" y="0"/>
                  </a:lnTo>
                  <a:lnTo>
                    <a:pt x="5" y="5"/>
                  </a:lnTo>
                  <a:lnTo>
                    <a:pt x="0" y="14"/>
                  </a:lnTo>
                  <a:lnTo>
                    <a:pt x="5" y="23"/>
                  </a:lnTo>
                  <a:lnTo>
                    <a:pt x="16" y="28"/>
                  </a:lnTo>
                  <a:lnTo>
                    <a:pt x="28" y="23"/>
                  </a:lnTo>
                  <a:lnTo>
                    <a:pt x="33" y="14"/>
                  </a:lnTo>
                  <a:lnTo>
                    <a:pt x="28" y="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438" y="2655"/>
              <a:ext cx="340" cy="139"/>
            </a:xfrm>
            <a:custGeom>
              <a:rect b="b" l="l" r="r" t="t"/>
              <a:pathLst>
                <a:path extrusionOk="0" h="139" w="340">
                  <a:moveTo>
                    <a:pt x="0" y="92"/>
                  </a:moveTo>
                  <a:lnTo>
                    <a:pt x="0" y="92"/>
                  </a:lnTo>
                  <a:lnTo>
                    <a:pt x="6" y="78"/>
                  </a:lnTo>
                  <a:lnTo>
                    <a:pt x="23" y="51"/>
                  </a:lnTo>
                  <a:lnTo>
                    <a:pt x="39" y="37"/>
                  </a:lnTo>
                  <a:lnTo>
                    <a:pt x="56" y="23"/>
                  </a:lnTo>
                  <a:lnTo>
                    <a:pt x="84" y="9"/>
                  </a:lnTo>
                  <a:lnTo>
                    <a:pt x="123" y="4"/>
                  </a:lnTo>
                  <a:lnTo>
                    <a:pt x="217" y="0"/>
                  </a:lnTo>
                  <a:lnTo>
                    <a:pt x="240" y="0"/>
                  </a:lnTo>
                  <a:lnTo>
                    <a:pt x="268" y="4"/>
                  </a:lnTo>
                  <a:lnTo>
                    <a:pt x="295" y="9"/>
                  </a:lnTo>
                  <a:lnTo>
                    <a:pt x="318" y="18"/>
                  </a:lnTo>
                  <a:lnTo>
                    <a:pt x="340" y="32"/>
                  </a:lnTo>
                  <a:lnTo>
                    <a:pt x="334" y="46"/>
                  </a:lnTo>
                  <a:lnTo>
                    <a:pt x="312" y="74"/>
                  </a:lnTo>
                  <a:lnTo>
                    <a:pt x="295" y="92"/>
                  </a:lnTo>
                  <a:lnTo>
                    <a:pt x="273" y="106"/>
                  </a:lnTo>
                  <a:lnTo>
                    <a:pt x="251" y="120"/>
                  </a:lnTo>
                  <a:lnTo>
                    <a:pt x="223" y="125"/>
                  </a:lnTo>
                  <a:lnTo>
                    <a:pt x="140" y="139"/>
                  </a:lnTo>
                  <a:lnTo>
                    <a:pt x="112" y="134"/>
                  </a:lnTo>
                  <a:lnTo>
                    <a:pt x="78" y="129"/>
                  </a:lnTo>
                  <a:lnTo>
                    <a:pt x="23" y="106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7F7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416" y="2646"/>
              <a:ext cx="367" cy="92"/>
            </a:xfrm>
            <a:custGeom>
              <a:rect b="b" l="l" r="r" t="t"/>
              <a:pathLst>
                <a:path extrusionOk="0" h="92" w="367">
                  <a:moveTo>
                    <a:pt x="367" y="37"/>
                  </a:moveTo>
                  <a:lnTo>
                    <a:pt x="367" y="37"/>
                  </a:lnTo>
                  <a:lnTo>
                    <a:pt x="328" y="23"/>
                  </a:lnTo>
                  <a:lnTo>
                    <a:pt x="290" y="9"/>
                  </a:lnTo>
                  <a:lnTo>
                    <a:pt x="239" y="0"/>
                  </a:lnTo>
                  <a:lnTo>
                    <a:pt x="206" y="0"/>
                  </a:lnTo>
                  <a:lnTo>
                    <a:pt x="178" y="0"/>
                  </a:lnTo>
                  <a:lnTo>
                    <a:pt x="150" y="4"/>
                  </a:lnTo>
                  <a:lnTo>
                    <a:pt x="117" y="13"/>
                  </a:lnTo>
                  <a:lnTo>
                    <a:pt x="89" y="23"/>
                  </a:lnTo>
                  <a:lnTo>
                    <a:pt x="56" y="41"/>
                  </a:lnTo>
                  <a:lnTo>
                    <a:pt x="28" y="64"/>
                  </a:lnTo>
                  <a:lnTo>
                    <a:pt x="0" y="92"/>
                  </a:lnTo>
                  <a:lnTo>
                    <a:pt x="22" y="74"/>
                  </a:lnTo>
                  <a:lnTo>
                    <a:pt x="45" y="55"/>
                  </a:lnTo>
                  <a:lnTo>
                    <a:pt x="84" y="41"/>
                  </a:lnTo>
                  <a:lnTo>
                    <a:pt x="134" y="27"/>
                  </a:lnTo>
                  <a:lnTo>
                    <a:pt x="200" y="18"/>
                  </a:lnTo>
                  <a:lnTo>
                    <a:pt x="234" y="18"/>
                  </a:lnTo>
                  <a:lnTo>
                    <a:pt x="273" y="23"/>
                  </a:lnTo>
                  <a:lnTo>
                    <a:pt x="317" y="27"/>
                  </a:lnTo>
                  <a:lnTo>
                    <a:pt x="367" y="37"/>
                  </a:lnTo>
                  <a:close/>
                </a:path>
              </a:pathLst>
            </a:custGeom>
            <a:solidFill>
              <a:srgbClr val="FFA6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527" y="2673"/>
              <a:ext cx="190" cy="102"/>
            </a:xfrm>
            <a:custGeom>
              <a:rect b="b" l="l" r="r" t="t"/>
              <a:pathLst>
                <a:path extrusionOk="0" h="102" w="190">
                  <a:moveTo>
                    <a:pt x="190" y="47"/>
                  </a:moveTo>
                  <a:lnTo>
                    <a:pt x="190" y="47"/>
                  </a:lnTo>
                  <a:lnTo>
                    <a:pt x="184" y="56"/>
                  </a:lnTo>
                  <a:lnTo>
                    <a:pt x="184" y="70"/>
                  </a:lnTo>
                  <a:lnTo>
                    <a:pt x="162" y="84"/>
                  </a:lnTo>
                  <a:lnTo>
                    <a:pt x="134" y="97"/>
                  </a:lnTo>
                  <a:lnTo>
                    <a:pt x="95" y="102"/>
                  </a:lnTo>
                  <a:lnTo>
                    <a:pt x="62" y="97"/>
                  </a:lnTo>
                  <a:lnTo>
                    <a:pt x="34" y="88"/>
                  </a:lnTo>
                  <a:lnTo>
                    <a:pt x="12" y="74"/>
                  </a:lnTo>
                  <a:lnTo>
                    <a:pt x="6" y="65"/>
                  </a:lnTo>
                  <a:lnTo>
                    <a:pt x="0" y="56"/>
                  </a:lnTo>
                  <a:lnTo>
                    <a:pt x="6" y="42"/>
                  </a:lnTo>
                  <a:lnTo>
                    <a:pt x="6" y="33"/>
                  </a:lnTo>
                  <a:lnTo>
                    <a:pt x="28" y="19"/>
                  </a:lnTo>
                  <a:lnTo>
                    <a:pt x="56" y="5"/>
                  </a:lnTo>
                  <a:lnTo>
                    <a:pt x="95" y="0"/>
                  </a:lnTo>
                  <a:lnTo>
                    <a:pt x="128" y="5"/>
                  </a:lnTo>
                  <a:lnTo>
                    <a:pt x="156" y="14"/>
                  </a:lnTo>
                  <a:lnTo>
                    <a:pt x="179" y="28"/>
                  </a:lnTo>
                  <a:lnTo>
                    <a:pt x="184" y="37"/>
                  </a:lnTo>
                  <a:lnTo>
                    <a:pt x="190" y="47"/>
                  </a:lnTo>
                  <a:close/>
                </a:path>
              </a:pathLst>
            </a:custGeom>
            <a:solidFill>
              <a:srgbClr val="FFF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533" y="2678"/>
              <a:ext cx="178" cy="92"/>
            </a:xfrm>
            <a:custGeom>
              <a:rect b="b" l="l" r="r" t="t"/>
              <a:pathLst>
                <a:path extrusionOk="0" h="92" w="178">
                  <a:moveTo>
                    <a:pt x="0" y="51"/>
                  </a:moveTo>
                  <a:lnTo>
                    <a:pt x="0" y="51"/>
                  </a:lnTo>
                  <a:lnTo>
                    <a:pt x="0" y="42"/>
                  </a:lnTo>
                  <a:lnTo>
                    <a:pt x="6" y="32"/>
                  </a:lnTo>
                  <a:lnTo>
                    <a:pt x="22" y="14"/>
                  </a:lnTo>
                  <a:lnTo>
                    <a:pt x="50" y="5"/>
                  </a:lnTo>
                  <a:lnTo>
                    <a:pt x="89" y="0"/>
                  </a:lnTo>
                  <a:lnTo>
                    <a:pt x="122" y="0"/>
                  </a:lnTo>
                  <a:lnTo>
                    <a:pt x="150" y="9"/>
                  </a:lnTo>
                  <a:lnTo>
                    <a:pt x="173" y="23"/>
                  </a:lnTo>
                  <a:lnTo>
                    <a:pt x="178" y="32"/>
                  </a:lnTo>
                  <a:lnTo>
                    <a:pt x="178" y="42"/>
                  </a:lnTo>
                  <a:lnTo>
                    <a:pt x="178" y="51"/>
                  </a:lnTo>
                  <a:lnTo>
                    <a:pt x="173" y="60"/>
                  </a:lnTo>
                  <a:lnTo>
                    <a:pt x="156" y="79"/>
                  </a:lnTo>
                  <a:lnTo>
                    <a:pt x="128" y="88"/>
                  </a:lnTo>
                  <a:lnTo>
                    <a:pt x="89" y="92"/>
                  </a:lnTo>
                  <a:lnTo>
                    <a:pt x="56" y="92"/>
                  </a:lnTo>
                  <a:lnTo>
                    <a:pt x="28" y="83"/>
                  </a:lnTo>
                  <a:lnTo>
                    <a:pt x="6" y="69"/>
                  </a:lnTo>
                  <a:lnTo>
                    <a:pt x="0" y="6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F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39" y="2678"/>
              <a:ext cx="167" cy="92"/>
            </a:xfrm>
            <a:custGeom>
              <a:rect b="b" l="l" r="r" t="t"/>
              <a:pathLst>
                <a:path extrusionOk="0" h="92" w="167">
                  <a:moveTo>
                    <a:pt x="0" y="51"/>
                  </a:moveTo>
                  <a:lnTo>
                    <a:pt x="0" y="51"/>
                  </a:lnTo>
                  <a:lnTo>
                    <a:pt x="0" y="42"/>
                  </a:lnTo>
                  <a:lnTo>
                    <a:pt x="5" y="32"/>
                  </a:lnTo>
                  <a:lnTo>
                    <a:pt x="22" y="14"/>
                  </a:lnTo>
                  <a:lnTo>
                    <a:pt x="50" y="5"/>
                  </a:lnTo>
                  <a:lnTo>
                    <a:pt x="83" y="0"/>
                  </a:lnTo>
                  <a:lnTo>
                    <a:pt x="116" y="5"/>
                  </a:lnTo>
                  <a:lnTo>
                    <a:pt x="144" y="14"/>
                  </a:lnTo>
                  <a:lnTo>
                    <a:pt x="161" y="28"/>
                  </a:lnTo>
                  <a:lnTo>
                    <a:pt x="167" y="32"/>
                  </a:lnTo>
                  <a:lnTo>
                    <a:pt x="167" y="42"/>
                  </a:lnTo>
                  <a:lnTo>
                    <a:pt x="167" y="51"/>
                  </a:lnTo>
                  <a:lnTo>
                    <a:pt x="161" y="60"/>
                  </a:lnTo>
                  <a:lnTo>
                    <a:pt x="144" y="79"/>
                  </a:lnTo>
                  <a:lnTo>
                    <a:pt x="116" y="88"/>
                  </a:lnTo>
                  <a:lnTo>
                    <a:pt x="83" y="92"/>
                  </a:lnTo>
                  <a:lnTo>
                    <a:pt x="50" y="88"/>
                  </a:lnTo>
                  <a:lnTo>
                    <a:pt x="22" y="79"/>
                  </a:lnTo>
                  <a:lnTo>
                    <a:pt x="5" y="65"/>
                  </a:lnTo>
                  <a:lnTo>
                    <a:pt x="0" y="6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539" y="2683"/>
              <a:ext cx="167" cy="83"/>
            </a:xfrm>
            <a:custGeom>
              <a:rect b="b" l="l" r="r" t="t"/>
              <a:pathLst>
                <a:path extrusionOk="0" h="83" w="167">
                  <a:moveTo>
                    <a:pt x="0" y="46"/>
                  </a:moveTo>
                  <a:lnTo>
                    <a:pt x="0" y="46"/>
                  </a:lnTo>
                  <a:lnTo>
                    <a:pt x="5" y="27"/>
                  </a:lnTo>
                  <a:lnTo>
                    <a:pt x="22" y="13"/>
                  </a:lnTo>
                  <a:lnTo>
                    <a:pt x="50" y="0"/>
                  </a:lnTo>
                  <a:lnTo>
                    <a:pt x="83" y="0"/>
                  </a:lnTo>
                  <a:lnTo>
                    <a:pt x="111" y="0"/>
                  </a:lnTo>
                  <a:lnTo>
                    <a:pt x="139" y="9"/>
                  </a:lnTo>
                  <a:lnTo>
                    <a:pt x="161" y="23"/>
                  </a:lnTo>
                  <a:lnTo>
                    <a:pt x="167" y="37"/>
                  </a:lnTo>
                  <a:lnTo>
                    <a:pt x="161" y="55"/>
                  </a:lnTo>
                  <a:lnTo>
                    <a:pt x="144" y="69"/>
                  </a:lnTo>
                  <a:lnTo>
                    <a:pt x="116" y="78"/>
                  </a:lnTo>
                  <a:lnTo>
                    <a:pt x="83" y="83"/>
                  </a:lnTo>
                  <a:lnTo>
                    <a:pt x="55" y="83"/>
                  </a:lnTo>
                  <a:lnTo>
                    <a:pt x="27" y="74"/>
                  </a:lnTo>
                  <a:lnTo>
                    <a:pt x="11" y="6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544" y="2683"/>
              <a:ext cx="156" cy="83"/>
            </a:xfrm>
            <a:custGeom>
              <a:rect b="b" l="l" r="r" t="t"/>
              <a:pathLst>
                <a:path extrusionOk="0" h="83" w="156">
                  <a:moveTo>
                    <a:pt x="0" y="46"/>
                  </a:moveTo>
                  <a:lnTo>
                    <a:pt x="0" y="46"/>
                  </a:lnTo>
                  <a:lnTo>
                    <a:pt x="6" y="27"/>
                  </a:lnTo>
                  <a:lnTo>
                    <a:pt x="22" y="13"/>
                  </a:lnTo>
                  <a:lnTo>
                    <a:pt x="45" y="4"/>
                  </a:lnTo>
                  <a:lnTo>
                    <a:pt x="78" y="0"/>
                  </a:lnTo>
                  <a:lnTo>
                    <a:pt x="106" y="0"/>
                  </a:lnTo>
                  <a:lnTo>
                    <a:pt x="134" y="9"/>
                  </a:lnTo>
                  <a:lnTo>
                    <a:pt x="150" y="23"/>
                  </a:lnTo>
                  <a:lnTo>
                    <a:pt x="156" y="37"/>
                  </a:lnTo>
                  <a:lnTo>
                    <a:pt x="150" y="55"/>
                  </a:lnTo>
                  <a:lnTo>
                    <a:pt x="134" y="69"/>
                  </a:lnTo>
                  <a:lnTo>
                    <a:pt x="111" y="78"/>
                  </a:lnTo>
                  <a:lnTo>
                    <a:pt x="78" y="83"/>
                  </a:lnTo>
                  <a:lnTo>
                    <a:pt x="50" y="83"/>
                  </a:lnTo>
                  <a:lnTo>
                    <a:pt x="22" y="74"/>
                  </a:lnTo>
                  <a:lnTo>
                    <a:pt x="6" y="6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FFED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3544" y="2683"/>
              <a:ext cx="156" cy="83"/>
            </a:xfrm>
            <a:custGeom>
              <a:rect b="b" l="l" r="r" t="t"/>
              <a:pathLst>
                <a:path extrusionOk="0" h="83" w="156">
                  <a:moveTo>
                    <a:pt x="0" y="41"/>
                  </a:moveTo>
                  <a:lnTo>
                    <a:pt x="0" y="41"/>
                  </a:lnTo>
                  <a:lnTo>
                    <a:pt x="6" y="27"/>
                  </a:lnTo>
                  <a:lnTo>
                    <a:pt x="22" y="13"/>
                  </a:lnTo>
                  <a:lnTo>
                    <a:pt x="45" y="4"/>
                  </a:lnTo>
                  <a:lnTo>
                    <a:pt x="78" y="0"/>
                  </a:lnTo>
                  <a:lnTo>
                    <a:pt x="106" y="4"/>
                  </a:lnTo>
                  <a:lnTo>
                    <a:pt x="128" y="9"/>
                  </a:lnTo>
                  <a:lnTo>
                    <a:pt x="145" y="23"/>
                  </a:lnTo>
                  <a:lnTo>
                    <a:pt x="156" y="37"/>
                  </a:lnTo>
                  <a:lnTo>
                    <a:pt x="150" y="55"/>
                  </a:lnTo>
                  <a:lnTo>
                    <a:pt x="134" y="69"/>
                  </a:lnTo>
                  <a:lnTo>
                    <a:pt x="111" y="78"/>
                  </a:lnTo>
                  <a:lnTo>
                    <a:pt x="78" y="83"/>
                  </a:lnTo>
                  <a:lnTo>
                    <a:pt x="50" y="78"/>
                  </a:lnTo>
                  <a:lnTo>
                    <a:pt x="28" y="69"/>
                  </a:lnTo>
                  <a:lnTo>
                    <a:pt x="11" y="6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3550" y="2687"/>
              <a:ext cx="144" cy="74"/>
            </a:xfrm>
            <a:custGeom>
              <a:rect b="b" l="l" r="r" t="t"/>
              <a:pathLst>
                <a:path extrusionOk="0" h="74" w="144">
                  <a:moveTo>
                    <a:pt x="0" y="37"/>
                  </a:moveTo>
                  <a:lnTo>
                    <a:pt x="0" y="37"/>
                  </a:lnTo>
                  <a:lnTo>
                    <a:pt x="5" y="23"/>
                  </a:lnTo>
                  <a:lnTo>
                    <a:pt x="22" y="9"/>
                  </a:lnTo>
                  <a:lnTo>
                    <a:pt x="44" y="5"/>
                  </a:lnTo>
                  <a:lnTo>
                    <a:pt x="72" y="0"/>
                  </a:lnTo>
                  <a:lnTo>
                    <a:pt x="100" y="0"/>
                  </a:lnTo>
                  <a:lnTo>
                    <a:pt x="122" y="9"/>
                  </a:lnTo>
                  <a:lnTo>
                    <a:pt x="139" y="19"/>
                  </a:lnTo>
                  <a:lnTo>
                    <a:pt x="144" y="33"/>
                  </a:lnTo>
                  <a:lnTo>
                    <a:pt x="139" y="51"/>
                  </a:lnTo>
                  <a:lnTo>
                    <a:pt x="122" y="60"/>
                  </a:lnTo>
                  <a:lnTo>
                    <a:pt x="100" y="70"/>
                  </a:lnTo>
                  <a:lnTo>
                    <a:pt x="72" y="74"/>
                  </a:lnTo>
                  <a:lnTo>
                    <a:pt x="44" y="74"/>
                  </a:lnTo>
                  <a:lnTo>
                    <a:pt x="22" y="65"/>
                  </a:lnTo>
                  <a:lnTo>
                    <a:pt x="5" y="56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E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3555" y="2687"/>
              <a:ext cx="134" cy="74"/>
            </a:xfrm>
            <a:custGeom>
              <a:rect b="b" l="l" r="r" t="t"/>
              <a:pathLst>
                <a:path extrusionOk="0" h="74" w="134">
                  <a:moveTo>
                    <a:pt x="0" y="37"/>
                  </a:moveTo>
                  <a:lnTo>
                    <a:pt x="0" y="37"/>
                  </a:lnTo>
                  <a:lnTo>
                    <a:pt x="6" y="23"/>
                  </a:lnTo>
                  <a:lnTo>
                    <a:pt x="17" y="14"/>
                  </a:lnTo>
                  <a:lnTo>
                    <a:pt x="39" y="5"/>
                  </a:lnTo>
                  <a:lnTo>
                    <a:pt x="67" y="0"/>
                  </a:lnTo>
                  <a:lnTo>
                    <a:pt x="95" y="5"/>
                  </a:lnTo>
                  <a:lnTo>
                    <a:pt x="117" y="9"/>
                  </a:lnTo>
                  <a:lnTo>
                    <a:pt x="128" y="19"/>
                  </a:lnTo>
                  <a:lnTo>
                    <a:pt x="134" y="33"/>
                  </a:lnTo>
                  <a:lnTo>
                    <a:pt x="128" y="51"/>
                  </a:lnTo>
                  <a:lnTo>
                    <a:pt x="117" y="60"/>
                  </a:lnTo>
                  <a:lnTo>
                    <a:pt x="95" y="70"/>
                  </a:lnTo>
                  <a:lnTo>
                    <a:pt x="67" y="74"/>
                  </a:lnTo>
                  <a:lnTo>
                    <a:pt x="39" y="70"/>
                  </a:lnTo>
                  <a:lnTo>
                    <a:pt x="23" y="65"/>
                  </a:lnTo>
                  <a:lnTo>
                    <a:pt x="6" y="5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3555" y="2687"/>
              <a:ext cx="134" cy="70"/>
            </a:xfrm>
            <a:custGeom>
              <a:rect b="b" l="l" r="r" t="t"/>
              <a:pathLst>
                <a:path extrusionOk="0" h="70" w="134">
                  <a:moveTo>
                    <a:pt x="0" y="37"/>
                  </a:moveTo>
                  <a:lnTo>
                    <a:pt x="0" y="37"/>
                  </a:lnTo>
                  <a:lnTo>
                    <a:pt x="6" y="23"/>
                  </a:lnTo>
                  <a:lnTo>
                    <a:pt x="23" y="14"/>
                  </a:lnTo>
                  <a:lnTo>
                    <a:pt x="39" y="5"/>
                  </a:lnTo>
                  <a:lnTo>
                    <a:pt x="67" y="0"/>
                  </a:lnTo>
                  <a:lnTo>
                    <a:pt x="89" y="5"/>
                  </a:lnTo>
                  <a:lnTo>
                    <a:pt x="112" y="9"/>
                  </a:lnTo>
                  <a:lnTo>
                    <a:pt x="128" y="23"/>
                  </a:lnTo>
                  <a:lnTo>
                    <a:pt x="134" y="37"/>
                  </a:lnTo>
                  <a:lnTo>
                    <a:pt x="128" y="46"/>
                  </a:lnTo>
                  <a:lnTo>
                    <a:pt x="112" y="60"/>
                  </a:lnTo>
                  <a:lnTo>
                    <a:pt x="95" y="70"/>
                  </a:lnTo>
                  <a:lnTo>
                    <a:pt x="67" y="70"/>
                  </a:lnTo>
                  <a:lnTo>
                    <a:pt x="45" y="70"/>
                  </a:lnTo>
                  <a:lnTo>
                    <a:pt x="23" y="65"/>
                  </a:lnTo>
                  <a:lnTo>
                    <a:pt x="6" y="5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E1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3561" y="2692"/>
              <a:ext cx="122" cy="65"/>
            </a:xfrm>
            <a:custGeom>
              <a:rect b="b" l="l" r="r" t="t"/>
              <a:pathLst>
                <a:path extrusionOk="0" h="65" w="122">
                  <a:moveTo>
                    <a:pt x="0" y="32"/>
                  </a:moveTo>
                  <a:lnTo>
                    <a:pt x="0" y="32"/>
                  </a:lnTo>
                  <a:lnTo>
                    <a:pt x="5" y="23"/>
                  </a:lnTo>
                  <a:lnTo>
                    <a:pt x="17" y="9"/>
                  </a:lnTo>
                  <a:lnTo>
                    <a:pt x="33" y="4"/>
                  </a:lnTo>
                  <a:lnTo>
                    <a:pt x="61" y="0"/>
                  </a:lnTo>
                  <a:lnTo>
                    <a:pt x="83" y="0"/>
                  </a:lnTo>
                  <a:lnTo>
                    <a:pt x="106" y="9"/>
                  </a:lnTo>
                  <a:lnTo>
                    <a:pt x="117" y="18"/>
                  </a:lnTo>
                  <a:lnTo>
                    <a:pt x="122" y="32"/>
                  </a:lnTo>
                  <a:lnTo>
                    <a:pt x="117" y="41"/>
                  </a:lnTo>
                  <a:lnTo>
                    <a:pt x="106" y="55"/>
                  </a:lnTo>
                  <a:lnTo>
                    <a:pt x="89" y="60"/>
                  </a:lnTo>
                  <a:lnTo>
                    <a:pt x="61" y="65"/>
                  </a:lnTo>
                  <a:lnTo>
                    <a:pt x="39" y="65"/>
                  </a:lnTo>
                  <a:lnTo>
                    <a:pt x="17" y="55"/>
                  </a:lnTo>
                  <a:lnTo>
                    <a:pt x="5" y="4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566" y="2692"/>
              <a:ext cx="112" cy="65"/>
            </a:xfrm>
            <a:custGeom>
              <a:rect b="b" l="l" r="r" t="t"/>
              <a:pathLst>
                <a:path extrusionOk="0" h="65" w="112">
                  <a:moveTo>
                    <a:pt x="0" y="32"/>
                  </a:moveTo>
                  <a:lnTo>
                    <a:pt x="0" y="32"/>
                  </a:lnTo>
                  <a:lnTo>
                    <a:pt x="0" y="23"/>
                  </a:lnTo>
                  <a:lnTo>
                    <a:pt x="12" y="14"/>
                  </a:lnTo>
                  <a:lnTo>
                    <a:pt x="34" y="4"/>
                  </a:lnTo>
                  <a:lnTo>
                    <a:pt x="56" y="0"/>
                  </a:lnTo>
                  <a:lnTo>
                    <a:pt x="78" y="4"/>
                  </a:lnTo>
                  <a:lnTo>
                    <a:pt x="95" y="9"/>
                  </a:lnTo>
                  <a:lnTo>
                    <a:pt x="112" y="18"/>
                  </a:lnTo>
                  <a:lnTo>
                    <a:pt x="112" y="32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78" y="60"/>
                  </a:lnTo>
                  <a:lnTo>
                    <a:pt x="56" y="65"/>
                  </a:lnTo>
                  <a:lnTo>
                    <a:pt x="34" y="60"/>
                  </a:lnTo>
                  <a:lnTo>
                    <a:pt x="17" y="55"/>
                  </a:lnTo>
                  <a:lnTo>
                    <a:pt x="0" y="4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DB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566" y="2696"/>
              <a:ext cx="112" cy="56"/>
            </a:xfrm>
            <a:custGeom>
              <a:rect b="b" l="l" r="r" t="t"/>
              <a:pathLst>
                <a:path extrusionOk="0" h="56" w="112">
                  <a:moveTo>
                    <a:pt x="0" y="28"/>
                  </a:moveTo>
                  <a:lnTo>
                    <a:pt x="0" y="28"/>
                  </a:lnTo>
                  <a:lnTo>
                    <a:pt x="6" y="19"/>
                  </a:lnTo>
                  <a:lnTo>
                    <a:pt x="17" y="10"/>
                  </a:lnTo>
                  <a:lnTo>
                    <a:pt x="34" y="0"/>
                  </a:lnTo>
                  <a:lnTo>
                    <a:pt x="56" y="0"/>
                  </a:lnTo>
                  <a:lnTo>
                    <a:pt x="78" y="0"/>
                  </a:lnTo>
                  <a:lnTo>
                    <a:pt x="95" y="5"/>
                  </a:lnTo>
                  <a:lnTo>
                    <a:pt x="106" y="14"/>
                  </a:lnTo>
                  <a:lnTo>
                    <a:pt x="112" y="28"/>
                  </a:lnTo>
                  <a:lnTo>
                    <a:pt x="106" y="37"/>
                  </a:lnTo>
                  <a:lnTo>
                    <a:pt x="95" y="47"/>
                  </a:lnTo>
                  <a:lnTo>
                    <a:pt x="78" y="56"/>
                  </a:lnTo>
                  <a:lnTo>
                    <a:pt x="56" y="56"/>
                  </a:lnTo>
                  <a:lnTo>
                    <a:pt x="34" y="56"/>
                  </a:lnTo>
                  <a:lnTo>
                    <a:pt x="17" y="51"/>
                  </a:lnTo>
                  <a:lnTo>
                    <a:pt x="6" y="4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D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572" y="2696"/>
              <a:ext cx="100" cy="56"/>
            </a:xfrm>
            <a:custGeom>
              <a:rect b="b" l="l" r="r" t="t"/>
              <a:pathLst>
                <a:path extrusionOk="0" h="56" w="100">
                  <a:moveTo>
                    <a:pt x="0" y="28"/>
                  </a:moveTo>
                  <a:lnTo>
                    <a:pt x="0" y="28"/>
                  </a:lnTo>
                  <a:lnTo>
                    <a:pt x="0" y="19"/>
                  </a:lnTo>
                  <a:lnTo>
                    <a:pt x="11" y="10"/>
                  </a:lnTo>
                  <a:lnTo>
                    <a:pt x="28" y="5"/>
                  </a:lnTo>
                  <a:lnTo>
                    <a:pt x="50" y="0"/>
                  </a:lnTo>
                  <a:lnTo>
                    <a:pt x="67" y="0"/>
                  </a:lnTo>
                  <a:lnTo>
                    <a:pt x="83" y="10"/>
                  </a:lnTo>
                  <a:lnTo>
                    <a:pt x="95" y="14"/>
                  </a:lnTo>
                  <a:lnTo>
                    <a:pt x="100" y="28"/>
                  </a:lnTo>
                  <a:lnTo>
                    <a:pt x="100" y="37"/>
                  </a:lnTo>
                  <a:lnTo>
                    <a:pt x="89" y="47"/>
                  </a:lnTo>
                  <a:lnTo>
                    <a:pt x="72" y="51"/>
                  </a:lnTo>
                  <a:lnTo>
                    <a:pt x="50" y="56"/>
                  </a:lnTo>
                  <a:lnTo>
                    <a:pt x="33" y="56"/>
                  </a:lnTo>
                  <a:lnTo>
                    <a:pt x="17" y="47"/>
                  </a:lnTo>
                  <a:lnTo>
                    <a:pt x="6" y="4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572" y="2696"/>
              <a:ext cx="100" cy="51"/>
            </a:xfrm>
            <a:custGeom>
              <a:rect b="b" l="l" r="r" t="t"/>
              <a:pathLst>
                <a:path extrusionOk="0" h="51" w="100">
                  <a:moveTo>
                    <a:pt x="100" y="28"/>
                  </a:moveTo>
                  <a:lnTo>
                    <a:pt x="100" y="28"/>
                  </a:lnTo>
                  <a:lnTo>
                    <a:pt x="95" y="37"/>
                  </a:lnTo>
                  <a:lnTo>
                    <a:pt x="83" y="47"/>
                  </a:lnTo>
                  <a:lnTo>
                    <a:pt x="72" y="51"/>
                  </a:lnTo>
                  <a:lnTo>
                    <a:pt x="50" y="51"/>
                  </a:lnTo>
                  <a:lnTo>
                    <a:pt x="33" y="51"/>
                  </a:lnTo>
                  <a:lnTo>
                    <a:pt x="17" y="47"/>
                  </a:lnTo>
                  <a:lnTo>
                    <a:pt x="6" y="37"/>
                  </a:lnTo>
                  <a:lnTo>
                    <a:pt x="0" y="28"/>
                  </a:lnTo>
                  <a:lnTo>
                    <a:pt x="6" y="19"/>
                  </a:lnTo>
                  <a:lnTo>
                    <a:pt x="17" y="10"/>
                  </a:lnTo>
                  <a:lnTo>
                    <a:pt x="28" y="5"/>
                  </a:lnTo>
                  <a:lnTo>
                    <a:pt x="50" y="0"/>
                  </a:lnTo>
                  <a:lnTo>
                    <a:pt x="67" y="5"/>
                  </a:lnTo>
                  <a:lnTo>
                    <a:pt x="83" y="10"/>
                  </a:lnTo>
                  <a:lnTo>
                    <a:pt x="95" y="19"/>
                  </a:lnTo>
                  <a:lnTo>
                    <a:pt x="100" y="28"/>
                  </a:lnTo>
                  <a:close/>
                </a:path>
              </a:pathLst>
            </a:custGeom>
            <a:solidFill>
              <a:srgbClr val="FFD1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017" y="2215"/>
              <a:ext cx="306" cy="273"/>
            </a:xfrm>
            <a:custGeom>
              <a:rect b="b" l="l" r="r" t="t"/>
              <a:pathLst>
                <a:path extrusionOk="0" h="273" w="306">
                  <a:moveTo>
                    <a:pt x="117" y="10"/>
                  </a:moveTo>
                  <a:lnTo>
                    <a:pt x="117" y="10"/>
                  </a:lnTo>
                  <a:lnTo>
                    <a:pt x="139" y="5"/>
                  </a:lnTo>
                  <a:lnTo>
                    <a:pt x="156" y="0"/>
                  </a:lnTo>
                  <a:lnTo>
                    <a:pt x="178" y="5"/>
                  </a:lnTo>
                  <a:lnTo>
                    <a:pt x="195" y="10"/>
                  </a:lnTo>
                  <a:lnTo>
                    <a:pt x="212" y="24"/>
                  </a:lnTo>
                  <a:lnTo>
                    <a:pt x="234" y="42"/>
                  </a:lnTo>
                  <a:lnTo>
                    <a:pt x="245" y="65"/>
                  </a:lnTo>
                  <a:lnTo>
                    <a:pt x="262" y="93"/>
                  </a:lnTo>
                  <a:lnTo>
                    <a:pt x="290" y="176"/>
                  </a:lnTo>
                  <a:lnTo>
                    <a:pt x="301" y="236"/>
                  </a:lnTo>
                  <a:lnTo>
                    <a:pt x="306" y="269"/>
                  </a:lnTo>
                  <a:lnTo>
                    <a:pt x="306" y="273"/>
                  </a:lnTo>
                  <a:lnTo>
                    <a:pt x="295" y="232"/>
                  </a:lnTo>
                  <a:lnTo>
                    <a:pt x="278" y="195"/>
                  </a:lnTo>
                  <a:lnTo>
                    <a:pt x="256" y="153"/>
                  </a:lnTo>
                  <a:lnTo>
                    <a:pt x="234" y="111"/>
                  </a:lnTo>
                  <a:lnTo>
                    <a:pt x="201" y="79"/>
                  </a:lnTo>
                  <a:lnTo>
                    <a:pt x="184" y="65"/>
                  </a:lnTo>
                  <a:lnTo>
                    <a:pt x="162" y="56"/>
                  </a:lnTo>
                  <a:lnTo>
                    <a:pt x="145" y="56"/>
                  </a:lnTo>
                  <a:lnTo>
                    <a:pt x="123" y="61"/>
                  </a:lnTo>
                  <a:lnTo>
                    <a:pt x="50" y="84"/>
                  </a:lnTo>
                  <a:lnTo>
                    <a:pt x="39" y="88"/>
                  </a:lnTo>
                  <a:lnTo>
                    <a:pt x="28" y="88"/>
                  </a:lnTo>
                  <a:lnTo>
                    <a:pt x="17" y="84"/>
                  </a:lnTo>
                  <a:lnTo>
                    <a:pt x="11" y="79"/>
                  </a:lnTo>
                  <a:lnTo>
                    <a:pt x="6" y="70"/>
                  </a:lnTo>
                  <a:lnTo>
                    <a:pt x="0" y="61"/>
                  </a:lnTo>
                  <a:lnTo>
                    <a:pt x="0" y="51"/>
                  </a:lnTo>
                  <a:lnTo>
                    <a:pt x="6" y="42"/>
                  </a:lnTo>
                  <a:lnTo>
                    <a:pt x="11" y="51"/>
                  </a:lnTo>
                  <a:lnTo>
                    <a:pt x="22" y="61"/>
                  </a:lnTo>
                  <a:lnTo>
                    <a:pt x="34" y="61"/>
                  </a:lnTo>
                  <a:lnTo>
                    <a:pt x="39" y="61"/>
                  </a:lnTo>
                  <a:lnTo>
                    <a:pt x="61" y="51"/>
                  </a:lnTo>
                  <a:lnTo>
                    <a:pt x="73" y="42"/>
                  </a:lnTo>
                  <a:lnTo>
                    <a:pt x="89" y="28"/>
                  </a:lnTo>
                  <a:lnTo>
                    <a:pt x="117" y="10"/>
                  </a:lnTo>
                  <a:close/>
                </a:path>
              </a:pathLst>
            </a:custGeom>
            <a:solidFill>
              <a:srgbClr val="FA61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3911" y="2308"/>
              <a:ext cx="390" cy="467"/>
            </a:xfrm>
            <a:custGeom>
              <a:rect b="b" l="l" r="r" t="t"/>
              <a:pathLst>
                <a:path extrusionOk="0" h="467" w="390">
                  <a:moveTo>
                    <a:pt x="229" y="467"/>
                  </a:moveTo>
                  <a:lnTo>
                    <a:pt x="229" y="467"/>
                  </a:lnTo>
                  <a:lnTo>
                    <a:pt x="206" y="453"/>
                  </a:lnTo>
                  <a:lnTo>
                    <a:pt x="184" y="444"/>
                  </a:lnTo>
                  <a:lnTo>
                    <a:pt x="134" y="430"/>
                  </a:lnTo>
                  <a:lnTo>
                    <a:pt x="90" y="425"/>
                  </a:lnTo>
                  <a:lnTo>
                    <a:pt x="51" y="425"/>
                  </a:lnTo>
                  <a:lnTo>
                    <a:pt x="34" y="407"/>
                  </a:lnTo>
                  <a:lnTo>
                    <a:pt x="23" y="379"/>
                  </a:lnTo>
                  <a:lnTo>
                    <a:pt x="12" y="351"/>
                  </a:lnTo>
                  <a:lnTo>
                    <a:pt x="6" y="324"/>
                  </a:lnTo>
                  <a:lnTo>
                    <a:pt x="0" y="291"/>
                  </a:lnTo>
                  <a:lnTo>
                    <a:pt x="0" y="259"/>
                  </a:lnTo>
                  <a:lnTo>
                    <a:pt x="6" y="222"/>
                  </a:lnTo>
                  <a:lnTo>
                    <a:pt x="17" y="190"/>
                  </a:lnTo>
                  <a:lnTo>
                    <a:pt x="34" y="143"/>
                  </a:lnTo>
                  <a:lnTo>
                    <a:pt x="56" y="102"/>
                  </a:lnTo>
                  <a:lnTo>
                    <a:pt x="84" y="65"/>
                  </a:lnTo>
                  <a:lnTo>
                    <a:pt x="117" y="37"/>
                  </a:lnTo>
                  <a:lnTo>
                    <a:pt x="156" y="18"/>
                  </a:lnTo>
                  <a:lnTo>
                    <a:pt x="190" y="5"/>
                  </a:lnTo>
                  <a:lnTo>
                    <a:pt x="229" y="0"/>
                  </a:lnTo>
                  <a:lnTo>
                    <a:pt x="268" y="5"/>
                  </a:lnTo>
                  <a:lnTo>
                    <a:pt x="301" y="18"/>
                  </a:lnTo>
                  <a:lnTo>
                    <a:pt x="329" y="42"/>
                  </a:lnTo>
                  <a:lnTo>
                    <a:pt x="357" y="74"/>
                  </a:lnTo>
                  <a:lnTo>
                    <a:pt x="373" y="111"/>
                  </a:lnTo>
                  <a:lnTo>
                    <a:pt x="384" y="153"/>
                  </a:lnTo>
                  <a:lnTo>
                    <a:pt x="390" y="194"/>
                  </a:lnTo>
                  <a:lnTo>
                    <a:pt x="384" y="240"/>
                  </a:lnTo>
                  <a:lnTo>
                    <a:pt x="379" y="291"/>
                  </a:lnTo>
                  <a:lnTo>
                    <a:pt x="368" y="319"/>
                  </a:lnTo>
                  <a:lnTo>
                    <a:pt x="351" y="351"/>
                  </a:lnTo>
                  <a:lnTo>
                    <a:pt x="334" y="379"/>
                  </a:lnTo>
                  <a:lnTo>
                    <a:pt x="318" y="402"/>
                  </a:lnTo>
                  <a:lnTo>
                    <a:pt x="295" y="421"/>
                  </a:lnTo>
                  <a:lnTo>
                    <a:pt x="273" y="439"/>
                  </a:lnTo>
                  <a:lnTo>
                    <a:pt x="251" y="458"/>
                  </a:lnTo>
                  <a:lnTo>
                    <a:pt x="229" y="467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3939" y="2354"/>
              <a:ext cx="334" cy="435"/>
            </a:xfrm>
            <a:custGeom>
              <a:rect b="b" l="l" r="r" t="t"/>
              <a:pathLst>
                <a:path extrusionOk="0" h="435" w="334">
                  <a:moveTo>
                    <a:pt x="228" y="5"/>
                  </a:moveTo>
                  <a:lnTo>
                    <a:pt x="228" y="5"/>
                  </a:lnTo>
                  <a:lnTo>
                    <a:pt x="195" y="0"/>
                  </a:lnTo>
                  <a:lnTo>
                    <a:pt x="167" y="5"/>
                  </a:lnTo>
                  <a:lnTo>
                    <a:pt x="134" y="19"/>
                  </a:lnTo>
                  <a:lnTo>
                    <a:pt x="100" y="37"/>
                  </a:lnTo>
                  <a:lnTo>
                    <a:pt x="73" y="65"/>
                  </a:lnTo>
                  <a:lnTo>
                    <a:pt x="50" y="97"/>
                  </a:lnTo>
                  <a:lnTo>
                    <a:pt x="28" y="134"/>
                  </a:lnTo>
                  <a:lnTo>
                    <a:pt x="11" y="176"/>
                  </a:lnTo>
                  <a:lnTo>
                    <a:pt x="6" y="208"/>
                  </a:lnTo>
                  <a:lnTo>
                    <a:pt x="0" y="241"/>
                  </a:lnTo>
                  <a:lnTo>
                    <a:pt x="6" y="301"/>
                  </a:lnTo>
                  <a:lnTo>
                    <a:pt x="11" y="329"/>
                  </a:lnTo>
                  <a:lnTo>
                    <a:pt x="17" y="356"/>
                  </a:lnTo>
                  <a:lnTo>
                    <a:pt x="28" y="379"/>
                  </a:lnTo>
                  <a:lnTo>
                    <a:pt x="45" y="398"/>
                  </a:lnTo>
                  <a:lnTo>
                    <a:pt x="73" y="398"/>
                  </a:lnTo>
                  <a:lnTo>
                    <a:pt x="112" y="403"/>
                  </a:lnTo>
                  <a:lnTo>
                    <a:pt x="151" y="412"/>
                  </a:lnTo>
                  <a:lnTo>
                    <a:pt x="173" y="421"/>
                  </a:lnTo>
                  <a:lnTo>
                    <a:pt x="190" y="435"/>
                  </a:lnTo>
                  <a:lnTo>
                    <a:pt x="212" y="426"/>
                  </a:lnTo>
                  <a:lnTo>
                    <a:pt x="228" y="412"/>
                  </a:lnTo>
                  <a:lnTo>
                    <a:pt x="267" y="375"/>
                  </a:lnTo>
                  <a:lnTo>
                    <a:pt x="295" y="324"/>
                  </a:lnTo>
                  <a:lnTo>
                    <a:pt x="318" y="268"/>
                  </a:lnTo>
                  <a:lnTo>
                    <a:pt x="329" y="222"/>
                  </a:lnTo>
                  <a:lnTo>
                    <a:pt x="334" y="181"/>
                  </a:lnTo>
                  <a:lnTo>
                    <a:pt x="329" y="139"/>
                  </a:lnTo>
                  <a:lnTo>
                    <a:pt x="318" y="102"/>
                  </a:lnTo>
                  <a:lnTo>
                    <a:pt x="306" y="70"/>
                  </a:lnTo>
                  <a:lnTo>
                    <a:pt x="284" y="42"/>
                  </a:lnTo>
                  <a:lnTo>
                    <a:pt x="256" y="19"/>
                  </a:lnTo>
                  <a:lnTo>
                    <a:pt x="228" y="5"/>
                  </a:lnTo>
                  <a:close/>
                </a:path>
              </a:pathLst>
            </a:custGeom>
            <a:solidFill>
              <a:srgbClr val="FF7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3962" y="2377"/>
              <a:ext cx="289" cy="398"/>
            </a:xfrm>
            <a:custGeom>
              <a:rect b="b" l="l" r="r" t="t"/>
              <a:pathLst>
                <a:path extrusionOk="0" h="398" w="289">
                  <a:moveTo>
                    <a:pt x="194" y="5"/>
                  </a:moveTo>
                  <a:lnTo>
                    <a:pt x="194" y="5"/>
                  </a:lnTo>
                  <a:lnTo>
                    <a:pt x="167" y="0"/>
                  </a:lnTo>
                  <a:lnTo>
                    <a:pt x="133" y="10"/>
                  </a:lnTo>
                  <a:lnTo>
                    <a:pt x="105" y="23"/>
                  </a:lnTo>
                  <a:lnTo>
                    <a:pt x="83" y="42"/>
                  </a:lnTo>
                  <a:lnTo>
                    <a:pt x="55" y="70"/>
                  </a:lnTo>
                  <a:lnTo>
                    <a:pt x="39" y="102"/>
                  </a:lnTo>
                  <a:lnTo>
                    <a:pt x="16" y="139"/>
                  </a:lnTo>
                  <a:lnTo>
                    <a:pt x="5" y="176"/>
                  </a:lnTo>
                  <a:lnTo>
                    <a:pt x="0" y="236"/>
                  </a:lnTo>
                  <a:lnTo>
                    <a:pt x="5" y="292"/>
                  </a:lnTo>
                  <a:lnTo>
                    <a:pt x="11" y="315"/>
                  </a:lnTo>
                  <a:lnTo>
                    <a:pt x="22" y="338"/>
                  </a:lnTo>
                  <a:lnTo>
                    <a:pt x="33" y="356"/>
                  </a:lnTo>
                  <a:lnTo>
                    <a:pt x="44" y="375"/>
                  </a:lnTo>
                  <a:lnTo>
                    <a:pt x="94" y="380"/>
                  </a:lnTo>
                  <a:lnTo>
                    <a:pt x="122" y="389"/>
                  </a:lnTo>
                  <a:lnTo>
                    <a:pt x="144" y="398"/>
                  </a:lnTo>
                  <a:lnTo>
                    <a:pt x="167" y="389"/>
                  </a:lnTo>
                  <a:lnTo>
                    <a:pt x="189" y="375"/>
                  </a:lnTo>
                  <a:lnTo>
                    <a:pt x="211" y="361"/>
                  </a:lnTo>
                  <a:lnTo>
                    <a:pt x="228" y="338"/>
                  </a:lnTo>
                  <a:lnTo>
                    <a:pt x="244" y="315"/>
                  </a:lnTo>
                  <a:lnTo>
                    <a:pt x="261" y="287"/>
                  </a:lnTo>
                  <a:lnTo>
                    <a:pt x="272" y="259"/>
                  </a:lnTo>
                  <a:lnTo>
                    <a:pt x="283" y="227"/>
                  </a:lnTo>
                  <a:lnTo>
                    <a:pt x="289" y="185"/>
                  </a:lnTo>
                  <a:lnTo>
                    <a:pt x="289" y="148"/>
                  </a:lnTo>
                  <a:lnTo>
                    <a:pt x="283" y="111"/>
                  </a:lnTo>
                  <a:lnTo>
                    <a:pt x="278" y="79"/>
                  </a:lnTo>
                  <a:lnTo>
                    <a:pt x="261" y="51"/>
                  </a:lnTo>
                  <a:lnTo>
                    <a:pt x="244" y="28"/>
                  </a:lnTo>
                  <a:lnTo>
                    <a:pt x="222" y="14"/>
                  </a:lnTo>
                  <a:lnTo>
                    <a:pt x="194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3967" y="2377"/>
              <a:ext cx="284" cy="255"/>
            </a:xfrm>
            <a:custGeom>
              <a:rect b="b" l="l" r="r" t="t"/>
              <a:pathLst>
                <a:path extrusionOk="0" h="255" w="284">
                  <a:moveTo>
                    <a:pt x="178" y="37"/>
                  </a:moveTo>
                  <a:lnTo>
                    <a:pt x="178" y="37"/>
                  </a:lnTo>
                  <a:lnTo>
                    <a:pt x="206" y="47"/>
                  </a:lnTo>
                  <a:lnTo>
                    <a:pt x="228" y="60"/>
                  </a:lnTo>
                  <a:lnTo>
                    <a:pt x="245" y="84"/>
                  </a:lnTo>
                  <a:lnTo>
                    <a:pt x="262" y="111"/>
                  </a:lnTo>
                  <a:lnTo>
                    <a:pt x="273" y="144"/>
                  </a:lnTo>
                  <a:lnTo>
                    <a:pt x="273" y="176"/>
                  </a:lnTo>
                  <a:lnTo>
                    <a:pt x="273" y="213"/>
                  </a:lnTo>
                  <a:lnTo>
                    <a:pt x="267" y="255"/>
                  </a:lnTo>
                  <a:lnTo>
                    <a:pt x="278" y="227"/>
                  </a:lnTo>
                  <a:lnTo>
                    <a:pt x="284" y="185"/>
                  </a:lnTo>
                  <a:lnTo>
                    <a:pt x="284" y="148"/>
                  </a:lnTo>
                  <a:lnTo>
                    <a:pt x="278" y="111"/>
                  </a:lnTo>
                  <a:lnTo>
                    <a:pt x="273" y="79"/>
                  </a:lnTo>
                  <a:lnTo>
                    <a:pt x="256" y="51"/>
                  </a:lnTo>
                  <a:lnTo>
                    <a:pt x="239" y="28"/>
                  </a:lnTo>
                  <a:lnTo>
                    <a:pt x="217" y="14"/>
                  </a:lnTo>
                  <a:lnTo>
                    <a:pt x="189" y="5"/>
                  </a:lnTo>
                  <a:lnTo>
                    <a:pt x="162" y="0"/>
                  </a:lnTo>
                  <a:lnTo>
                    <a:pt x="128" y="10"/>
                  </a:lnTo>
                  <a:lnTo>
                    <a:pt x="100" y="23"/>
                  </a:lnTo>
                  <a:lnTo>
                    <a:pt x="78" y="42"/>
                  </a:lnTo>
                  <a:lnTo>
                    <a:pt x="50" y="70"/>
                  </a:lnTo>
                  <a:lnTo>
                    <a:pt x="34" y="102"/>
                  </a:lnTo>
                  <a:lnTo>
                    <a:pt x="11" y="139"/>
                  </a:lnTo>
                  <a:lnTo>
                    <a:pt x="0" y="176"/>
                  </a:lnTo>
                  <a:lnTo>
                    <a:pt x="0" y="185"/>
                  </a:lnTo>
                  <a:lnTo>
                    <a:pt x="11" y="153"/>
                  </a:lnTo>
                  <a:lnTo>
                    <a:pt x="34" y="121"/>
                  </a:lnTo>
                  <a:lnTo>
                    <a:pt x="50" y="93"/>
                  </a:lnTo>
                  <a:lnTo>
                    <a:pt x="72" y="70"/>
                  </a:lnTo>
                  <a:lnTo>
                    <a:pt x="100" y="56"/>
                  </a:lnTo>
                  <a:lnTo>
                    <a:pt x="128" y="42"/>
                  </a:lnTo>
                  <a:lnTo>
                    <a:pt x="150" y="37"/>
                  </a:lnTo>
                  <a:lnTo>
                    <a:pt x="178" y="3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4006" y="2377"/>
              <a:ext cx="217" cy="236"/>
            </a:xfrm>
            <a:custGeom>
              <a:rect b="b" l="l" r="r" t="t"/>
              <a:pathLst>
                <a:path extrusionOk="0" h="236" w="217">
                  <a:moveTo>
                    <a:pt x="212" y="139"/>
                  </a:moveTo>
                  <a:lnTo>
                    <a:pt x="212" y="139"/>
                  </a:lnTo>
                  <a:lnTo>
                    <a:pt x="206" y="162"/>
                  </a:lnTo>
                  <a:lnTo>
                    <a:pt x="189" y="185"/>
                  </a:lnTo>
                  <a:lnTo>
                    <a:pt x="178" y="204"/>
                  </a:lnTo>
                  <a:lnTo>
                    <a:pt x="156" y="218"/>
                  </a:lnTo>
                  <a:lnTo>
                    <a:pt x="139" y="227"/>
                  </a:lnTo>
                  <a:lnTo>
                    <a:pt x="117" y="236"/>
                  </a:lnTo>
                  <a:lnTo>
                    <a:pt x="95" y="236"/>
                  </a:lnTo>
                  <a:lnTo>
                    <a:pt x="72" y="236"/>
                  </a:lnTo>
                  <a:lnTo>
                    <a:pt x="56" y="227"/>
                  </a:lnTo>
                  <a:lnTo>
                    <a:pt x="39" y="218"/>
                  </a:lnTo>
                  <a:lnTo>
                    <a:pt x="22" y="204"/>
                  </a:lnTo>
                  <a:lnTo>
                    <a:pt x="11" y="185"/>
                  </a:lnTo>
                  <a:lnTo>
                    <a:pt x="6" y="167"/>
                  </a:lnTo>
                  <a:lnTo>
                    <a:pt x="0" y="144"/>
                  </a:lnTo>
                  <a:lnTo>
                    <a:pt x="0" y="121"/>
                  </a:lnTo>
                  <a:lnTo>
                    <a:pt x="6" y="97"/>
                  </a:lnTo>
                  <a:lnTo>
                    <a:pt x="17" y="74"/>
                  </a:lnTo>
                  <a:lnTo>
                    <a:pt x="28" y="56"/>
                  </a:lnTo>
                  <a:lnTo>
                    <a:pt x="45" y="37"/>
                  </a:lnTo>
                  <a:lnTo>
                    <a:pt x="61" y="23"/>
                  </a:lnTo>
                  <a:lnTo>
                    <a:pt x="84" y="10"/>
                  </a:lnTo>
                  <a:lnTo>
                    <a:pt x="100" y="5"/>
                  </a:lnTo>
                  <a:lnTo>
                    <a:pt x="123" y="0"/>
                  </a:lnTo>
                  <a:lnTo>
                    <a:pt x="145" y="5"/>
                  </a:lnTo>
                  <a:lnTo>
                    <a:pt x="167" y="10"/>
                  </a:lnTo>
                  <a:lnTo>
                    <a:pt x="184" y="19"/>
                  </a:lnTo>
                  <a:lnTo>
                    <a:pt x="195" y="37"/>
                  </a:lnTo>
                  <a:lnTo>
                    <a:pt x="206" y="51"/>
                  </a:lnTo>
                  <a:lnTo>
                    <a:pt x="217" y="74"/>
                  </a:lnTo>
                  <a:lnTo>
                    <a:pt x="217" y="93"/>
                  </a:lnTo>
                  <a:lnTo>
                    <a:pt x="217" y="116"/>
                  </a:lnTo>
                  <a:lnTo>
                    <a:pt x="212" y="139"/>
                  </a:lnTo>
                  <a:close/>
                </a:path>
              </a:pathLst>
            </a:custGeom>
            <a:solidFill>
              <a:srgbClr val="1A5AA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4028" y="2400"/>
              <a:ext cx="173" cy="190"/>
            </a:xfrm>
            <a:custGeom>
              <a:rect b="b" l="l" r="r" t="t"/>
              <a:pathLst>
                <a:path extrusionOk="0" h="190" w="173">
                  <a:moveTo>
                    <a:pt x="173" y="111"/>
                  </a:moveTo>
                  <a:lnTo>
                    <a:pt x="173" y="111"/>
                  </a:lnTo>
                  <a:lnTo>
                    <a:pt x="162" y="130"/>
                  </a:lnTo>
                  <a:lnTo>
                    <a:pt x="151" y="148"/>
                  </a:lnTo>
                  <a:lnTo>
                    <a:pt x="139" y="162"/>
                  </a:lnTo>
                  <a:lnTo>
                    <a:pt x="128" y="176"/>
                  </a:lnTo>
                  <a:lnTo>
                    <a:pt x="112" y="181"/>
                  </a:lnTo>
                  <a:lnTo>
                    <a:pt x="95" y="190"/>
                  </a:lnTo>
                  <a:lnTo>
                    <a:pt x="78" y="190"/>
                  </a:lnTo>
                  <a:lnTo>
                    <a:pt x="62" y="190"/>
                  </a:lnTo>
                  <a:lnTo>
                    <a:pt x="45" y="181"/>
                  </a:lnTo>
                  <a:lnTo>
                    <a:pt x="28" y="176"/>
                  </a:lnTo>
                  <a:lnTo>
                    <a:pt x="17" y="162"/>
                  </a:lnTo>
                  <a:lnTo>
                    <a:pt x="6" y="148"/>
                  </a:lnTo>
                  <a:lnTo>
                    <a:pt x="0" y="135"/>
                  </a:lnTo>
                  <a:lnTo>
                    <a:pt x="0" y="116"/>
                  </a:lnTo>
                  <a:lnTo>
                    <a:pt x="0" y="98"/>
                  </a:lnTo>
                  <a:lnTo>
                    <a:pt x="6" y="79"/>
                  </a:lnTo>
                  <a:lnTo>
                    <a:pt x="11" y="61"/>
                  </a:lnTo>
                  <a:lnTo>
                    <a:pt x="23" y="42"/>
                  </a:lnTo>
                  <a:lnTo>
                    <a:pt x="34" y="28"/>
                  </a:lnTo>
                  <a:lnTo>
                    <a:pt x="50" y="19"/>
                  </a:lnTo>
                  <a:lnTo>
                    <a:pt x="67" y="10"/>
                  </a:lnTo>
                  <a:lnTo>
                    <a:pt x="84" y="5"/>
                  </a:lnTo>
                  <a:lnTo>
                    <a:pt x="101" y="0"/>
                  </a:lnTo>
                  <a:lnTo>
                    <a:pt x="117" y="5"/>
                  </a:lnTo>
                  <a:lnTo>
                    <a:pt x="134" y="10"/>
                  </a:lnTo>
                  <a:lnTo>
                    <a:pt x="145" y="19"/>
                  </a:lnTo>
                  <a:lnTo>
                    <a:pt x="156" y="28"/>
                  </a:lnTo>
                  <a:lnTo>
                    <a:pt x="167" y="42"/>
                  </a:lnTo>
                  <a:lnTo>
                    <a:pt x="173" y="61"/>
                  </a:lnTo>
                  <a:lnTo>
                    <a:pt x="173" y="74"/>
                  </a:lnTo>
                  <a:lnTo>
                    <a:pt x="173" y="93"/>
                  </a:lnTo>
                  <a:lnTo>
                    <a:pt x="173" y="111"/>
                  </a:lnTo>
                  <a:close/>
                </a:path>
              </a:pathLst>
            </a:custGeom>
            <a:solidFill>
              <a:srgbClr val="28AEC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4056" y="2442"/>
              <a:ext cx="117" cy="116"/>
            </a:xfrm>
            <a:custGeom>
              <a:rect b="b" l="l" r="r" t="t"/>
              <a:pathLst>
                <a:path extrusionOk="0" h="116" w="117">
                  <a:moveTo>
                    <a:pt x="111" y="69"/>
                  </a:moveTo>
                  <a:lnTo>
                    <a:pt x="111" y="69"/>
                  </a:lnTo>
                  <a:lnTo>
                    <a:pt x="100" y="93"/>
                  </a:lnTo>
                  <a:lnTo>
                    <a:pt x="84" y="106"/>
                  </a:lnTo>
                  <a:lnTo>
                    <a:pt x="61" y="116"/>
                  </a:lnTo>
                  <a:lnTo>
                    <a:pt x="39" y="116"/>
                  </a:lnTo>
                  <a:lnTo>
                    <a:pt x="22" y="106"/>
                  </a:lnTo>
                  <a:lnTo>
                    <a:pt x="6" y="88"/>
                  </a:lnTo>
                  <a:lnTo>
                    <a:pt x="0" y="69"/>
                  </a:lnTo>
                  <a:lnTo>
                    <a:pt x="6" y="46"/>
                  </a:lnTo>
                  <a:lnTo>
                    <a:pt x="17" y="23"/>
                  </a:lnTo>
                  <a:lnTo>
                    <a:pt x="34" y="9"/>
                  </a:lnTo>
                  <a:lnTo>
                    <a:pt x="56" y="0"/>
                  </a:lnTo>
                  <a:lnTo>
                    <a:pt x="78" y="0"/>
                  </a:lnTo>
                  <a:lnTo>
                    <a:pt x="95" y="9"/>
                  </a:lnTo>
                  <a:lnTo>
                    <a:pt x="111" y="23"/>
                  </a:lnTo>
                  <a:lnTo>
                    <a:pt x="117" y="46"/>
                  </a:lnTo>
                  <a:lnTo>
                    <a:pt x="111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4078" y="2433"/>
              <a:ext cx="45" cy="46"/>
            </a:xfrm>
            <a:custGeom>
              <a:rect b="b" l="l" r="r" t="t"/>
              <a:pathLst>
                <a:path extrusionOk="0" h="46" w="45">
                  <a:moveTo>
                    <a:pt x="45" y="23"/>
                  </a:moveTo>
                  <a:lnTo>
                    <a:pt x="45" y="23"/>
                  </a:lnTo>
                  <a:lnTo>
                    <a:pt x="39" y="32"/>
                  </a:lnTo>
                  <a:lnTo>
                    <a:pt x="34" y="41"/>
                  </a:lnTo>
                  <a:lnTo>
                    <a:pt x="28" y="46"/>
                  </a:lnTo>
                  <a:lnTo>
                    <a:pt x="17" y="46"/>
                  </a:lnTo>
                  <a:lnTo>
                    <a:pt x="12" y="41"/>
                  </a:lnTo>
                  <a:lnTo>
                    <a:pt x="6" y="37"/>
                  </a:lnTo>
                  <a:lnTo>
                    <a:pt x="0" y="28"/>
                  </a:lnTo>
                  <a:lnTo>
                    <a:pt x="0" y="18"/>
                  </a:lnTo>
                  <a:lnTo>
                    <a:pt x="6" y="9"/>
                  </a:lnTo>
                  <a:lnTo>
                    <a:pt x="12" y="4"/>
                  </a:lnTo>
                  <a:lnTo>
                    <a:pt x="17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9"/>
                  </a:lnTo>
                  <a:lnTo>
                    <a:pt x="45" y="14"/>
                  </a:lnTo>
                  <a:lnTo>
                    <a:pt x="45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129" y="2525"/>
              <a:ext cx="27" cy="23"/>
            </a:xfrm>
            <a:custGeom>
              <a:rect b="b" l="l" r="r" t="t"/>
              <a:pathLst>
                <a:path extrusionOk="0" h="23" w="27">
                  <a:moveTo>
                    <a:pt x="16" y="0"/>
                  </a:moveTo>
                  <a:lnTo>
                    <a:pt x="16" y="0"/>
                  </a:lnTo>
                  <a:lnTo>
                    <a:pt x="22" y="5"/>
                  </a:lnTo>
                  <a:lnTo>
                    <a:pt x="27" y="14"/>
                  </a:lnTo>
                  <a:lnTo>
                    <a:pt x="22" y="23"/>
                  </a:lnTo>
                  <a:lnTo>
                    <a:pt x="16" y="23"/>
                  </a:lnTo>
                  <a:lnTo>
                    <a:pt x="5" y="23"/>
                  </a:lnTo>
                  <a:lnTo>
                    <a:pt x="0" y="14"/>
                  </a:lnTo>
                  <a:lnTo>
                    <a:pt x="5" y="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906" y="2696"/>
              <a:ext cx="300" cy="130"/>
            </a:xfrm>
            <a:custGeom>
              <a:rect b="b" l="l" r="r" t="t"/>
              <a:pathLst>
                <a:path extrusionOk="0" h="130" w="300">
                  <a:moveTo>
                    <a:pt x="300" y="102"/>
                  </a:moveTo>
                  <a:lnTo>
                    <a:pt x="300" y="102"/>
                  </a:lnTo>
                  <a:lnTo>
                    <a:pt x="300" y="88"/>
                  </a:lnTo>
                  <a:lnTo>
                    <a:pt x="284" y="61"/>
                  </a:lnTo>
                  <a:lnTo>
                    <a:pt x="273" y="47"/>
                  </a:lnTo>
                  <a:lnTo>
                    <a:pt x="256" y="33"/>
                  </a:lnTo>
                  <a:lnTo>
                    <a:pt x="234" y="24"/>
                  </a:lnTo>
                  <a:lnTo>
                    <a:pt x="200" y="14"/>
                  </a:lnTo>
                  <a:lnTo>
                    <a:pt x="117" y="0"/>
                  </a:lnTo>
                  <a:lnTo>
                    <a:pt x="95" y="0"/>
                  </a:lnTo>
                  <a:lnTo>
                    <a:pt x="72" y="0"/>
                  </a:lnTo>
                  <a:lnTo>
                    <a:pt x="44" y="5"/>
                  </a:lnTo>
                  <a:lnTo>
                    <a:pt x="22" y="14"/>
                  </a:lnTo>
                  <a:lnTo>
                    <a:pt x="0" y="24"/>
                  </a:lnTo>
                  <a:lnTo>
                    <a:pt x="5" y="33"/>
                  </a:lnTo>
                  <a:lnTo>
                    <a:pt x="22" y="61"/>
                  </a:lnTo>
                  <a:lnTo>
                    <a:pt x="39" y="79"/>
                  </a:lnTo>
                  <a:lnTo>
                    <a:pt x="56" y="93"/>
                  </a:lnTo>
                  <a:lnTo>
                    <a:pt x="72" y="107"/>
                  </a:lnTo>
                  <a:lnTo>
                    <a:pt x="100" y="116"/>
                  </a:lnTo>
                  <a:lnTo>
                    <a:pt x="172" y="130"/>
                  </a:lnTo>
                  <a:lnTo>
                    <a:pt x="195" y="130"/>
                  </a:lnTo>
                  <a:lnTo>
                    <a:pt x="223" y="125"/>
                  </a:lnTo>
                  <a:lnTo>
                    <a:pt x="278" y="111"/>
                  </a:lnTo>
                  <a:lnTo>
                    <a:pt x="300" y="102"/>
                  </a:lnTo>
                  <a:close/>
                </a:path>
              </a:pathLst>
            </a:custGeom>
            <a:solidFill>
              <a:srgbClr val="F7F7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906" y="2692"/>
              <a:ext cx="323" cy="97"/>
            </a:xfrm>
            <a:custGeom>
              <a:rect b="b" l="l" r="r" t="t"/>
              <a:pathLst>
                <a:path extrusionOk="0" h="97" w="323">
                  <a:moveTo>
                    <a:pt x="0" y="23"/>
                  </a:moveTo>
                  <a:lnTo>
                    <a:pt x="0" y="23"/>
                  </a:lnTo>
                  <a:lnTo>
                    <a:pt x="33" y="14"/>
                  </a:lnTo>
                  <a:lnTo>
                    <a:pt x="72" y="4"/>
                  </a:lnTo>
                  <a:lnTo>
                    <a:pt x="117" y="0"/>
                  </a:lnTo>
                  <a:lnTo>
                    <a:pt x="172" y="4"/>
                  </a:lnTo>
                  <a:lnTo>
                    <a:pt x="195" y="9"/>
                  </a:lnTo>
                  <a:lnTo>
                    <a:pt x="223" y="18"/>
                  </a:lnTo>
                  <a:lnTo>
                    <a:pt x="250" y="32"/>
                  </a:lnTo>
                  <a:lnTo>
                    <a:pt x="273" y="46"/>
                  </a:lnTo>
                  <a:lnTo>
                    <a:pt x="300" y="69"/>
                  </a:lnTo>
                  <a:lnTo>
                    <a:pt x="323" y="97"/>
                  </a:lnTo>
                  <a:lnTo>
                    <a:pt x="306" y="78"/>
                  </a:lnTo>
                  <a:lnTo>
                    <a:pt x="284" y="65"/>
                  </a:lnTo>
                  <a:lnTo>
                    <a:pt x="250" y="46"/>
                  </a:lnTo>
                  <a:lnTo>
                    <a:pt x="206" y="28"/>
                  </a:lnTo>
                  <a:lnTo>
                    <a:pt x="150" y="18"/>
                  </a:lnTo>
                  <a:lnTo>
                    <a:pt x="83" y="14"/>
                  </a:lnTo>
                  <a:lnTo>
                    <a:pt x="44" y="18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A6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962" y="2720"/>
              <a:ext cx="167" cy="87"/>
            </a:xfrm>
            <a:custGeom>
              <a:rect b="b" l="l" r="r" t="t"/>
              <a:pathLst>
                <a:path extrusionOk="0" h="87" w="167">
                  <a:moveTo>
                    <a:pt x="0" y="32"/>
                  </a:moveTo>
                  <a:lnTo>
                    <a:pt x="0" y="32"/>
                  </a:lnTo>
                  <a:lnTo>
                    <a:pt x="5" y="50"/>
                  </a:lnTo>
                  <a:lnTo>
                    <a:pt x="16" y="69"/>
                  </a:lnTo>
                  <a:lnTo>
                    <a:pt x="44" y="78"/>
                  </a:lnTo>
                  <a:lnTo>
                    <a:pt x="72" y="87"/>
                  </a:lnTo>
                  <a:lnTo>
                    <a:pt x="105" y="87"/>
                  </a:lnTo>
                  <a:lnTo>
                    <a:pt x="133" y="83"/>
                  </a:lnTo>
                  <a:lnTo>
                    <a:pt x="155" y="69"/>
                  </a:lnTo>
                  <a:lnTo>
                    <a:pt x="167" y="50"/>
                  </a:lnTo>
                  <a:lnTo>
                    <a:pt x="161" y="37"/>
                  </a:lnTo>
                  <a:lnTo>
                    <a:pt x="144" y="18"/>
                  </a:lnTo>
                  <a:lnTo>
                    <a:pt x="122" y="4"/>
                  </a:lnTo>
                  <a:lnTo>
                    <a:pt x="89" y="0"/>
                  </a:lnTo>
                  <a:lnTo>
                    <a:pt x="55" y="0"/>
                  </a:lnTo>
                  <a:lnTo>
                    <a:pt x="27" y="4"/>
                  </a:lnTo>
                  <a:lnTo>
                    <a:pt x="11" y="18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3962" y="2720"/>
              <a:ext cx="161" cy="87"/>
            </a:xfrm>
            <a:custGeom>
              <a:rect b="b" l="l" r="r" t="t"/>
              <a:pathLst>
                <a:path extrusionOk="0" h="87" w="161">
                  <a:moveTo>
                    <a:pt x="161" y="50"/>
                  </a:moveTo>
                  <a:lnTo>
                    <a:pt x="161" y="50"/>
                  </a:lnTo>
                  <a:lnTo>
                    <a:pt x="155" y="37"/>
                  </a:lnTo>
                  <a:lnTo>
                    <a:pt x="144" y="18"/>
                  </a:lnTo>
                  <a:lnTo>
                    <a:pt x="122" y="9"/>
                  </a:lnTo>
                  <a:lnTo>
                    <a:pt x="89" y="0"/>
                  </a:lnTo>
                  <a:lnTo>
                    <a:pt x="55" y="0"/>
                  </a:lnTo>
                  <a:lnTo>
                    <a:pt x="33" y="4"/>
                  </a:lnTo>
                  <a:lnTo>
                    <a:pt x="11" y="18"/>
                  </a:lnTo>
                  <a:lnTo>
                    <a:pt x="0" y="32"/>
                  </a:lnTo>
                  <a:lnTo>
                    <a:pt x="5" y="50"/>
                  </a:lnTo>
                  <a:lnTo>
                    <a:pt x="22" y="64"/>
                  </a:lnTo>
                  <a:lnTo>
                    <a:pt x="44" y="78"/>
                  </a:lnTo>
                  <a:lnTo>
                    <a:pt x="77" y="83"/>
                  </a:lnTo>
                  <a:lnTo>
                    <a:pt x="105" y="87"/>
                  </a:lnTo>
                  <a:lnTo>
                    <a:pt x="133" y="78"/>
                  </a:lnTo>
                  <a:lnTo>
                    <a:pt x="155" y="69"/>
                  </a:lnTo>
                  <a:lnTo>
                    <a:pt x="161" y="50"/>
                  </a:lnTo>
                  <a:close/>
                </a:path>
              </a:pathLst>
            </a:custGeom>
            <a:solidFill>
              <a:srgbClr val="FFF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3967" y="2724"/>
              <a:ext cx="156" cy="79"/>
            </a:xfrm>
            <a:custGeom>
              <a:rect b="b" l="l" r="r" t="t"/>
              <a:pathLst>
                <a:path extrusionOk="0" h="79" w="156">
                  <a:moveTo>
                    <a:pt x="156" y="46"/>
                  </a:moveTo>
                  <a:lnTo>
                    <a:pt x="156" y="46"/>
                  </a:lnTo>
                  <a:lnTo>
                    <a:pt x="150" y="33"/>
                  </a:lnTo>
                  <a:lnTo>
                    <a:pt x="134" y="14"/>
                  </a:lnTo>
                  <a:lnTo>
                    <a:pt x="111" y="5"/>
                  </a:lnTo>
                  <a:lnTo>
                    <a:pt x="84" y="0"/>
                  </a:lnTo>
                  <a:lnTo>
                    <a:pt x="56" y="0"/>
                  </a:lnTo>
                  <a:lnTo>
                    <a:pt x="28" y="5"/>
                  </a:lnTo>
                  <a:lnTo>
                    <a:pt x="11" y="14"/>
                  </a:lnTo>
                  <a:lnTo>
                    <a:pt x="0" y="28"/>
                  </a:lnTo>
                  <a:lnTo>
                    <a:pt x="6" y="46"/>
                  </a:lnTo>
                  <a:lnTo>
                    <a:pt x="17" y="60"/>
                  </a:lnTo>
                  <a:lnTo>
                    <a:pt x="39" y="74"/>
                  </a:lnTo>
                  <a:lnTo>
                    <a:pt x="72" y="79"/>
                  </a:lnTo>
                  <a:lnTo>
                    <a:pt x="100" y="79"/>
                  </a:lnTo>
                  <a:lnTo>
                    <a:pt x="128" y="74"/>
                  </a:lnTo>
                  <a:lnTo>
                    <a:pt x="145" y="65"/>
                  </a:lnTo>
                  <a:lnTo>
                    <a:pt x="156" y="46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973" y="2724"/>
              <a:ext cx="144" cy="79"/>
            </a:xfrm>
            <a:custGeom>
              <a:rect b="b" l="l" r="r" t="t"/>
              <a:pathLst>
                <a:path extrusionOk="0" h="79" w="144">
                  <a:moveTo>
                    <a:pt x="144" y="46"/>
                  </a:moveTo>
                  <a:lnTo>
                    <a:pt x="144" y="46"/>
                  </a:lnTo>
                  <a:lnTo>
                    <a:pt x="139" y="33"/>
                  </a:lnTo>
                  <a:lnTo>
                    <a:pt x="128" y="19"/>
                  </a:lnTo>
                  <a:lnTo>
                    <a:pt x="105" y="5"/>
                  </a:lnTo>
                  <a:lnTo>
                    <a:pt x="78" y="0"/>
                  </a:lnTo>
                  <a:lnTo>
                    <a:pt x="50" y="0"/>
                  </a:lnTo>
                  <a:lnTo>
                    <a:pt x="22" y="5"/>
                  </a:lnTo>
                  <a:lnTo>
                    <a:pt x="5" y="14"/>
                  </a:lnTo>
                  <a:lnTo>
                    <a:pt x="0" y="33"/>
                  </a:lnTo>
                  <a:lnTo>
                    <a:pt x="0" y="46"/>
                  </a:lnTo>
                  <a:lnTo>
                    <a:pt x="16" y="60"/>
                  </a:lnTo>
                  <a:lnTo>
                    <a:pt x="39" y="70"/>
                  </a:lnTo>
                  <a:lnTo>
                    <a:pt x="66" y="79"/>
                  </a:lnTo>
                  <a:lnTo>
                    <a:pt x="94" y="79"/>
                  </a:lnTo>
                  <a:lnTo>
                    <a:pt x="117" y="74"/>
                  </a:lnTo>
                  <a:lnTo>
                    <a:pt x="139" y="60"/>
                  </a:lnTo>
                  <a:lnTo>
                    <a:pt x="144" y="46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3973" y="2724"/>
              <a:ext cx="139" cy="74"/>
            </a:xfrm>
            <a:custGeom>
              <a:rect b="b" l="l" r="r" t="t"/>
              <a:pathLst>
                <a:path extrusionOk="0" h="74" w="139">
                  <a:moveTo>
                    <a:pt x="139" y="46"/>
                  </a:moveTo>
                  <a:lnTo>
                    <a:pt x="139" y="46"/>
                  </a:lnTo>
                  <a:lnTo>
                    <a:pt x="139" y="33"/>
                  </a:lnTo>
                  <a:lnTo>
                    <a:pt x="128" y="19"/>
                  </a:lnTo>
                  <a:lnTo>
                    <a:pt x="105" y="9"/>
                  </a:lnTo>
                  <a:lnTo>
                    <a:pt x="78" y="0"/>
                  </a:lnTo>
                  <a:lnTo>
                    <a:pt x="50" y="0"/>
                  </a:lnTo>
                  <a:lnTo>
                    <a:pt x="28" y="5"/>
                  </a:lnTo>
                  <a:lnTo>
                    <a:pt x="11" y="19"/>
                  </a:lnTo>
                  <a:lnTo>
                    <a:pt x="0" y="33"/>
                  </a:lnTo>
                  <a:lnTo>
                    <a:pt x="5" y="46"/>
                  </a:lnTo>
                  <a:lnTo>
                    <a:pt x="16" y="60"/>
                  </a:lnTo>
                  <a:lnTo>
                    <a:pt x="39" y="70"/>
                  </a:lnTo>
                  <a:lnTo>
                    <a:pt x="66" y="74"/>
                  </a:lnTo>
                  <a:lnTo>
                    <a:pt x="94" y="74"/>
                  </a:lnTo>
                  <a:lnTo>
                    <a:pt x="117" y="70"/>
                  </a:lnTo>
                  <a:lnTo>
                    <a:pt x="133" y="60"/>
                  </a:lnTo>
                  <a:lnTo>
                    <a:pt x="139" y="46"/>
                  </a:lnTo>
                  <a:close/>
                </a:path>
              </a:pathLst>
            </a:custGeom>
            <a:solidFill>
              <a:srgbClr val="FFED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3978" y="2729"/>
              <a:ext cx="134" cy="69"/>
            </a:xfrm>
            <a:custGeom>
              <a:rect b="b" l="l" r="r" t="t"/>
              <a:pathLst>
                <a:path extrusionOk="0" h="69" w="134">
                  <a:moveTo>
                    <a:pt x="134" y="41"/>
                  </a:moveTo>
                  <a:lnTo>
                    <a:pt x="134" y="41"/>
                  </a:lnTo>
                  <a:lnTo>
                    <a:pt x="128" y="28"/>
                  </a:lnTo>
                  <a:lnTo>
                    <a:pt x="117" y="14"/>
                  </a:lnTo>
                  <a:lnTo>
                    <a:pt x="95" y="4"/>
                  </a:lnTo>
                  <a:lnTo>
                    <a:pt x="73" y="0"/>
                  </a:lnTo>
                  <a:lnTo>
                    <a:pt x="45" y="0"/>
                  </a:lnTo>
                  <a:lnTo>
                    <a:pt x="23" y="4"/>
                  </a:lnTo>
                  <a:lnTo>
                    <a:pt x="6" y="14"/>
                  </a:lnTo>
                  <a:lnTo>
                    <a:pt x="0" y="28"/>
                  </a:lnTo>
                  <a:lnTo>
                    <a:pt x="0" y="41"/>
                  </a:lnTo>
                  <a:lnTo>
                    <a:pt x="11" y="55"/>
                  </a:lnTo>
                  <a:lnTo>
                    <a:pt x="34" y="65"/>
                  </a:lnTo>
                  <a:lnTo>
                    <a:pt x="61" y="69"/>
                  </a:lnTo>
                  <a:lnTo>
                    <a:pt x="89" y="69"/>
                  </a:lnTo>
                  <a:lnTo>
                    <a:pt x="112" y="65"/>
                  </a:lnTo>
                  <a:lnTo>
                    <a:pt x="128" y="55"/>
                  </a:lnTo>
                  <a:lnTo>
                    <a:pt x="134" y="41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978" y="2729"/>
              <a:ext cx="128" cy="69"/>
            </a:xfrm>
            <a:custGeom>
              <a:rect b="b" l="l" r="r" t="t"/>
              <a:pathLst>
                <a:path extrusionOk="0" h="69" w="128">
                  <a:moveTo>
                    <a:pt x="128" y="41"/>
                  </a:moveTo>
                  <a:lnTo>
                    <a:pt x="128" y="41"/>
                  </a:lnTo>
                  <a:lnTo>
                    <a:pt x="128" y="28"/>
                  </a:lnTo>
                  <a:lnTo>
                    <a:pt x="117" y="14"/>
                  </a:lnTo>
                  <a:lnTo>
                    <a:pt x="95" y="4"/>
                  </a:lnTo>
                  <a:lnTo>
                    <a:pt x="73" y="0"/>
                  </a:lnTo>
                  <a:lnTo>
                    <a:pt x="45" y="0"/>
                  </a:lnTo>
                  <a:lnTo>
                    <a:pt x="23" y="4"/>
                  </a:lnTo>
                  <a:lnTo>
                    <a:pt x="11" y="14"/>
                  </a:lnTo>
                  <a:lnTo>
                    <a:pt x="0" y="28"/>
                  </a:lnTo>
                  <a:lnTo>
                    <a:pt x="6" y="41"/>
                  </a:lnTo>
                  <a:lnTo>
                    <a:pt x="17" y="51"/>
                  </a:lnTo>
                  <a:lnTo>
                    <a:pt x="34" y="65"/>
                  </a:lnTo>
                  <a:lnTo>
                    <a:pt x="61" y="69"/>
                  </a:lnTo>
                  <a:lnTo>
                    <a:pt x="84" y="69"/>
                  </a:lnTo>
                  <a:lnTo>
                    <a:pt x="106" y="65"/>
                  </a:lnTo>
                  <a:lnTo>
                    <a:pt x="123" y="55"/>
                  </a:lnTo>
                  <a:lnTo>
                    <a:pt x="128" y="41"/>
                  </a:lnTo>
                  <a:close/>
                </a:path>
              </a:pathLst>
            </a:custGeom>
            <a:solidFill>
              <a:srgbClr val="FFE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984" y="2729"/>
              <a:ext cx="122" cy="65"/>
            </a:xfrm>
            <a:custGeom>
              <a:rect b="b" l="l" r="r" t="t"/>
              <a:pathLst>
                <a:path extrusionOk="0" h="65" w="122">
                  <a:moveTo>
                    <a:pt x="122" y="41"/>
                  </a:moveTo>
                  <a:lnTo>
                    <a:pt x="122" y="41"/>
                  </a:lnTo>
                  <a:lnTo>
                    <a:pt x="117" y="28"/>
                  </a:lnTo>
                  <a:lnTo>
                    <a:pt x="106" y="14"/>
                  </a:lnTo>
                  <a:lnTo>
                    <a:pt x="89" y="4"/>
                  </a:lnTo>
                  <a:lnTo>
                    <a:pt x="67" y="0"/>
                  </a:lnTo>
                  <a:lnTo>
                    <a:pt x="39" y="0"/>
                  </a:lnTo>
                  <a:lnTo>
                    <a:pt x="22" y="4"/>
                  </a:lnTo>
                  <a:lnTo>
                    <a:pt x="5" y="14"/>
                  </a:lnTo>
                  <a:lnTo>
                    <a:pt x="0" y="28"/>
                  </a:lnTo>
                  <a:lnTo>
                    <a:pt x="0" y="41"/>
                  </a:lnTo>
                  <a:lnTo>
                    <a:pt x="11" y="51"/>
                  </a:lnTo>
                  <a:lnTo>
                    <a:pt x="33" y="60"/>
                  </a:lnTo>
                  <a:lnTo>
                    <a:pt x="55" y="65"/>
                  </a:lnTo>
                  <a:lnTo>
                    <a:pt x="78" y="65"/>
                  </a:lnTo>
                  <a:lnTo>
                    <a:pt x="100" y="60"/>
                  </a:lnTo>
                  <a:lnTo>
                    <a:pt x="117" y="51"/>
                  </a:lnTo>
                  <a:lnTo>
                    <a:pt x="122" y="41"/>
                  </a:ln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984" y="2733"/>
              <a:ext cx="117" cy="61"/>
            </a:xfrm>
            <a:custGeom>
              <a:rect b="b" l="l" r="r" t="t"/>
              <a:pathLst>
                <a:path extrusionOk="0" h="61" w="117">
                  <a:moveTo>
                    <a:pt x="117" y="37"/>
                  </a:moveTo>
                  <a:lnTo>
                    <a:pt x="117" y="37"/>
                  </a:lnTo>
                  <a:lnTo>
                    <a:pt x="117" y="24"/>
                  </a:lnTo>
                  <a:lnTo>
                    <a:pt x="106" y="14"/>
                  </a:lnTo>
                  <a:lnTo>
                    <a:pt x="89" y="5"/>
                  </a:lnTo>
                  <a:lnTo>
                    <a:pt x="67" y="0"/>
                  </a:lnTo>
                  <a:lnTo>
                    <a:pt x="44" y="0"/>
                  </a:lnTo>
                  <a:lnTo>
                    <a:pt x="22" y="5"/>
                  </a:lnTo>
                  <a:lnTo>
                    <a:pt x="11" y="10"/>
                  </a:lnTo>
                  <a:lnTo>
                    <a:pt x="0" y="24"/>
                  </a:lnTo>
                  <a:lnTo>
                    <a:pt x="5" y="37"/>
                  </a:lnTo>
                  <a:lnTo>
                    <a:pt x="17" y="47"/>
                  </a:lnTo>
                  <a:lnTo>
                    <a:pt x="33" y="56"/>
                  </a:lnTo>
                  <a:lnTo>
                    <a:pt x="55" y="61"/>
                  </a:lnTo>
                  <a:lnTo>
                    <a:pt x="78" y="61"/>
                  </a:lnTo>
                  <a:lnTo>
                    <a:pt x="100" y="56"/>
                  </a:lnTo>
                  <a:lnTo>
                    <a:pt x="111" y="47"/>
                  </a:lnTo>
                  <a:lnTo>
                    <a:pt x="117" y="37"/>
                  </a:lnTo>
                  <a:close/>
                </a:path>
              </a:pathLst>
            </a:custGeom>
            <a:solidFill>
              <a:srgbClr val="FFE1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989" y="2733"/>
              <a:ext cx="112" cy="61"/>
            </a:xfrm>
            <a:custGeom>
              <a:rect b="b" l="l" r="r" t="t"/>
              <a:pathLst>
                <a:path extrusionOk="0" h="61" w="112">
                  <a:moveTo>
                    <a:pt x="112" y="37"/>
                  </a:moveTo>
                  <a:lnTo>
                    <a:pt x="112" y="37"/>
                  </a:lnTo>
                  <a:lnTo>
                    <a:pt x="106" y="24"/>
                  </a:lnTo>
                  <a:lnTo>
                    <a:pt x="95" y="14"/>
                  </a:lnTo>
                  <a:lnTo>
                    <a:pt x="78" y="5"/>
                  </a:lnTo>
                  <a:lnTo>
                    <a:pt x="62" y="0"/>
                  </a:lnTo>
                  <a:lnTo>
                    <a:pt x="39" y="0"/>
                  </a:lnTo>
                  <a:lnTo>
                    <a:pt x="17" y="5"/>
                  </a:lnTo>
                  <a:lnTo>
                    <a:pt x="6" y="14"/>
                  </a:lnTo>
                  <a:lnTo>
                    <a:pt x="0" y="24"/>
                  </a:lnTo>
                  <a:lnTo>
                    <a:pt x="0" y="37"/>
                  </a:lnTo>
                  <a:lnTo>
                    <a:pt x="12" y="47"/>
                  </a:lnTo>
                  <a:lnTo>
                    <a:pt x="28" y="56"/>
                  </a:lnTo>
                  <a:lnTo>
                    <a:pt x="50" y="61"/>
                  </a:lnTo>
                  <a:lnTo>
                    <a:pt x="73" y="61"/>
                  </a:lnTo>
                  <a:lnTo>
                    <a:pt x="89" y="56"/>
                  </a:lnTo>
                  <a:lnTo>
                    <a:pt x="106" y="47"/>
                  </a:lnTo>
                  <a:lnTo>
                    <a:pt x="112" y="37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989" y="2733"/>
              <a:ext cx="106" cy="56"/>
            </a:xfrm>
            <a:custGeom>
              <a:rect b="b" l="l" r="r" t="t"/>
              <a:pathLst>
                <a:path extrusionOk="0" h="56" w="106">
                  <a:moveTo>
                    <a:pt x="106" y="37"/>
                  </a:moveTo>
                  <a:lnTo>
                    <a:pt x="106" y="37"/>
                  </a:lnTo>
                  <a:lnTo>
                    <a:pt x="106" y="24"/>
                  </a:lnTo>
                  <a:lnTo>
                    <a:pt x="95" y="14"/>
                  </a:lnTo>
                  <a:lnTo>
                    <a:pt x="78" y="5"/>
                  </a:lnTo>
                  <a:lnTo>
                    <a:pt x="62" y="0"/>
                  </a:lnTo>
                  <a:lnTo>
                    <a:pt x="39" y="0"/>
                  </a:lnTo>
                  <a:lnTo>
                    <a:pt x="23" y="5"/>
                  </a:lnTo>
                  <a:lnTo>
                    <a:pt x="12" y="14"/>
                  </a:lnTo>
                  <a:lnTo>
                    <a:pt x="0" y="24"/>
                  </a:lnTo>
                  <a:lnTo>
                    <a:pt x="6" y="33"/>
                  </a:lnTo>
                  <a:lnTo>
                    <a:pt x="17" y="47"/>
                  </a:lnTo>
                  <a:lnTo>
                    <a:pt x="28" y="51"/>
                  </a:lnTo>
                  <a:lnTo>
                    <a:pt x="50" y="56"/>
                  </a:lnTo>
                  <a:lnTo>
                    <a:pt x="73" y="56"/>
                  </a:lnTo>
                  <a:lnTo>
                    <a:pt x="89" y="51"/>
                  </a:lnTo>
                  <a:lnTo>
                    <a:pt x="101" y="47"/>
                  </a:lnTo>
                  <a:lnTo>
                    <a:pt x="106" y="37"/>
                  </a:lnTo>
                  <a:close/>
                </a:path>
              </a:pathLst>
            </a:custGeom>
            <a:solidFill>
              <a:srgbClr val="FFDB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995" y="2738"/>
              <a:ext cx="100" cy="51"/>
            </a:xfrm>
            <a:custGeom>
              <a:rect b="b" l="l" r="r" t="t"/>
              <a:pathLst>
                <a:path extrusionOk="0" h="51" w="100">
                  <a:moveTo>
                    <a:pt x="100" y="32"/>
                  </a:moveTo>
                  <a:lnTo>
                    <a:pt x="100" y="32"/>
                  </a:lnTo>
                  <a:lnTo>
                    <a:pt x="95" y="19"/>
                  </a:lnTo>
                  <a:lnTo>
                    <a:pt x="89" y="9"/>
                  </a:lnTo>
                  <a:lnTo>
                    <a:pt x="72" y="5"/>
                  </a:lnTo>
                  <a:lnTo>
                    <a:pt x="56" y="0"/>
                  </a:lnTo>
                  <a:lnTo>
                    <a:pt x="33" y="0"/>
                  </a:lnTo>
                  <a:lnTo>
                    <a:pt x="17" y="5"/>
                  </a:lnTo>
                  <a:lnTo>
                    <a:pt x="6" y="9"/>
                  </a:lnTo>
                  <a:lnTo>
                    <a:pt x="0" y="19"/>
                  </a:lnTo>
                  <a:lnTo>
                    <a:pt x="0" y="28"/>
                  </a:lnTo>
                  <a:lnTo>
                    <a:pt x="11" y="37"/>
                  </a:lnTo>
                  <a:lnTo>
                    <a:pt x="28" y="46"/>
                  </a:lnTo>
                  <a:lnTo>
                    <a:pt x="44" y="51"/>
                  </a:lnTo>
                  <a:lnTo>
                    <a:pt x="67" y="51"/>
                  </a:lnTo>
                  <a:lnTo>
                    <a:pt x="78" y="46"/>
                  </a:lnTo>
                  <a:lnTo>
                    <a:pt x="95" y="42"/>
                  </a:lnTo>
                  <a:lnTo>
                    <a:pt x="100" y="32"/>
                  </a:lnTo>
                  <a:close/>
                </a:path>
              </a:pathLst>
            </a:custGeom>
            <a:solidFill>
              <a:srgbClr val="FFD7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4001" y="2738"/>
              <a:ext cx="89" cy="51"/>
            </a:xfrm>
            <a:custGeom>
              <a:rect b="b" l="l" r="r" t="t"/>
              <a:pathLst>
                <a:path extrusionOk="0" h="51" w="89">
                  <a:moveTo>
                    <a:pt x="89" y="28"/>
                  </a:moveTo>
                  <a:lnTo>
                    <a:pt x="89" y="28"/>
                  </a:lnTo>
                  <a:lnTo>
                    <a:pt x="89" y="19"/>
                  </a:lnTo>
                  <a:lnTo>
                    <a:pt x="77" y="9"/>
                  </a:lnTo>
                  <a:lnTo>
                    <a:pt x="66" y="5"/>
                  </a:lnTo>
                  <a:lnTo>
                    <a:pt x="50" y="0"/>
                  </a:lnTo>
                  <a:lnTo>
                    <a:pt x="27" y="0"/>
                  </a:lnTo>
                  <a:lnTo>
                    <a:pt x="16" y="5"/>
                  </a:lnTo>
                  <a:lnTo>
                    <a:pt x="5" y="9"/>
                  </a:lnTo>
                  <a:lnTo>
                    <a:pt x="0" y="19"/>
                  </a:lnTo>
                  <a:lnTo>
                    <a:pt x="0" y="28"/>
                  </a:lnTo>
                  <a:lnTo>
                    <a:pt x="5" y="37"/>
                  </a:lnTo>
                  <a:lnTo>
                    <a:pt x="22" y="46"/>
                  </a:lnTo>
                  <a:lnTo>
                    <a:pt x="38" y="51"/>
                  </a:lnTo>
                  <a:lnTo>
                    <a:pt x="55" y="51"/>
                  </a:lnTo>
                  <a:lnTo>
                    <a:pt x="72" y="46"/>
                  </a:lnTo>
                  <a:lnTo>
                    <a:pt x="83" y="37"/>
                  </a:lnTo>
                  <a:lnTo>
                    <a:pt x="89" y="28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4001" y="2738"/>
              <a:ext cx="83" cy="46"/>
            </a:xfrm>
            <a:custGeom>
              <a:rect b="b" l="l" r="r" t="t"/>
              <a:pathLst>
                <a:path extrusionOk="0" h="46" w="83">
                  <a:moveTo>
                    <a:pt x="0" y="19"/>
                  </a:moveTo>
                  <a:lnTo>
                    <a:pt x="0" y="19"/>
                  </a:lnTo>
                  <a:lnTo>
                    <a:pt x="0" y="28"/>
                  </a:lnTo>
                  <a:lnTo>
                    <a:pt x="11" y="37"/>
                  </a:lnTo>
                  <a:lnTo>
                    <a:pt x="22" y="42"/>
                  </a:lnTo>
                  <a:lnTo>
                    <a:pt x="38" y="46"/>
                  </a:lnTo>
                  <a:lnTo>
                    <a:pt x="55" y="46"/>
                  </a:lnTo>
                  <a:lnTo>
                    <a:pt x="72" y="46"/>
                  </a:lnTo>
                  <a:lnTo>
                    <a:pt x="83" y="37"/>
                  </a:lnTo>
                  <a:lnTo>
                    <a:pt x="83" y="28"/>
                  </a:lnTo>
                  <a:lnTo>
                    <a:pt x="83" y="19"/>
                  </a:lnTo>
                  <a:lnTo>
                    <a:pt x="77" y="14"/>
                  </a:lnTo>
                  <a:lnTo>
                    <a:pt x="61" y="5"/>
                  </a:lnTo>
                  <a:lnTo>
                    <a:pt x="44" y="0"/>
                  </a:lnTo>
                  <a:lnTo>
                    <a:pt x="27" y="0"/>
                  </a:lnTo>
                  <a:lnTo>
                    <a:pt x="16" y="5"/>
                  </a:lnTo>
                  <a:lnTo>
                    <a:pt x="5" y="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FD1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2"/>
          <p:cNvSpPr/>
          <p:nvPr/>
        </p:nvSpPr>
        <p:spPr>
          <a:xfrm>
            <a:off x="1142976" y="1071546"/>
            <a:ext cx="5786478" cy="4286280"/>
          </a:xfrm>
          <a:prstGeom prst="cloudCallout">
            <a:avLst>
              <a:gd fmla="val 69797" name="adj1"/>
              <a:gd fmla="val 29841" name="adj2"/>
            </a:avLst>
          </a:prstGeom>
          <a:gradFill>
            <a:gsLst>
              <a:gs pos="0">
                <a:srgbClr val="B5E5E9"/>
              </a:gs>
              <a:gs pos="100000">
                <a:srgbClr val="CAFFFF"/>
              </a:gs>
            </a:gsLst>
            <a:lin ang="16200000" scaled="0"/>
          </a:gradFill>
          <a:ln cap="flat" cmpd="sng" w="9525">
            <a:solidFill>
              <a:srgbClr val="60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interior and exterior angles of any polygon</a:t>
            </a:r>
            <a:r>
              <a:rPr b="1"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316329" y="551008"/>
            <a:ext cx="30003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the end of this lesson I will be able to…</a:t>
            </a:r>
            <a:r>
              <a:rPr b="1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 txBox="1"/>
          <p:nvPr/>
        </p:nvSpPr>
        <p:spPr>
          <a:xfrm>
            <a:off x="4533900" y="3496816"/>
            <a:ext cx="3024336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5243314" y="3553966"/>
            <a:ext cx="776486" cy="4320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15" name="Google Shape;215;p3"/>
          <p:cNvSpPr txBox="1"/>
          <p:nvPr/>
        </p:nvSpPr>
        <p:spPr>
          <a:xfrm>
            <a:off x="1141139" y="3367658"/>
            <a:ext cx="1897829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4499992" y="1556792"/>
            <a:ext cx="3312368" cy="1800200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4861367" y="1551008"/>
            <a:ext cx="439838" cy="403184"/>
          </a:xfrm>
          <a:custGeom>
            <a:rect b="b" l="l" r="r" t="t"/>
            <a:pathLst>
              <a:path extrusionOk="0" h="403184" w="439838">
                <a:moveTo>
                  <a:pt x="0" y="381964"/>
                </a:moveTo>
                <a:cubicBezTo>
                  <a:pt x="91633" y="392574"/>
                  <a:pt x="183266" y="403184"/>
                  <a:pt x="243068" y="381964"/>
                </a:cubicBezTo>
                <a:cubicBezTo>
                  <a:pt x="302870" y="360744"/>
                  <a:pt x="329878" y="304800"/>
                  <a:pt x="358815" y="254643"/>
                </a:cubicBezTo>
                <a:cubicBezTo>
                  <a:pt x="387752" y="204486"/>
                  <a:pt x="403185" y="123462"/>
                  <a:pt x="416689" y="81022"/>
                </a:cubicBezTo>
                <a:cubicBezTo>
                  <a:pt x="430193" y="38582"/>
                  <a:pt x="435015" y="19291"/>
                  <a:pt x="439838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6979534" y="2907174"/>
            <a:ext cx="497712" cy="437910"/>
          </a:xfrm>
          <a:custGeom>
            <a:rect b="b" l="l" r="r" t="t"/>
            <a:pathLst>
              <a:path extrusionOk="0" h="437910" w="497712">
                <a:moveTo>
                  <a:pt x="0" y="437910"/>
                </a:moveTo>
                <a:cubicBezTo>
                  <a:pt x="3858" y="370391"/>
                  <a:pt x="7716" y="302872"/>
                  <a:pt x="34724" y="241140"/>
                </a:cubicBezTo>
                <a:cubicBezTo>
                  <a:pt x="61732" y="179408"/>
                  <a:pt x="106102" y="106102"/>
                  <a:pt x="162046" y="67520"/>
                </a:cubicBezTo>
                <a:cubicBezTo>
                  <a:pt x="217990" y="28938"/>
                  <a:pt x="314446" y="19292"/>
                  <a:pt x="370390" y="9646"/>
                </a:cubicBezTo>
                <a:cubicBezTo>
                  <a:pt x="426334" y="0"/>
                  <a:pt x="462023" y="4823"/>
                  <a:pt x="497712" y="9646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7274560" y="1564640"/>
            <a:ext cx="457200" cy="428413"/>
          </a:xfrm>
          <a:custGeom>
            <a:rect b="b" l="l" r="r" t="t"/>
            <a:pathLst>
              <a:path extrusionOk="0" h="428413" w="457200">
                <a:moveTo>
                  <a:pt x="0" y="0"/>
                </a:moveTo>
                <a:cubicBezTo>
                  <a:pt x="21166" y="103293"/>
                  <a:pt x="42333" y="206587"/>
                  <a:pt x="101600" y="274320"/>
                </a:cubicBezTo>
                <a:cubicBezTo>
                  <a:pt x="160867" y="342053"/>
                  <a:pt x="296333" y="384387"/>
                  <a:pt x="355600" y="406400"/>
                </a:cubicBezTo>
                <a:cubicBezTo>
                  <a:pt x="414867" y="428413"/>
                  <a:pt x="436033" y="417406"/>
                  <a:pt x="457200" y="4064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 txBox="1"/>
          <p:nvPr/>
        </p:nvSpPr>
        <p:spPr>
          <a:xfrm>
            <a:off x="5062339" y="1816249"/>
            <a:ext cx="864096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1" name="Google Shape;221;p3"/>
          <p:cNvSpPr txBox="1"/>
          <p:nvPr/>
        </p:nvSpPr>
        <p:spPr>
          <a:xfrm>
            <a:off x="6558285" y="2660920"/>
            <a:ext cx="648072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2" name="Google Shape;222;p3"/>
          <p:cNvSpPr txBox="1"/>
          <p:nvPr/>
        </p:nvSpPr>
        <p:spPr>
          <a:xfrm>
            <a:off x="6870923" y="1734716"/>
            <a:ext cx="648072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066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3" name="Google Shape;223;p3"/>
          <p:cNvSpPr/>
          <p:nvPr/>
        </p:nvSpPr>
        <p:spPr>
          <a:xfrm>
            <a:off x="6902549" y="3553966"/>
            <a:ext cx="864096" cy="4320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24" name="Google Shape;224;p3"/>
          <p:cNvSpPr/>
          <p:nvPr/>
        </p:nvSpPr>
        <p:spPr>
          <a:xfrm>
            <a:off x="2076461" y="3371674"/>
            <a:ext cx="922653" cy="500263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25" name="Google Shape;225;p3"/>
          <p:cNvSpPr/>
          <p:nvPr/>
        </p:nvSpPr>
        <p:spPr>
          <a:xfrm>
            <a:off x="611560" y="4653136"/>
            <a:ext cx="3168352" cy="1656184"/>
          </a:xfrm>
          <a:custGeom>
            <a:rect b="b" l="l" r="r" t="t"/>
            <a:pathLst>
              <a:path extrusionOk="0" h="1656184" w="3168352">
                <a:moveTo>
                  <a:pt x="504056" y="0"/>
                </a:moveTo>
                <a:lnTo>
                  <a:pt x="0" y="1656184"/>
                </a:lnTo>
                <a:lnTo>
                  <a:pt x="3168352" y="1656184"/>
                </a:lnTo>
                <a:lnTo>
                  <a:pt x="1512168" y="0"/>
                </a:lnTo>
                <a:lnTo>
                  <a:pt x="504056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755576" y="5889972"/>
            <a:ext cx="355600" cy="416560"/>
          </a:xfrm>
          <a:custGeom>
            <a:rect b="b" l="l" r="r" t="t"/>
            <a:pathLst>
              <a:path extrusionOk="0" h="416560" w="355600">
                <a:moveTo>
                  <a:pt x="0" y="0"/>
                </a:moveTo>
                <a:cubicBezTo>
                  <a:pt x="59266" y="10160"/>
                  <a:pt x="118533" y="20320"/>
                  <a:pt x="172720" y="60960"/>
                </a:cubicBezTo>
                <a:cubicBezTo>
                  <a:pt x="226907" y="101600"/>
                  <a:pt x="294640" y="184573"/>
                  <a:pt x="325120" y="243840"/>
                </a:cubicBezTo>
                <a:cubicBezTo>
                  <a:pt x="355600" y="303107"/>
                  <a:pt x="355600" y="359833"/>
                  <a:pt x="355600" y="41656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976630" y="4653280"/>
            <a:ext cx="489373" cy="487680"/>
          </a:xfrm>
          <a:custGeom>
            <a:rect b="b" l="l" r="r" t="t"/>
            <a:pathLst>
              <a:path extrusionOk="0" h="487680" w="489373">
                <a:moveTo>
                  <a:pt x="0" y="487680"/>
                </a:moveTo>
                <a:lnTo>
                  <a:pt x="294640" y="467360"/>
                </a:lnTo>
                <a:cubicBezTo>
                  <a:pt x="370840" y="430107"/>
                  <a:pt x="425027" y="342053"/>
                  <a:pt x="457200" y="264160"/>
                </a:cubicBezTo>
                <a:cubicBezTo>
                  <a:pt x="489373" y="186267"/>
                  <a:pt x="488526" y="93133"/>
                  <a:pt x="48768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1198475" y="4941168"/>
            <a:ext cx="648072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9" name="Google Shape;229;p3"/>
          <p:cNvSpPr txBox="1"/>
          <p:nvPr/>
        </p:nvSpPr>
        <p:spPr>
          <a:xfrm>
            <a:off x="1043608" y="5733256"/>
            <a:ext cx="648072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934" r="-186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230" name="Google Shape;230;p3"/>
          <p:cNvCxnSpPr/>
          <p:nvPr/>
        </p:nvCxnSpPr>
        <p:spPr>
          <a:xfrm rot="10800000">
            <a:off x="1619672" y="4509120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3"/>
          <p:cNvCxnSpPr/>
          <p:nvPr/>
        </p:nvCxnSpPr>
        <p:spPr>
          <a:xfrm flipH="1">
            <a:off x="1619672" y="4653136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3"/>
          <p:cNvCxnSpPr/>
          <p:nvPr/>
        </p:nvCxnSpPr>
        <p:spPr>
          <a:xfrm rot="10800000">
            <a:off x="2123728" y="6165304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3"/>
          <p:cNvCxnSpPr/>
          <p:nvPr/>
        </p:nvCxnSpPr>
        <p:spPr>
          <a:xfrm flipH="1">
            <a:off x="2123728" y="6309320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3"/>
          <p:cNvSpPr txBox="1"/>
          <p:nvPr/>
        </p:nvSpPr>
        <p:spPr>
          <a:xfrm>
            <a:off x="2691901" y="4832662"/>
            <a:ext cx="1723712" cy="52322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5" name="Google Shape;235;p3"/>
          <p:cNvSpPr/>
          <p:nvPr/>
        </p:nvSpPr>
        <p:spPr>
          <a:xfrm>
            <a:off x="3501524" y="4863976"/>
            <a:ext cx="864096" cy="4320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36" name="Google Shape;236;p3"/>
          <p:cNvSpPr/>
          <p:nvPr/>
        </p:nvSpPr>
        <p:spPr>
          <a:xfrm>
            <a:off x="5148064" y="4437112"/>
            <a:ext cx="2592288" cy="1872208"/>
          </a:xfrm>
          <a:custGeom>
            <a:rect b="b" l="l" r="r" t="t"/>
            <a:pathLst>
              <a:path extrusionOk="0" h="617769" w="890546">
                <a:moveTo>
                  <a:pt x="0" y="315619"/>
                </a:moveTo>
                <a:lnTo>
                  <a:pt x="262393" y="617769"/>
                </a:lnTo>
                <a:lnTo>
                  <a:pt x="890546" y="339473"/>
                </a:lnTo>
                <a:lnTo>
                  <a:pt x="215780" y="0"/>
                </a:lnTo>
                <a:lnTo>
                  <a:pt x="0" y="315619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5374640" y="5080000"/>
            <a:ext cx="182880" cy="650240"/>
          </a:xfrm>
          <a:custGeom>
            <a:rect b="b" l="l" r="r" t="t"/>
            <a:pathLst>
              <a:path extrusionOk="0" h="650240" w="182880">
                <a:moveTo>
                  <a:pt x="0" y="0"/>
                </a:moveTo>
                <a:cubicBezTo>
                  <a:pt x="51646" y="44026"/>
                  <a:pt x="103293" y="88053"/>
                  <a:pt x="132080" y="152400"/>
                </a:cubicBezTo>
                <a:cubicBezTo>
                  <a:pt x="160867" y="216747"/>
                  <a:pt x="182880" y="303107"/>
                  <a:pt x="172720" y="386080"/>
                </a:cubicBezTo>
                <a:cubicBezTo>
                  <a:pt x="162560" y="469053"/>
                  <a:pt x="116840" y="559646"/>
                  <a:pt x="71120" y="65024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7096760" y="5171440"/>
            <a:ext cx="147320" cy="538480"/>
          </a:xfrm>
          <a:custGeom>
            <a:rect b="b" l="l" r="r" t="t"/>
            <a:pathLst>
              <a:path extrusionOk="0" h="538480" w="147320">
                <a:moveTo>
                  <a:pt x="147320" y="538480"/>
                </a:moveTo>
                <a:cubicBezTo>
                  <a:pt x="88900" y="476673"/>
                  <a:pt x="30480" y="414867"/>
                  <a:pt x="15240" y="325120"/>
                </a:cubicBezTo>
                <a:cubicBezTo>
                  <a:pt x="0" y="235373"/>
                  <a:pt x="27940" y="117686"/>
                  <a:pt x="5588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5598160" y="4683760"/>
            <a:ext cx="579120" cy="99907"/>
          </a:xfrm>
          <a:custGeom>
            <a:rect b="b" l="l" r="r" t="t"/>
            <a:pathLst>
              <a:path extrusionOk="0" h="99907" w="579120">
                <a:moveTo>
                  <a:pt x="0" y="20320"/>
                </a:moveTo>
                <a:cubicBezTo>
                  <a:pt x="11006" y="14393"/>
                  <a:pt x="22013" y="8467"/>
                  <a:pt x="60960" y="20320"/>
                </a:cubicBezTo>
                <a:cubicBezTo>
                  <a:pt x="99907" y="32173"/>
                  <a:pt x="164253" y="82973"/>
                  <a:pt x="233680" y="91440"/>
                </a:cubicBezTo>
                <a:cubicBezTo>
                  <a:pt x="303107" y="99907"/>
                  <a:pt x="419947" y="86360"/>
                  <a:pt x="477520" y="71120"/>
                </a:cubicBezTo>
                <a:cubicBezTo>
                  <a:pt x="535093" y="55880"/>
                  <a:pt x="557106" y="27940"/>
                  <a:pt x="57912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"/>
          <p:cNvSpPr txBox="1"/>
          <p:nvPr/>
        </p:nvSpPr>
        <p:spPr>
          <a:xfrm>
            <a:off x="5508104" y="5205958"/>
            <a:ext cx="648072" cy="46166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2829" r="-28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1" name="Google Shape;241;p3"/>
          <p:cNvSpPr txBox="1"/>
          <p:nvPr/>
        </p:nvSpPr>
        <p:spPr>
          <a:xfrm>
            <a:off x="6516351" y="5202758"/>
            <a:ext cx="648072" cy="46166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2829" r="-28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2" name="Google Shape;242;p3"/>
          <p:cNvSpPr txBox="1"/>
          <p:nvPr/>
        </p:nvSpPr>
        <p:spPr>
          <a:xfrm>
            <a:off x="5624686" y="4712444"/>
            <a:ext cx="648072" cy="461665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6804248" y="6093296"/>
            <a:ext cx="1787302" cy="52322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7660206" y="6076950"/>
            <a:ext cx="963094" cy="51303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45" name="Google Shape;245;p3"/>
          <p:cNvSpPr txBox="1"/>
          <p:nvPr/>
        </p:nvSpPr>
        <p:spPr>
          <a:xfrm>
            <a:off x="7020272" y="465313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Kite</a:t>
            </a:r>
            <a:endParaRPr/>
          </a:p>
        </p:txBody>
      </p:sp>
      <p:sp>
        <p:nvSpPr>
          <p:cNvPr id="246" name="Google Shape;246;p3"/>
          <p:cNvSpPr txBox="1"/>
          <p:nvPr/>
        </p:nvSpPr>
        <p:spPr>
          <a:xfrm>
            <a:off x="5652120" y="1124744"/>
            <a:ext cx="1512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Parallelogram</a:t>
            </a:r>
            <a:endParaRPr/>
          </a:p>
        </p:txBody>
      </p:sp>
      <p:grpSp>
        <p:nvGrpSpPr>
          <p:cNvPr id="247" name="Google Shape;247;p3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248" name="Google Shape;248;p3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b="1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GB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Show us what you have learnt</a:t>
              </a:r>
              <a:endParaRPr/>
            </a:p>
          </p:txBody>
        </p:sp>
        <p:cxnSp>
          <p:nvCxnSpPr>
            <p:cNvPr id="249" name="Google Shape;249;p3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0" name="Google Shape;250;p3"/>
          <p:cNvSpPr/>
          <p:nvPr/>
        </p:nvSpPr>
        <p:spPr>
          <a:xfrm>
            <a:off x="314003" y="1315819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1" name="Google Shape;251;p3"/>
          <p:cNvSpPr/>
          <p:nvPr/>
        </p:nvSpPr>
        <p:spPr>
          <a:xfrm>
            <a:off x="3995936" y="1340768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2" name="Google Shape;252;p3"/>
          <p:cNvSpPr/>
          <p:nvPr/>
        </p:nvSpPr>
        <p:spPr>
          <a:xfrm>
            <a:off x="323528" y="4221088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3" name="Google Shape;253;p3"/>
          <p:cNvSpPr/>
          <p:nvPr/>
        </p:nvSpPr>
        <p:spPr>
          <a:xfrm>
            <a:off x="4572000" y="4221088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254" name="Google Shape;254;p3"/>
          <p:cNvCxnSpPr/>
          <p:nvPr/>
        </p:nvCxnSpPr>
        <p:spPr>
          <a:xfrm>
            <a:off x="5335513" y="4859635"/>
            <a:ext cx="216024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3"/>
          <p:cNvCxnSpPr/>
          <p:nvPr/>
        </p:nvCxnSpPr>
        <p:spPr>
          <a:xfrm flipH="1" rot="10800000">
            <a:off x="5491163" y="5838826"/>
            <a:ext cx="166688" cy="128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3"/>
          <p:cNvCxnSpPr/>
          <p:nvPr/>
        </p:nvCxnSpPr>
        <p:spPr>
          <a:xfrm rot="10800000">
            <a:off x="6481763" y="5872164"/>
            <a:ext cx="142875" cy="27146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3"/>
          <p:cNvCxnSpPr/>
          <p:nvPr/>
        </p:nvCxnSpPr>
        <p:spPr>
          <a:xfrm rot="10800000">
            <a:off x="6583461" y="5833839"/>
            <a:ext cx="142875" cy="27146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3"/>
          <p:cNvCxnSpPr/>
          <p:nvPr/>
        </p:nvCxnSpPr>
        <p:spPr>
          <a:xfrm flipH="1" rot="10800000">
            <a:off x="6481763" y="4729163"/>
            <a:ext cx="114300" cy="20002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3"/>
          <p:cNvCxnSpPr/>
          <p:nvPr/>
        </p:nvCxnSpPr>
        <p:spPr>
          <a:xfrm flipH="1" rot="10800000">
            <a:off x="6573937" y="4778101"/>
            <a:ext cx="114300" cy="20002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3"/>
          <p:cNvCxnSpPr/>
          <p:nvPr/>
        </p:nvCxnSpPr>
        <p:spPr>
          <a:xfrm rot="6277992">
            <a:off x="4551466" y="2500228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3"/>
          <p:cNvCxnSpPr/>
          <p:nvPr/>
        </p:nvCxnSpPr>
        <p:spPr>
          <a:xfrm flipH="1" rot="-4522008">
            <a:off x="4690810" y="2536610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3"/>
          <p:cNvCxnSpPr/>
          <p:nvPr/>
        </p:nvCxnSpPr>
        <p:spPr>
          <a:xfrm rot="6277992">
            <a:off x="7405692" y="2518276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3"/>
          <p:cNvCxnSpPr/>
          <p:nvPr/>
        </p:nvCxnSpPr>
        <p:spPr>
          <a:xfrm flipH="1" rot="-4522008">
            <a:off x="7545036" y="2554658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3"/>
          <p:cNvCxnSpPr/>
          <p:nvPr/>
        </p:nvCxnSpPr>
        <p:spPr>
          <a:xfrm rot="10800000">
            <a:off x="6151242" y="1417554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3"/>
          <p:cNvCxnSpPr/>
          <p:nvPr/>
        </p:nvCxnSpPr>
        <p:spPr>
          <a:xfrm flipH="1">
            <a:off x="6151242" y="1561570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3"/>
          <p:cNvSpPr txBox="1"/>
          <p:nvPr/>
        </p:nvSpPr>
        <p:spPr>
          <a:xfrm>
            <a:off x="2267744" y="4365104"/>
            <a:ext cx="1512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Trapezium</a:t>
            </a:r>
            <a:endParaRPr/>
          </a:p>
        </p:txBody>
      </p:sp>
      <p:cxnSp>
        <p:nvCxnSpPr>
          <p:cNvPr id="267" name="Google Shape;267;p3"/>
          <p:cNvCxnSpPr/>
          <p:nvPr/>
        </p:nvCxnSpPr>
        <p:spPr>
          <a:xfrm rot="10800000">
            <a:off x="6300192" y="1412776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3"/>
          <p:cNvCxnSpPr/>
          <p:nvPr/>
        </p:nvCxnSpPr>
        <p:spPr>
          <a:xfrm flipH="1">
            <a:off x="6300192" y="1556792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3"/>
          <p:cNvCxnSpPr/>
          <p:nvPr/>
        </p:nvCxnSpPr>
        <p:spPr>
          <a:xfrm rot="10800000">
            <a:off x="5810920" y="3210595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3"/>
          <p:cNvCxnSpPr/>
          <p:nvPr/>
        </p:nvCxnSpPr>
        <p:spPr>
          <a:xfrm flipH="1">
            <a:off x="5810920" y="3354611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3"/>
          <p:cNvCxnSpPr/>
          <p:nvPr/>
        </p:nvCxnSpPr>
        <p:spPr>
          <a:xfrm rot="10800000">
            <a:off x="5959870" y="3205817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3"/>
          <p:cNvCxnSpPr/>
          <p:nvPr/>
        </p:nvCxnSpPr>
        <p:spPr>
          <a:xfrm flipH="1">
            <a:off x="5959870" y="3349833"/>
            <a:ext cx="144016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3"/>
          <p:cNvCxnSpPr/>
          <p:nvPr/>
        </p:nvCxnSpPr>
        <p:spPr>
          <a:xfrm>
            <a:off x="0" y="414908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3"/>
          <p:cNvSpPr txBox="1"/>
          <p:nvPr/>
        </p:nvSpPr>
        <p:spPr>
          <a:xfrm>
            <a:off x="323528" y="692696"/>
            <a:ext cx="5184576" cy="36933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interior angles of a quadrilateral add up to 360°.</a:t>
            </a:r>
            <a:endParaRPr/>
          </a:p>
        </p:txBody>
      </p:sp>
      <p:sp>
        <p:nvSpPr>
          <p:cNvPr id="275" name="Google Shape;275;p3"/>
          <p:cNvSpPr/>
          <p:nvPr/>
        </p:nvSpPr>
        <p:spPr>
          <a:xfrm>
            <a:off x="4780529" y="689548"/>
            <a:ext cx="720080" cy="3631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276" name="Google Shape;276;p3"/>
          <p:cNvCxnSpPr/>
          <p:nvPr/>
        </p:nvCxnSpPr>
        <p:spPr>
          <a:xfrm flipH="1" rot="10800000">
            <a:off x="1000125" y="1561571"/>
            <a:ext cx="1555651" cy="158644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3"/>
          <p:cNvCxnSpPr/>
          <p:nvPr/>
        </p:nvCxnSpPr>
        <p:spPr>
          <a:xfrm rot="10800000">
            <a:off x="2555776" y="1566083"/>
            <a:ext cx="673698" cy="67478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3"/>
          <p:cNvCxnSpPr/>
          <p:nvPr/>
        </p:nvCxnSpPr>
        <p:spPr>
          <a:xfrm flipH="1">
            <a:off x="3225969" y="2240867"/>
            <a:ext cx="1" cy="9112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3"/>
          <p:cNvCxnSpPr/>
          <p:nvPr/>
        </p:nvCxnSpPr>
        <p:spPr>
          <a:xfrm>
            <a:off x="995680" y="3152134"/>
            <a:ext cx="222581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3"/>
          <p:cNvCxnSpPr/>
          <p:nvPr/>
        </p:nvCxnSpPr>
        <p:spPr>
          <a:xfrm rot="10800000">
            <a:off x="2433638" y="1685925"/>
            <a:ext cx="133351" cy="128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3"/>
          <p:cNvCxnSpPr/>
          <p:nvPr/>
        </p:nvCxnSpPr>
        <p:spPr>
          <a:xfrm flipH="1" rot="10800000">
            <a:off x="2566989" y="1690688"/>
            <a:ext cx="114299" cy="123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3"/>
          <p:cNvCxnSpPr/>
          <p:nvPr/>
        </p:nvCxnSpPr>
        <p:spPr>
          <a:xfrm flipH="1" rot="10800000">
            <a:off x="3039231" y="2974975"/>
            <a:ext cx="2419" cy="1782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3"/>
          <p:cNvCxnSpPr/>
          <p:nvPr/>
        </p:nvCxnSpPr>
        <p:spPr>
          <a:xfrm>
            <a:off x="3038475" y="2971800"/>
            <a:ext cx="190999" cy="1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3"/>
          <p:cNvSpPr/>
          <p:nvPr/>
        </p:nvSpPr>
        <p:spPr>
          <a:xfrm>
            <a:off x="2999115" y="2041525"/>
            <a:ext cx="223510" cy="449459"/>
          </a:xfrm>
          <a:custGeom>
            <a:rect b="b" l="l" r="r" t="t"/>
            <a:pathLst>
              <a:path extrusionOk="0" h="449459" w="223510">
                <a:moveTo>
                  <a:pt x="26660" y="0"/>
                </a:moveTo>
                <a:cubicBezTo>
                  <a:pt x="7874" y="104246"/>
                  <a:pt x="-10911" y="208492"/>
                  <a:pt x="7610" y="279400"/>
                </a:cubicBezTo>
                <a:cubicBezTo>
                  <a:pt x="26131" y="350308"/>
                  <a:pt x="101802" y="397404"/>
                  <a:pt x="137785" y="425450"/>
                </a:cubicBezTo>
                <a:cubicBezTo>
                  <a:pt x="173768" y="453496"/>
                  <a:pt x="198639" y="450585"/>
                  <a:pt x="223510" y="447675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"/>
          <p:cNvSpPr txBox="1"/>
          <p:nvPr/>
        </p:nvSpPr>
        <p:spPr>
          <a:xfrm>
            <a:off x="1569670" y="2689652"/>
            <a:ext cx="420584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2318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6" name="Google Shape;286;p3"/>
          <p:cNvSpPr txBox="1"/>
          <p:nvPr/>
        </p:nvSpPr>
        <p:spPr>
          <a:xfrm>
            <a:off x="2631020" y="2210254"/>
            <a:ext cx="420584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7" name="Google Shape;287;p3"/>
          <p:cNvSpPr/>
          <p:nvPr/>
        </p:nvSpPr>
        <p:spPr>
          <a:xfrm>
            <a:off x="1320800" y="2819400"/>
            <a:ext cx="152400" cy="330200"/>
          </a:xfrm>
          <a:custGeom>
            <a:rect b="b" l="l" r="r" t="t"/>
            <a:pathLst>
              <a:path extrusionOk="0" h="330200" w="152400">
                <a:moveTo>
                  <a:pt x="0" y="0"/>
                </a:moveTo>
                <a:cubicBezTo>
                  <a:pt x="44450" y="48683"/>
                  <a:pt x="88900" y="97367"/>
                  <a:pt x="114300" y="152400"/>
                </a:cubicBezTo>
                <a:cubicBezTo>
                  <a:pt x="139700" y="207433"/>
                  <a:pt x="146050" y="268816"/>
                  <a:pt x="152400" y="3302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"/>
          <p:cNvSpPr txBox="1"/>
          <p:nvPr/>
        </p:nvSpPr>
        <p:spPr>
          <a:xfrm>
            <a:off x="2690814" y="5776689"/>
            <a:ext cx="2457250" cy="646331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11108" l="-1529" r="0" t="-18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9" name="Google Shape;289;p3"/>
          <p:cNvSpPr txBox="1"/>
          <p:nvPr/>
        </p:nvSpPr>
        <p:spPr>
          <a:xfrm>
            <a:off x="6210504" y="622183"/>
            <a:ext cx="25513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interior angle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just an angle between two sides within the shape.</a:t>
            </a:r>
            <a:endParaRPr/>
          </a:p>
        </p:txBody>
      </p:sp>
      <p:cxnSp>
        <p:nvCxnSpPr>
          <p:cNvPr id="290" name="Google Shape;290;p3"/>
          <p:cNvCxnSpPr>
            <a:stCxn id="289" idx="1"/>
          </p:cNvCxnSpPr>
          <p:nvPr/>
        </p:nvCxnSpPr>
        <p:spPr>
          <a:xfrm flipH="1">
            <a:off x="5800704" y="853016"/>
            <a:ext cx="409800" cy="3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"/>
          <p:cNvSpPr/>
          <p:nvPr/>
        </p:nvSpPr>
        <p:spPr>
          <a:xfrm>
            <a:off x="802640" y="1158240"/>
            <a:ext cx="2621280" cy="2113280"/>
          </a:xfrm>
          <a:custGeom>
            <a:rect b="b" l="l" r="r" t="t"/>
            <a:pathLst>
              <a:path extrusionOk="0" h="2113280" w="2621280">
                <a:moveTo>
                  <a:pt x="0" y="955040"/>
                </a:moveTo>
                <a:lnTo>
                  <a:pt x="1727200" y="0"/>
                </a:lnTo>
                <a:lnTo>
                  <a:pt x="2621280" y="2113280"/>
                </a:lnTo>
                <a:lnTo>
                  <a:pt x="0" y="95504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4531360" y="1219200"/>
            <a:ext cx="3484880" cy="2072640"/>
          </a:xfrm>
          <a:custGeom>
            <a:rect b="b" l="l" r="r" t="t"/>
            <a:pathLst>
              <a:path extrusionOk="0" h="2072640" w="3484880">
                <a:moveTo>
                  <a:pt x="0" y="2072640"/>
                </a:moveTo>
                <a:lnTo>
                  <a:pt x="751840" y="0"/>
                </a:lnTo>
                <a:lnTo>
                  <a:pt x="3484880" y="619760"/>
                </a:lnTo>
                <a:lnTo>
                  <a:pt x="1330960" y="1005840"/>
                </a:lnTo>
                <a:lnTo>
                  <a:pt x="0" y="207264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 txBox="1"/>
          <p:nvPr/>
        </p:nvSpPr>
        <p:spPr>
          <a:xfrm>
            <a:off x="755576" y="2708920"/>
            <a:ext cx="1368152" cy="584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8" name="Google Shape;298;p4"/>
          <p:cNvSpPr txBox="1"/>
          <p:nvPr/>
        </p:nvSpPr>
        <p:spPr>
          <a:xfrm>
            <a:off x="683568" y="3573016"/>
            <a:ext cx="2880320" cy="9541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194" l="-4227" r="0" t="-57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9" name="Google Shape;299;p4"/>
          <p:cNvSpPr txBox="1"/>
          <p:nvPr/>
        </p:nvSpPr>
        <p:spPr>
          <a:xfrm>
            <a:off x="5796136" y="2708920"/>
            <a:ext cx="1368152" cy="5847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0" name="Google Shape;300;p4"/>
          <p:cNvSpPr txBox="1"/>
          <p:nvPr/>
        </p:nvSpPr>
        <p:spPr>
          <a:xfrm>
            <a:off x="5220072" y="3501008"/>
            <a:ext cx="2880320" cy="95410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194" l="-4227" r="0" t="-57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1" name="Google Shape;301;p4"/>
          <p:cNvSpPr txBox="1"/>
          <p:nvPr/>
        </p:nvSpPr>
        <p:spPr>
          <a:xfrm>
            <a:off x="1366500" y="5284261"/>
            <a:ext cx="6408712" cy="83099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you guess what the angles add up to in a pentagon? How would you prove it?</a:t>
            </a:r>
            <a:endParaRPr/>
          </a:p>
        </p:txBody>
      </p:sp>
      <p:grpSp>
        <p:nvGrpSpPr>
          <p:cNvPr id="302" name="Google Shape;302;p4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303" name="Google Shape;303;p4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b="1" lang="en-GB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Input: </a:t>
              </a: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Sum of interior angles</a:t>
              </a:r>
              <a:endParaRPr/>
            </a:p>
          </p:txBody>
        </p:sp>
        <p:cxnSp>
          <p:nvCxnSpPr>
            <p:cNvPr id="304" name="Google Shape;304;p4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/>
          <p:nvPr/>
        </p:nvSpPr>
        <p:spPr>
          <a:xfrm>
            <a:off x="2195736" y="1340768"/>
            <a:ext cx="3952240" cy="3982720"/>
          </a:xfrm>
          <a:custGeom>
            <a:rect b="b" l="l" r="r" t="t"/>
            <a:pathLst>
              <a:path extrusionOk="0" h="3982720" w="3952240">
                <a:moveTo>
                  <a:pt x="1524000" y="0"/>
                </a:moveTo>
                <a:lnTo>
                  <a:pt x="0" y="1036320"/>
                </a:lnTo>
                <a:lnTo>
                  <a:pt x="731520" y="2997200"/>
                </a:lnTo>
                <a:lnTo>
                  <a:pt x="3952240" y="3982720"/>
                </a:lnTo>
                <a:lnTo>
                  <a:pt x="3606800" y="436880"/>
                </a:lnTo>
                <a:lnTo>
                  <a:pt x="152400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5"/>
          <p:cNvCxnSpPr>
            <a:stCxn id="309" idx="0"/>
            <a:endCxn id="309" idx="3"/>
          </p:cNvCxnSpPr>
          <p:nvPr/>
        </p:nvCxnSpPr>
        <p:spPr>
          <a:xfrm>
            <a:off x="3719736" y="1340768"/>
            <a:ext cx="2428200" cy="398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11" name="Google Shape;311;p5"/>
          <p:cNvCxnSpPr>
            <a:stCxn id="309" idx="0"/>
            <a:endCxn id="309" idx="2"/>
          </p:cNvCxnSpPr>
          <p:nvPr/>
        </p:nvCxnSpPr>
        <p:spPr>
          <a:xfrm flipH="1">
            <a:off x="2927136" y="1340768"/>
            <a:ext cx="792600" cy="299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12" name="Google Shape;312;p5"/>
          <p:cNvSpPr/>
          <p:nvPr/>
        </p:nvSpPr>
        <p:spPr>
          <a:xfrm>
            <a:off x="3261360" y="1483360"/>
            <a:ext cx="1097280" cy="436880"/>
          </a:xfrm>
          <a:custGeom>
            <a:rect b="b" l="l" r="r" t="t"/>
            <a:pathLst>
              <a:path extrusionOk="0" h="436880" w="1097280">
                <a:moveTo>
                  <a:pt x="0" y="152400"/>
                </a:moveTo>
                <a:cubicBezTo>
                  <a:pt x="121920" y="254000"/>
                  <a:pt x="243840" y="355600"/>
                  <a:pt x="365760" y="396240"/>
                </a:cubicBezTo>
                <a:cubicBezTo>
                  <a:pt x="487680" y="436880"/>
                  <a:pt x="635000" y="414867"/>
                  <a:pt x="731520" y="396240"/>
                </a:cubicBezTo>
                <a:cubicBezTo>
                  <a:pt x="828040" y="377613"/>
                  <a:pt x="883920" y="350520"/>
                  <a:pt x="944880" y="284480"/>
                </a:cubicBezTo>
                <a:cubicBezTo>
                  <a:pt x="1005840" y="218440"/>
                  <a:pt x="1051560" y="109220"/>
                  <a:pt x="109728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5267960" y="1670050"/>
            <a:ext cx="579120" cy="587587"/>
          </a:xfrm>
          <a:custGeom>
            <a:rect b="b" l="l" r="r" t="t"/>
            <a:pathLst>
              <a:path extrusionOk="0" h="587587" w="579120">
                <a:moveTo>
                  <a:pt x="0" y="0"/>
                </a:moveTo>
                <a:cubicBezTo>
                  <a:pt x="11006" y="92286"/>
                  <a:pt x="22013" y="184573"/>
                  <a:pt x="91440" y="274320"/>
                </a:cubicBezTo>
                <a:cubicBezTo>
                  <a:pt x="160867" y="364067"/>
                  <a:pt x="335280" y="489373"/>
                  <a:pt x="416560" y="538480"/>
                </a:cubicBezTo>
                <a:cubicBezTo>
                  <a:pt x="497840" y="587587"/>
                  <a:pt x="538480" y="578273"/>
                  <a:pt x="579120" y="56896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5618480" y="4683760"/>
            <a:ext cx="477520" cy="487680"/>
          </a:xfrm>
          <a:custGeom>
            <a:rect b="b" l="l" r="r" t="t"/>
            <a:pathLst>
              <a:path extrusionOk="0" h="487680" w="477520">
                <a:moveTo>
                  <a:pt x="0" y="487680"/>
                </a:moveTo>
                <a:cubicBezTo>
                  <a:pt x="7620" y="387773"/>
                  <a:pt x="15240" y="287867"/>
                  <a:pt x="50800" y="213360"/>
                </a:cubicBezTo>
                <a:cubicBezTo>
                  <a:pt x="86360" y="138853"/>
                  <a:pt x="142240" y="76200"/>
                  <a:pt x="213360" y="40640"/>
                </a:cubicBezTo>
                <a:cubicBezTo>
                  <a:pt x="284480" y="5080"/>
                  <a:pt x="381000" y="2540"/>
                  <a:pt x="47752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2741930" y="3806190"/>
            <a:ext cx="628227" cy="660400"/>
          </a:xfrm>
          <a:custGeom>
            <a:rect b="b" l="l" r="r" t="t"/>
            <a:pathLst>
              <a:path extrusionOk="0" h="660400" w="628227">
                <a:moveTo>
                  <a:pt x="599440" y="660400"/>
                </a:moveTo>
                <a:cubicBezTo>
                  <a:pt x="613833" y="579966"/>
                  <a:pt x="628227" y="499533"/>
                  <a:pt x="589280" y="406400"/>
                </a:cubicBezTo>
                <a:cubicBezTo>
                  <a:pt x="550333" y="313267"/>
                  <a:pt x="452120" y="167640"/>
                  <a:pt x="365760" y="101600"/>
                </a:cubicBezTo>
                <a:cubicBezTo>
                  <a:pt x="279400" y="35560"/>
                  <a:pt x="132080" y="20320"/>
                  <a:pt x="71120" y="10160"/>
                </a:cubicBezTo>
                <a:cubicBezTo>
                  <a:pt x="10160" y="0"/>
                  <a:pt x="5080" y="20320"/>
                  <a:pt x="0" y="4064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2367280" y="2143760"/>
            <a:ext cx="270933" cy="690880"/>
          </a:xfrm>
          <a:custGeom>
            <a:rect b="b" l="l" r="r" t="t"/>
            <a:pathLst>
              <a:path extrusionOk="0" h="690880" w="270933">
                <a:moveTo>
                  <a:pt x="0" y="690880"/>
                </a:moveTo>
                <a:cubicBezTo>
                  <a:pt x="74506" y="652780"/>
                  <a:pt x="149013" y="614680"/>
                  <a:pt x="193040" y="548640"/>
                </a:cubicBezTo>
                <a:cubicBezTo>
                  <a:pt x="237067" y="482600"/>
                  <a:pt x="257387" y="370840"/>
                  <a:pt x="264160" y="294640"/>
                </a:cubicBezTo>
                <a:cubicBezTo>
                  <a:pt x="270933" y="218440"/>
                  <a:pt x="245533" y="140547"/>
                  <a:pt x="233680" y="91440"/>
                </a:cubicBezTo>
                <a:cubicBezTo>
                  <a:pt x="221827" y="42333"/>
                  <a:pt x="207433" y="21166"/>
                  <a:pt x="19304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"/>
          <p:cNvSpPr txBox="1"/>
          <p:nvPr/>
        </p:nvSpPr>
        <p:spPr>
          <a:xfrm>
            <a:off x="6411836" y="1140743"/>
            <a:ext cx="2520280" cy="34163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008" r="-1003" t="-7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18" name="Google Shape;318;p5"/>
          <p:cNvSpPr txBox="1"/>
          <p:nvPr/>
        </p:nvSpPr>
        <p:spPr>
          <a:xfrm>
            <a:off x="871017" y="5466556"/>
            <a:ext cx="7632848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854" l="0" r="0" t="-4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3895353" y="5874236"/>
            <a:ext cx="1584176" cy="4320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grpSp>
        <p:nvGrpSpPr>
          <p:cNvPr id="320" name="Google Shape;320;p5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321" name="Google Shape;321;p5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b="1" lang="en-GB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Input: </a:t>
              </a: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Sum of interior angles</a:t>
              </a:r>
              <a:endParaRPr/>
            </a:p>
          </p:txBody>
        </p:sp>
        <p:cxnSp>
          <p:nvCxnSpPr>
            <p:cNvPr id="322" name="Google Shape;322;p5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3" name="Google Shape;323;p5"/>
          <p:cNvSpPr/>
          <p:nvPr/>
        </p:nvSpPr>
        <p:spPr>
          <a:xfrm>
            <a:off x="755576" y="980728"/>
            <a:ext cx="1872208" cy="72008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Click to animate</a:t>
            </a:r>
            <a:endParaRPr/>
          </a:p>
        </p:txBody>
      </p:sp>
      <p:sp>
        <p:nvSpPr>
          <p:cNvPr id="324" name="Google Shape;324;p5"/>
          <p:cNvSpPr txBox="1"/>
          <p:nvPr/>
        </p:nvSpPr>
        <p:spPr>
          <a:xfrm>
            <a:off x="69776" y="6456314"/>
            <a:ext cx="9476480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384" l="-13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6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330" name="Google Shape;330;p6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/>
            </a:p>
          </p:txBody>
        </p:sp>
        <p:cxnSp>
          <p:nvCxnSpPr>
            <p:cNvPr id="331" name="Google Shape;331;p6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2" name="Google Shape;332;p6"/>
          <p:cNvSpPr txBox="1"/>
          <p:nvPr/>
        </p:nvSpPr>
        <p:spPr>
          <a:xfrm>
            <a:off x="611560" y="742603"/>
            <a:ext cx="30963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total interior, and therefore, each interior angle, of each of these regular polygons?</a:t>
            </a:r>
            <a:endParaRPr/>
          </a:p>
        </p:txBody>
      </p:sp>
      <p:graphicFrame>
        <p:nvGraphicFramePr>
          <p:cNvPr id="333" name="Google Shape;333;p6"/>
          <p:cNvGraphicFramePr/>
          <p:nvPr/>
        </p:nvGraphicFramePr>
        <p:xfrm>
          <a:off x="323528" y="2092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{BB9A4502-1680-4437-B5DD-326B41DC15BF}</a:tableStyleId>
              </a:tblPr>
              <a:tblGrid>
                <a:gridCol w="1549900"/>
                <a:gridCol w="1440150"/>
                <a:gridCol w="1392825"/>
              </a:tblGrid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Regular Polygon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Total sum of Interior Angles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Each Interior Angle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Equilateral triangle (3)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Square (4)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Pentagon (5)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Hexagon (6)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Octagon (8)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Nonagon (9)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Decagon (10)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4" name="Google Shape;334;p6"/>
          <p:cNvSpPr/>
          <p:nvPr/>
        </p:nvSpPr>
        <p:spPr>
          <a:xfrm>
            <a:off x="1865412" y="3830191"/>
            <a:ext cx="1449288" cy="54178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3314700" y="3830191"/>
            <a:ext cx="1391712" cy="54178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1865412" y="4371975"/>
            <a:ext cx="1449288" cy="5905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3314700" y="4371975"/>
            <a:ext cx="1391712" cy="5905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1865412" y="4962525"/>
            <a:ext cx="1449288" cy="5905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3314700" y="4962525"/>
            <a:ext cx="1391712" cy="5905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1865412" y="5553075"/>
            <a:ext cx="1449288" cy="5905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3314700" y="5553075"/>
            <a:ext cx="1391712" cy="5905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1865412" y="6143625"/>
            <a:ext cx="1449288" cy="5524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3314700" y="6143625"/>
            <a:ext cx="1391712" cy="5524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217612" y="821854"/>
            <a:ext cx="363413" cy="349721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5124579" y="816366"/>
            <a:ext cx="363413" cy="349721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5508716" y="816366"/>
            <a:ext cx="3209925" cy="1952625"/>
          </a:xfrm>
          <a:custGeom>
            <a:rect b="b" l="l" r="r" t="t"/>
            <a:pathLst>
              <a:path extrusionOk="0" h="1952625" w="3209925">
                <a:moveTo>
                  <a:pt x="1638300" y="0"/>
                </a:moveTo>
                <a:lnTo>
                  <a:pt x="0" y="1019175"/>
                </a:lnTo>
                <a:lnTo>
                  <a:pt x="542925" y="1933575"/>
                </a:lnTo>
                <a:lnTo>
                  <a:pt x="2695575" y="1952625"/>
                </a:lnTo>
                <a:lnTo>
                  <a:pt x="3209925" y="1323975"/>
                </a:lnTo>
                <a:lnTo>
                  <a:pt x="1628775" y="1057275"/>
                </a:lnTo>
                <a:lnTo>
                  <a:pt x="1638300" y="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6"/>
          <p:cNvCxnSpPr/>
          <p:nvPr/>
        </p:nvCxnSpPr>
        <p:spPr>
          <a:xfrm>
            <a:off x="5742079" y="1697429"/>
            <a:ext cx="123825" cy="2143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6"/>
          <p:cNvCxnSpPr/>
          <p:nvPr/>
        </p:nvCxnSpPr>
        <p:spPr>
          <a:xfrm flipH="1">
            <a:off x="5632541" y="1906979"/>
            <a:ext cx="228600" cy="1381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6"/>
          <p:cNvSpPr/>
          <p:nvPr/>
        </p:nvSpPr>
        <p:spPr>
          <a:xfrm>
            <a:off x="6741251" y="1062111"/>
            <a:ext cx="403860" cy="228600"/>
          </a:xfrm>
          <a:custGeom>
            <a:rect b="b" l="l" r="r" t="t"/>
            <a:pathLst>
              <a:path extrusionOk="0" h="228600" w="403860">
                <a:moveTo>
                  <a:pt x="0" y="0"/>
                </a:moveTo>
                <a:cubicBezTo>
                  <a:pt x="53975" y="76200"/>
                  <a:pt x="107950" y="152400"/>
                  <a:pt x="175260" y="190500"/>
                </a:cubicBezTo>
                <a:cubicBezTo>
                  <a:pt x="242570" y="228600"/>
                  <a:pt x="323215" y="228600"/>
                  <a:pt x="403860" y="22860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6854256" y="1625991"/>
            <a:ext cx="519455" cy="497790"/>
          </a:xfrm>
          <a:custGeom>
            <a:rect b="b" l="l" r="r" t="t"/>
            <a:pathLst>
              <a:path extrusionOk="0" h="497790" w="519455">
                <a:moveTo>
                  <a:pt x="283235" y="0"/>
                </a:moveTo>
                <a:cubicBezTo>
                  <a:pt x="203860" y="13970"/>
                  <a:pt x="124485" y="27940"/>
                  <a:pt x="77495" y="68580"/>
                </a:cubicBezTo>
                <a:cubicBezTo>
                  <a:pt x="30505" y="109220"/>
                  <a:pt x="-7595" y="176530"/>
                  <a:pt x="1295" y="243840"/>
                </a:cubicBezTo>
                <a:cubicBezTo>
                  <a:pt x="10185" y="311150"/>
                  <a:pt x="67335" y="434340"/>
                  <a:pt x="130835" y="472440"/>
                </a:cubicBezTo>
                <a:cubicBezTo>
                  <a:pt x="194335" y="510540"/>
                  <a:pt x="317525" y="501650"/>
                  <a:pt x="382295" y="472440"/>
                </a:cubicBezTo>
                <a:cubicBezTo>
                  <a:pt x="447065" y="443230"/>
                  <a:pt x="483260" y="370205"/>
                  <a:pt x="519455" y="29718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8379551" y="2083191"/>
            <a:ext cx="144780" cy="297180"/>
          </a:xfrm>
          <a:custGeom>
            <a:rect b="b" l="l" r="r" t="t"/>
            <a:pathLst>
              <a:path extrusionOk="0" h="297180" w="144780">
                <a:moveTo>
                  <a:pt x="0" y="0"/>
                </a:moveTo>
                <a:cubicBezTo>
                  <a:pt x="6985" y="70485"/>
                  <a:pt x="13970" y="140970"/>
                  <a:pt x="38100" y="190500"/>
                </a:cubicBezTo>
                <a:cubicBezTo>
                  <a:pt x="62230" y="240030"/>
                  <a:pt x="103505" y="268605"/>
                  <a:pt x="144780" y="29718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7968071" y="2539104"/>
            <a:ext cx="388620" cy="229887"/>
          </a:xfrm>
          <a:custGeom>
            <a:rect b="b" l="l" r="r" t="t"/>
            <a:pathLst>
              <a:path extrusionOk="0" h="229887" w="388620">
                <a:moveTo>
                  <a:pt x="388620" y="47007"/>
                </a:moveTo>
                <a:cubicBezTo>
                  <a:pt x="344170" y="26052"/>
                  <a:pt x="299720" y="5097"/>
                  <a:pt x="251460" y="1287"/>
                </a:cubicBezTo>
                <a:cubicBezTo>
                  <a:pt x="203200" y="-2523"/>
                  <a:pt x="137160" y="1287"/>
                  <a:pt x="99060" y="24147"/>
                </a:cubicBezTo>
                <a:cubicBezTo>
                  <a:pt x="60960" y="47007"/>
                  <a:pt x="39370" y="104157"/>
                  <a:pt x="22860" y="138447"/>
                </a:cubicBezTo>
                <a:cubicBezTo>
                  <a:pt x="6350" y="172737"/>
                  <a:pt x="3175" y="201312"/>
                  <a:pt x="0" y="229887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5925911" y="2486774"/>
            <a:ext cx="438739" cy="266977"/>
          </a:xfrm>
          <a:custGeom>
            <a:rect b="b" l="l" r="r" t="t"/>
            <a:pathLst>
              <a:path extrusionOk="0" h="266977" w="438739">
                <a:moveTo>
                  <a:pt x="0" y="45997"/>
                </a:moveTo>
                <a:cubicBezTo>
                  <a:pt x="48260" y="24407"/>
                  <a:pt x="96520" y="2817"/>
                  <a:pt x="144780" y="277"/>
                </a:cubicBezTo>
                <a:cubicBezTo>
                  <a:pt x="193040" y="-2263"/>
                  <a:pt x="248920" y="12977"/>
                  <a:pt x="289560" y="30757"/>
                </a:cubicBezTo>
                <a:cubicBezTo>
                  <a:pt x="330200" y="48537"/>
                  <a:pt x="364490" y="77747"/>
                  <a:pt x="388620" y="106957"/>
                </a:cubicBezTo>
                <a:cubicBezTo>
                  <a:pt x="412750" y="136167"/>
                  <a:pt x="426720" y="179347"/>
                  <a:pt x="434340" y="206017"/>
                </a:cubicBezTo>
                <a:cubicBezTo>
                  <a:pt x="441960" y="232687"/>
                  <a:pt x="438150" y="249832"/>
                  <a:pt x="434340" y="266977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 txBox="1"/>
          <p:nvPr/>
        </p:nvSpPr>
        <p:spPr>
          <a:xfrm>
            <a:off x="6560820" y="1219690"/>
            <a:ext cx="398616" cy="3077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30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5" name="Google Shape;355;p6"/>
          <p:cNvSpPr txBox="1"/>
          <p:nvPr/>
        </p:nvSpPr>
        <p:spPr>
          <a:xfrm>
            <a:off x="6569368" y="1848793"/>
            <a:ext cx="398616" cy="307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6" name="Google Shape;356;p6"/>
          <p:cNvSpPr txBox="1"/>
          <p:nvPr/>
        </p:nvSpPr>
        <p:spPr>
          <a:xfrm>
            <a:off x="6094024" y="2237199"/>
            <a:ext cx="398616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292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7" name="Google Shape;357;p6"/>
          <p:cNvSpPr txBox="1"/>
          <p:nvPr/>
        </p:nvSpPr>
        <p:spPr>
          <a:xfrm>
            <a:off x="7566660" y="2346270"/>
            <a:ext cx="398616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2727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8" name="Google Shape;358;p6"/>
          <p:cNvSpPr txBox="1"/>
          <p:nvPr/>
        </p:nvSpPr>
        <p:spPr>
          <a:xfrm>
            <a:off x="7984692" y="2083311"/>
            <a:ext cx="398616" cy="3077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461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9" name="Google Shape;359;p6"/>
          <p:cNvSpPr txBox="1"/>
          <p:nvPr/>
        </p:nvSpPr>
        <p:spPr>
          <a:xfrm>
            <a:off x="5040536" y="3050260"/>
            <a:ext cx="4032448" cy="156966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628" r="0" t="-16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0" name="Google Shape;360;p6"/>
          <p:cNvSpPr/>
          <p:nvPr/>
        </p:nvSpPr>
        <p:spPr>
          <a:xfrm>
            <a:off x="7283819" y="1278655"/>
            <a:ext cx="1427057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666" l="-3845" r="-2563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4999987" y="2978541"/>
            <a:ext cx="3961127" cy="160572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"/>
          <p:cNvSpPr/>
          <p:nvPr/>
        </p:nvSpPr>
        <p:spPr>
          <a:xfrm>
            <a:off x="347608" y="803920"/>
            <a:ext cx="2895600" cy="2702560"/>
          </a:xfrm>
          <a:custGeom>
            <a:rect b="b" l="l" r="r" t="t"/>
            <a:pathLst>
              <a:path extrusionOk="0" h="2702560" w="2895600">
                <a:moveTo>
                  <a:pt x="0" y="20320"/>
                </a:moveTo>
                <a:lnTo>
                  <a:pt x="0" y="1757680"/>
                </a:lnTo>
                <a:lnTo>
                  <a:pt x="1290320" y="2702560"/>
                </a:lnTo>
                <a:lnTo>
                  <a:pt x="2895600" y="1757680"/>
                </a:lnTo>
                <a:lnTo>
                  <a:pt x="2021840" y="447040"/>
                </a:lnTo>
                <a:lnTo>
                  <a:pt x="1026160" y="0"/>
                </a:lnTo>
                <a:lnTo>
                  <a:pt x="0" y="2032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346798" y="820083"/>
            <a:ext cx="288032" cy="2880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1058808" y="824240"/>
            <a:ext cx="560864" cy="251773"/>
          </a:xfrm>
          <a:custGeom>
            <a:rect b="b" l="l" r="r" t="t"/>
            <a:pathLst>
              <a:path extrusionOk="0" h="251773" w="560864">
                <a:moveTo>
                  <a:pt x="0" y="0"/>
                </a:moveTo>
                <a:cubicBezTo>
                  <a:pt x="44873" y="77046"/>
                  <a:pt x="89747" y="154093"/>
                  <a:pt x="152400" y="193040"/>
                </a:cubicBezTo>
                <a:cubicBezTo>
                  <a:pt x="215053" y="231987"/>
                  <a:pt x="307843" y="251773"/>
                  <a:pt x="375920" y="233680"/>
                </a:cubicBezTo>
                <a:cubicBezTo>
                  <a:pt x="443997" y="215587"/>
                  <a:pt x="499057" y="121733"/>
                  <a:pt x="560864" y="8448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2108675" y="1159520"/>
            <a:ext cx="423333" cy="389467"/>
          </a:xfrm>
          <a:custGeom>
            <a:rect b="b" l="l" r="r" t="t"/>
            <a:pathLst>
              <a:path extrusionOk="0" h="389467" w="423333">
                <a:moveTo>
                  <a:pt x="16933" y="0"/>
                </a:moveTo>
                <a:cubicBezTo>
                  <a:pt x="8466" y="91440"/>
                  <a:pt x="0" y="182880"/>
                  <a:pt x="37253" y="243840"/>
                </a:cubicBezTo>
                <a:cubicBezTo>
                  <a:pt x="74506" y="304800"/>
                  <a:pt x="176106" y="342053"/>
                  <a:pt x="240453" y="365760"/>
                </a:cubicBezTo>
                <a:cubicBezTo>
                  <a:pt x="304800" y="389467"/>
                  <a:pt x="364066" y="387773"/>
                  <a:pt x="423333" y="38608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785585" y="2196475"/>
            <a:ext cx="204893" cy="558800"/>
          </a:xfrm>
          <a:custGeom>
            <a:rect b="b" l="l" r="r" t="t"/>
            <a:pathLst>
              <a:path extrusionOk="0" h="558800" w="204893">
                <a:moveTo>
                  <a:pt x="204893" y="0"/>
                </a:moveTo>
                <a:cubicBezTo>
                  <a:pt x="124459" y="75353"/>
                  <a:pt x="44026" y="150707"/>
                  <a:pt x="22013" y="233680"/>
                </a:cubicBezTo>
                <a:cubicBezTo>
                  <a:pt x="0" y="316653"/>
                  <a:pt x="54186" y="443653"/>
                  <a:pt x="72813" y="497840"/>
                </a:cubicBezTo>
                <a:cubicBezTo>
                  <a:pt x="91440" y="552027"/>
                  <a:pt x="112606" y="555413"/>
                  <a:pt x="133773" y="5588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1363608" y="3110240"/>
            <a:ext cx="629920" cy="203200"/>
          </a:xfrm>
          <a:custGeom>
            <a:rect b="b" l="l" r="r" t="t"/>
            <a:pathLst>
              <a:path extrusionOk="0" h="203200" w="629920">
                <a:moveTo>
                  <a:pt x="0" y="203200"/>
                </a:moveTo>
                <a:cubicBezTo>
                  <a:pt x="27093" y="153246"/>
                  <a:pt x="54187" y="103293"/>
                  <a:pt x="111760" y="71120"/>
                </a:cubicBezTo>
                <a:cubicBezTo>
                  <a:pt x="169333" y="38947"/>
                  <a:pt x="267547" y="0"/>
                  <a:pt x="345440" y="10160"/>
                </a:cubicBezTo>
                <a:cubicBezTo>
                  <a:pt x="423333" y="20320"/>
                  <a:pt x="531707" y="103293"/>
                  <a:pt x="579120" y="132080"/>
                </a:cubicBezTo>
                <a:cubicBezTo>
                  <a:pt x="626533" y="160867"/>
                  <a:pt x="628226" y="171873"/>
                  <a:pt x="629920" y="18288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347608" y="2155200"/>
            <a:ext cx="357293" cy="599440"/>
          </a:xfrm>
          <a:custGeom>
            <a:rect b="b" l="l" r="r" t="t"/>
            <a:pathLst>
              <a:path extrusionOk="0" h="599440" w="357293">
                <a:moveTo>
                  <a:pt x="0" y="0"/>
                </a:moveTo>
                <a:cubicBezTo>
                  <a:pt x="98213" y="20320"/>
                  <a:pt x="196427" y="40640"/>
                  <a:pt x="254000" y="91440"/>
                </a:cubicBezTo>
                <a:cubicBezTo>
                  <a:pt x="311573" y="142240"/>
                  <a:pt x="333587" y="238760"/>
                  <a:pt x="345440" y="304800"/>
                </a:cubicBezTo>
                <a:cubicBezTo>
                  <a:pt x="357293" y="370840"/>
                  <a:pt x="336973" y="438573"/>
                  <a:pt x="325120" y="487680"/>
                </a:cubicBezTo>
                <a:cubicBezTo>
                  <a:pt x="313267" y="536787"/>
                  <a:pt x="293793" y="568113"/>
                  <a:pt x="274320" y="59944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 txBox="1"/>
          <p:nvPr/>
        </p:nvSpPr>
        <p:spPr>
          <a:xfrm>
            <a:off x="649660" y="2157239"/>
            <a:ext cx="8640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130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 txBox="1"/>
          <p:nvPr/>
        </p:nvSpPr>
        <p:spPr>
          <a:xfrm>
            <a:off x="1475656" y="2708920"/>
            <a:ext cx="8640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2243932" y="2132856"/>
            <a:ext cx="8640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 txBox="1"/>
          <p:nvPr/>
        </p:nvSpPr>
        <p:spPr>
          <a:xfrm>
            <a:off x="899592" y="1052736"/>
            <a:ext cx="8640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1802973" y="1369731"/>
            <a:ext cx="648072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78" name="Google Shape;378;p7"/>
          <p:cNvSpPr txBox="1"/>
          <p:nvPr/>
        </p:nvSpPr>
        <p:spPr>
          <a:xfrm>
            <a:off x="1749971" y="3499867"/>
            <a:ext cx="1726654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2554635" y="3469025"/>
            <a:ext cx="979139" cy="5981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3658099" y="1153200"/>
            <a:ext cx="2774986" cy="2592288"/>
          </a:xfrm>
          <a:prstGeom prst="dodecagon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 txBox="1"/>
          <p:nvPr/>
        </p:nvSpPr>
        <p:spPr>
          <a:xfrm>
            <a:off x="4139952" y="692696"/>
            <a:ext cx="3528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regular dodecagon (12 sides).</a:t>
            </a:r>
            <a:endParaRPr/>
          </a:p>
        </p:txBody>
      </p:sp>
      <p:sp>
        <p:nvSpPr>
          <p:cNvPr id="382" name="Google Shape;382;p7"/>
          <p:cNvSpPr txBox="1"/>
          <p:nvPr/>
        </p:nvSpPr>
        <p:spPr>
          <a:xfrm>
            <a:off x="5069423" y="1255956"/>
            <a:ext cx="432048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83" name="Google Shape;383;p7"/>
          <p:cNvSpPr txBox="1"/>
          <p:nvPr/>
        </p:nvSpPr>
        <p:spPr>
          <a:xfrm>
            <a:off x="4317875" y="3817615"/>
            <a:ext cx="1692399" cy="52322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5132478" y="3878010"/>
            <a:ext cx="864096" cy="4320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grpSp>
        <p:nvGrpSpPr>
          <p:cNvPr id="385" name="Google Shape;385;p7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386" name="Google Shape;386;p7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/>
            </a:p>
          </p:txBody>
        </p:sp>
        <p:cxnSp>
          <p:nvCxnSpPr>
            <p:cNvPr id="387" name="Google Shape;387;p7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8" name="Google Shape;388;p7"/>
          <p:cNvSpPr/>
          <p:nvPr/>
        </p:nvSpPr>
        <p:spPr>
          <a:xfrm>
            <a:off x="6300192" y="3789040"/>
            <a:ext cx="2232660" cy="2385060"/>
          </a:xfrm>
          <a:custGeom>
            <a:rect b="b" l="l" r="r" t="t"/>
            <a:pathLst>
              <a:path extrusionOk="0" h="2385060" w="2232660">
                <a:moveTo>
                  <a:pt x="0" y="1021080"/>
                </a:moveTo>
                <a:lnTo>
                  <a:pt x="967740" y="0"/>
                </a:lnTo>
                <a:lnTo>
                  <a:pt x="2232660" y="746760"/>
                </a:lnTo>
                <a:lnTo>
                  <a:pt x="1927860" y="2385060"/>
                </a:lnTo>
                <a:lnTo>
                  <a:pt x="1295400" y="1059180"/>
                </a:lnTo>
                <a:lnTo>
                  <a:pt x="0" y="1021080"/>
                </a:lnTo>
                <a:close/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7037452" y="3973056"/>
            <a:ext cx="525780" cy="78740"/>
          </a:xfrm>
          <a:custGeom>
            <a:rect b="b" l="l" r="r" t="t"/>
            <a:pathLst>
              <a:path extrusionOk="0" h="78740" w="525780">
                <a:moveTo>
                  <a:pt x="0" y="45720"/>
                </a:moveTo>
                <a:cubicBezTo>
                  <a:pt x="71120" y="59690"/>
                  <a:pt x="142240" y="73660"/>
                  <a:pt x="205740" y="76200"/>
                </a:cubicBezTo>
                <a:cubicBezTo>
                  <a:pt x="269240" y="78740"/>
                  <a:pt x="327660" y="73660"/>
                  <a:pt x="381000" y="60960"/>
                </a:cubicBezTo>
                <a:cubicBezTo>
                  <a:pt x="434340" y="48260"/>
                  <a:pt x="480060" y="24130"/>
                  <a:pt x="52578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6549772" y="4544556"/>
            <a:ext cx="166370" cy="274320"/>
          </a:xfrm>
          <a:custGeom>
            <a:rect b="b" l="l" r="r" t="t"/>
            <a:pathLst>
              <a:path extrusionOk="0" h="274320" w="166370">
                <a:moveTo>
                  <a:pt x="0" y="0"/>
                </a:moveTo>
                <a:cubicBezTo>
                  <a:pt x="17780" y="15875"/>
                  <a:pt x="35560" y="31750"/>
                  <a:pt x="60960" y="68580"/>
                </a:cubicBezTo>
                <a:cubicBezTo>
                  <a:pt x="86360" y="105410"/>
                  <a:pt x="138430" y="186690"/>
                  <a:pt x="152400" y="220980"/>
                </a:cubicBezTo>
                <a:cubicBezTo>
                  <a:pt x="166370" y="255270"/>
                  <a:pt x="155575" y="264795"/>
                  <a:pt x="144780" y="27432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7327012" y="4627106"/>
            <a:ext cx="515620" cy="466090"/>
          </a:xfrm>
          <a:custGeom>
            <a:rect b="b" l="l" r="r" t="t"/>
            <a:pathLst>
              <a:path extrusionOk="0" h="466090" w="515620">
                <a:moveTo>
                  <a:pt x="0" y="207010"/>
                </a:moveTo>
                <a:cubicBezTo>
                  <a:pt x="19050" y="158750"/>
                  <a:pt x="38100" y="110490"/>
                  <a:pt x="68580" y="77470"/>
                </a:cubicBezTo>
                <a:cubicBezTo>
                  <a:pt x="99060" y="44450"/>
                  <a:pt x="137160" y="17780"/>
                  <a:pt x="182880" y="8890"/>
                </a:cubicBezTo>
                <a:cubicBezTo>
                  <a:pt x="228600" y="0"/>
                  <a:pt x="292100" y="5080"/>
                  <a:pt x="342900" y="24130"/>
                </a:cubicBezTo>
                <a:cubicBezTo>
                  <a:pt x="393700" y="43180"/>
                  <a:pt x="459740" y="81280"/>
                  <a:pt x="487680" y="123190"/>
                </a:cubicBezTo>
                <a:cubicBezTo>
                  <a:pt x="515620" y="165100"/>
                  <a:pt x="514350" y="231140"/>
                  <a:pt x="510540" y="275590"/>
                </a:cubicBezTo>
                <a:cubicBezTo>
                  <a:pt x="506730" y="320040"/>
                  <a:pt x="486410" y="358140"/>
                  <a:pt x="464820" y="389890"/>
                </a:cubicBezTo>
                <a:cubicBezTo>
                  <a:pt x="443230" y="421640"/>
                  <a:pt x="412115" y="443865"/>
                  <a:pt x="381000" y="46609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8254112" y="4392156"/>
            <a:ext cx="215900" cy="480060"/>
          </a:xfrm>
          <a:custGeom>
            <a:rect b="b" l="l" r="r" t="t"/>
            <a:pathLst>
              <a:path extrusionOk="0" h="480060" w="215900">
                <a:moveTo>
                  <a:pt x="40640" y="0"/>
                </a:moveTo>
                <a:cubicBezTo>
                  <a:pt x="20320" y="43180"/>
                  <a:pt x="0" y="86360"/>
                  <a:pt x="2540" y="137160"/>
                </a:cubicBezTo>
                <a:cubicBezTo>
                  <a:pt x="5080" y="187960"/>
                  <a:pt x="30480" y="255270"/>
                  <a:pt x="55880" y="304800"/>
                </a:cubicBezTo>
                <a:cubicBezTo>
                  <a:pt x="81280" y="354330"/>
                  <a:pt x="128270" y="405130"/>
                  <a:pt x="154940" y="434340"/>
                </a:cubicBezTo>
                <a:cubicBezTo>
                  <a:pt x="181610" y="463550"/>
                  <a:pt x="198755" y="471805"/>
                  <a:pt x="215900" y="48006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8043292" y="5739626"/>
            <a:ext cx="274320" cy="46990"/>
          </a:xfrm>
          <a:custGeom>
            <a:rect b="b" l="l" r="r" t="t"/>
            <a:pathLst>
              <a:path extrusionOk="0" h="46990" w="274320">
                <a:moveTo>
                  <a:pt x="0" y="46990"/>
                </a:moveTo>
                <a:cubicBezTo>
                  <a:pt x="25400" y="35560"/>
                  <a:pt x="50800" y="24130"/>
                  <a:pt x="83820" y="16510"/>
                </a:cubicBezTo>
                <a:cubicBezTo>
                  <a:pt x="116840" y="8890"/>
                  <a:pt x="166370" y="2540"/>
                  <a:pt x="198120" y="1270"/>
                </a:cubicBezTo>
                <a:cubicBezTo>
                  <a:pt x="229870" y="0"/>
                  <a:pt x="252095" y="4445"/>
                  <a:pt x="274320" y="889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6872064" y="3982204"/>
            <a:ext cx="8640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r>
              <a:rPr b="0" i="0" lang="en-GB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7884368" y="4653136"/>
            <a:ext cx="7200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b="0" i="0" lang="en-GB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 txBox="1"/>
          <p:nvPr/>
        </p:nvSpPr>
        <p:spPr>
          <a:xfrm>
            <a:off x="7812360" y="5373216"/>
            <a:ext cx="7200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r>
              <a:rPr b="0" i="0" lang="en-GB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6516216" y="4437112"/>
            <a:ext cx="7200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r>
              <a:rPr b="0" i="0" lang="en-GB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°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 txBox="1"/>
          <p:nvPr/>
        </p:nvSpPr>
        <p:spPr>
          <a:xfrm>
            <a:off x="7297256" y="4304144"/>
            <a:ext cx="720080" cy="400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99" name="Google Shape;399;p7"/>
          <p:cNvSpPr txBox="1"/>
          <p:nvPr/>
        </p:nvSpPr>
        <p:spPr>
          <a:xfrm>
            <a:off x="6010275" y="5286350"/>
            <a:ext cx="1796752" cy="52322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6828288" y="5274676"/>
            <a:ext cx="925061" cy="554623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5178425" y="1158875"/>
            <a:ext cx="473075" cy="220465"/>
          </a:xfrm>
          <a:custGeom>
            <a:rect b="b" l="l" r="r" t="t"/>
            <a:pathLst>
              <a:path extrusionOk="0" h="220465" w="473075">
                <a:moveTo>
                  <a:pt x="0" y="0"/>
                </a:moveTo>
                <a:cubicBezTo>
                  <a:pt x="16669" y="56885"/>
                  <a:pt x="33338" y="113771"/>
                  <a:pt x="63500" y="149225"/>
                </a:cubicBezTo>
                <a:cubicBezTo>
                  <a:pt x="93662" y="184679"/>
                  <a:pt x="138113" y="201613"/>
                  <a:pt x="180975" y="212725"/>
                </a:cubicBezTo>
                <a:cubicBezTo>
                  <a:pt x="223837" y="223837"/>
                  <a:pt x="282575" y="221192"/>
                  <a:pt x="320675" y="215900"/>
                </a:cubicBezTo>
                <a:cubicBezTo>
                  <a:pt x="358775" y="210608"/>
                  <a:pt x="384175" y="196850"/>
                  <a:pt x="409575" y="180975"/>
                </a:cubicBezTo>
                <a:cubicBezTo>
                  <a:pt x="434975" y="165100"/>
                  <a:pt x="454025" y="142875"/>
                  <a:pt x="473075" y="12065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808" y="476672"/>
            <a:ext cx="2138591" cy="23042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8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408" name="Google Shape;408;p8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/>
            </a:p>
          </p:txBody>
        </p:sp>
        <p:cxnSp>
          <p:nvCxnSpPr>
            <p:cNvPr id="409" name="Google Shape;409;p8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410" name="Google Shape;4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44" y="692696"/>
            <a:ext cx="2033843" cy="129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6096" y="620688"/>
            <a:ext cx="2304256" cy="2164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520" y="2852936"/>
            <a:ext cx="2439123" cy="20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7824" y="2996952"/>
            <a:ext cx="2513437" cy="249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0152" y="3212976"/>
            <a:ext cx="23812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8"/>
          <p:cNvSpPr txBox="1"/>
          <p:nvPr/>
        </p:nvSpPr>
        <p:spPr>
          <a:xfrm>
            <a:off x="539552" y="2060848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75° 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2627784" y="2276872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25° 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4427984" y="5157192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222° 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6804248" y="5589240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309° </a:t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1115616" y="2060848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20" name="Google Shape;420;p8"/>
          <p:cNvSpPr/>
          <p:nvPr/>
        </p:nvSpPr>
        <p:spPr>
          <a:xfrm>
            <a:off x="3203848" y="2276872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4958331" y="5157192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7308304" y="5589240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23" name="Google Shape;423;p8"/>
          <p:cNvSpPr/>
          <p:nvPr/>
        </p:nvSpPr>
        <p:spPr>
          <a:xfrm>
            <a:off x="179512" y="764704"/>
            <a:ext cx="432048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2843808" y="764704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4932040" y="764704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179512" y="2852936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3059832" y="3140968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28" name="Google Shape;428;p8"/>
          <p:cNvSpPr/>
          <p:nvPr/>
        </p:nvSpPr>
        <p:spPr>
          <a:xfrm>
            <a:off x="5436096" y="3212976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429" name="Google Shape;429;p8"/>
          <p:cNvSpPr txBox="1"/>
          <p:nvPr/>
        </p:nvSpPr>
        <p:spPr>
          <a:xfrm>
            <a:off x="7452320" y="1433353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= 260° </a:t>
            </a:r>
            <a:endParaRPr/>
          </a:p>
        </p:txBody>
      </p:sp>
      <p:sp>
        <p:nvSpPr>
          <p:cNvPr id="430" name="Google Shape;430;p8"/>
          <p:cNvSpPr/>
          <p:nvPr/>
        </p:nvSpPr>
        <p:spPr>
          <a:xfrm>
            <a:off x="8012412" y="1419443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600501" y="5027933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= 100° </a:t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1176565" y="5037225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grpSp>
        <p:nvGrpSpPr>
          <p:cNvPr id="433" name="Google Shape;433;p8"/>
          <p:cNvGrpSpPr/>
          <p:nvPr/>
        </p:nvGrpSpPr>
        <p:grpSpPr>
          <a:xfrm>
            <a:off x="1350169" y="1847850"/>
            <a:ext cx="100426" cy="166615"/>
            <a:chOff x="1350169" y="1847850"/>
            <a:chExt cx="100426" cy="166615"/>
          </a:xfrm>
        </p:grpSpPr>
        <p:cxnSp>
          <p:nvCxnSpPr>
            <p:cNvPr id="434" name="Google Shape;434;p8"/>
            <p:cNvCxnSpPr/>
            <p:nvPr/>
          </p:nvCxnSpPr>
          <p:spPr>
            <a:xfrm rot="10800000">
              <a:off x="1350169" y="1847850"/>
              <a:ext cx="100013" cy="8572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435" name="Google Shape;435;p8"/>
            <p:cNvCxnSpPr/>
            <p:nvPr/>
          </p:nvCxnSpPr>
          <p:spPr>
            <a:xfrm flipH="1">
              <a:off x="1350582" y="1928739"/>
              <a:ext cx="100013" cy="8572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436" name="Google Shape;436;p8"/>
          <p:cNvGrpSpPr/>
          <p:nvPr/>
        </p:nvGrpSpPr>
        <p:grpSpPr>
          <a:xfrm>
            <a:off x="1713475" y="708641"/>
            <a:ext cx="100426" cy="166615"/>
            <a:chOff x="1350169" y="1847850"/>
            <a:chExt cx="100426" cy="166615"/>
          </a:xfrm>
        </p:grpSpPr>
        <p:cxnSp>
          <p:nvCxnSpPr>
            <p:cNvPr id="437" name="Google Shape;437;p8"/>
            <p:cNvCxnSpPr/>
            <p:nvPr/>
          </p:nvCxnSpPr>
          <p:spPr>
            <a:xfrm rot="10800000">
              <a:off x="1350169" y="1847850"/>
              <a:ext cx="100013" cy="8572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438" name="Google Shape;438;p8"/>
            <p:cNvCxnSpPr/>
            <p:nvPr/>
          </p:nvCxnSpPr>
          <p:spPr>
            <a:xfrm flipH="1">
              <a:off x="1350582" y="1928739"/>
              <a:ext cx="100013" cy="8572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439" name="Google Shape;439;p8"/>
          <p:cNvSpPr txBox="1"/>
          <p:nvPr/>
        </p:nvSpPr>
        <p:spPr>
          <a:xfrm>
            <a:off x="7024723" y="96972"/>
            <a:ext cx="20811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(On supplied sheet)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9"/>
          <p:cNvGrpSpPr/>
          <p:nvPr/>
        </p:nvGrpSpPr>
        <p:grpSpPr>
          <a:xfrm>
            <a:off x="-1144" y="0"/>
            <a:ext cx="9145144" cy="585216"/>
            <a:chOff x="-1144" y="0"/>
            <a:chExt cx="9145144" cy="585216"/>
          </a:xfrm>
        </p:grpSpPr>
        <p:sp>
          <p:nvSpPr>
            <p:cNvPr id="446" name="Google Shape;446;p9"/>
            <p:cNvSpPr txBox="1"/>
            <p:nvPr/>
          </p:nvSpPr>
          <p:spPr>
            <a:xfrm>
              <a:off x="0" y="0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/>
            </a:p>
          </p:txBody>
        </p:sp>
        <p:cxnSp>
          <p:nvCxnSpPr>
            <p:cNvPr id="447" name="Google Shape;447;p9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448" name="Google Shape;4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980728"/>
            <a:ext cx="2232248" cy="278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3848" y="1124744"/>
            <a:ext cx="25717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4168" y="908720"/>
            <a:ext cx="240982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9"/>
          <p:cNvSpPr txBox="1"/>
          <p:nvPr/>
        </p:nvSpPr>
        <p:spPr>
          <a:xfrm>
            <a:off x="1403648" y="3861048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54° </a:t>
            </a:r>
            <a:endParaRPr/>
          </a:p>
        </p:txBody>
      </p:sp>
      <p:sp>
        <p:nvSpPr>
          <p:cNvPr id="452" name="Google Shape;452;p9"/>
          <p:cNvSpPr txBox="1"/>
          <p:nvPr/>
        </p:nvSpPr>
        <p:spPr>
          <a:xfrm>
            <a:off x="3923928" y="3573016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120° </a:t>
            </a:r>
            <a:endParaRPr/>
          </a:p>
        </p:txBody>
      </p:sp>
      <p:sp>
        <p:nvSpPr>
          <p:cNvPr id="453" name="Google Shape;453;p9"/>
          <p:cNvSpPr txBox="1"/>
          <p:nvPr/>
        </p:nvSpPr>
        <p:spPr>
          <a:xfrm>
            <a:off x="6516216" y="3573016"/>
            <a:ext cx="122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252° </a:t>
            </a:r>
            <a:endParaRPr/>
          </a:p>
        </p:txBody>
      </p:sp>
      <p:sp>
        <p:nvSpPr>
          <p:cNvPr id="454" name="Google Shape;454;p9"/>
          <p:cNvSpPr txBox="1"/>
          <p:nvPr/>
        </p:nvSpPr>
        <p:spPr>
          <a:xfrm>
            <a:off x="1187624" y="4437112"/>
            <a:ext cx="6120680" cy="147732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783" l="-895" r="-895" t="-24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55" name="Google Shape;45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93592" y="4784694"/>
            <a:ext cx="3096344" cy="31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5896" y="5596713"/>
            <a:ext cx="1800200" cy="126128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9"/>
          <p:cNvSpPr/>
          <p:nvPr/>
        </p:nvSpPr>
        <p:spPr>
          <a:xfrm>
            <a:off x="1979712" y="3861048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4427984" y="3573016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7020272" y="3573016"/>
            <a:ext cx="648072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395536" y="908720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3131840" y="908720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5868144" y="908720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611560" y="4509120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611560" y="5301208"/>
            <a:ext cx="43238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☠</a:t>
            </a:r>
            <a:r>
              <a:rPr b="0" baseline="-2500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3954206" y="4809061"/>
            <a:ext cx="3096344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3635896" y="5589240"/>
            <a:ext cx="1800200" cy="126876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"/>
          <p:cNvSpPr/>
          <p:nvPr/>
        </p:nvSpPr>
        <p:spPr>
          <a:xfrm>
            <a:off x="1086991" y="956144"/>
            <a:ext cx="443840" cy="491282"/>
          </a:xfrm>
          <a:prstGeom prst="pie">
            <a:avLst>
              <a:gd fmla="val 508627" name="adj1"/>
              <a:gd fmla="val 8221887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1096666" y="943764"/>
            <a:ext cx="443840" cy="491282"/>
          </a:xfrm>
          <a:prstGeom prst="pie">
            <a:avLst>
              <a:gd fmla="val 18988013" name="adj1"/>
              <a:gd fmla="val 584136" name="adj2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3" name="Google Shape;473;p10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74" name="Google Shape;474;p10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Input: </a:t>
              </a: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Exterior Angles</a:t>
              </a:r>
              <a:endParaRPr/>
            </a:p>
          </p:txBody>
        </p:sp>
        <p:cxnSp>
          <p:nvCxnSpPr>
            <p:cNvPr id="475" name="Google Shape;475;p10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6" name="Google Shape;476;p10"/>
          <p:cNvSpPr/>
          <p:nvPr/>
        </p:nvSpPr>
        <p:spPr>
          <a:xfrm>
            <a:off x="827584" y="1196752"/>
            <a:ext cx="1356360" cy="1051560"/>
          </a:xfrm>
          <a:custGeom>
            <a:rect b="b" l="l" r="r" t="t"/>
            <a:pathLst>
              <a:path extrusionOk="0" h="1051560" w="1356360">
                <a:moveTo>
                  <a:pt x="0" y="464820"/>
                </a:moveTo>
                <a:lnTo>
                  <a:pt x="472440" y="0"/>
                </a:lnTo>
                <a:lnTo>
                  <a:pt x="1356360" y="152400"/>
                </a:lnTo>
                <a:lnTo>
                  <a:pt x="1356360" y="1028700"/>
                </a:lnTo>
                <a:lnTo>
                  <a:pt x="175260" y="1051560"/>
                </a:lnTo>
                <a:lnTo>
                  <a:pt x="0" y="464820"/>
                </a:lnTo>
                <a:close/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0"/>
          <p:cNvCxnSpPr>
            <a:endCxn id="476" idx="0"/>
          </p:cNvCxnSpPr>
          <p:nvPr/>
        </p:nvCxnSpPr>
        <p:spPr>
          <a:xfrm flipH="1">
            <a:off x="827520" y="777240"/>
            <a:ext cx="894600" cy="88440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0"/>
          <p:cNvSpPr txBox="1"/>
          <p:nvPr/>
        </p:nvSpPr>
        <p:spPr>
          <a:xfrm>
            <a:off x="3319036" y="708341"/>
            <a:ext cx="4735263" cy="19389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7" r="0" t="-6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479" name="Google Shape;479;p10"/>
          <p:cNvCxnSpPr/>
          <p:nvPr/>
        </p:nvCxnSpPr>
        <p:spPr>
          <a:xfrm flipH="1" rot="10800000">
            <a:off x="539552" y="5085184"/>
            <a:ext cx="2592288" cy="28803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10"/>
          <p:cNvCxnSpPr/>
          <p:nvPr/>
        </p:nvCxnSpPr>
        <p:spPr>
          <a:xfrm flipH="1" rot="10800000">
            <a:off x="539552" y="3861048"/>
            <a:ext cx="576064" cy="151216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10"/>
          <p:cNvCxnSpPr/>
          <p:nvPr/>
        </p:nvCxnSpPr>
        <p:spPr>
          <a:xfrm rot="10800000">
            <a:off x="1115616" y="3861048"/>
            <a:ext cx="2016224" cy="122413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10"/>
          <p:cNvSpPr/>
          <p:nvPr/>
        </p:nvSpPr>
        <p:spPr>
          <a:xfrm>
            <a:off x="819790" y="3542030"/>
            <a:ext cx="665480" cy="656590"/>
          </a:xfrm>
          <a:custGeom>
            <a:rect b="b" l="l" r="r" t="t"/>
            <a:pathLst>
              <a:path extrusionOk="0" h="656590" w="665480">
                <a:moveTo>
                  <a:pt x="153670" y="656590"/>
                </a:moveTo>
                <a:cubicBezTo>
                  <a:pt x="99060" y="615315"/>
                  <a:pt x="44450" y="574040"/>
                  <a:pt x="24130" y="496570"/>
                </a:cubicBezTo>
                <a:cubicBezTo>
                  <a:pt x="3810" y="419100"/>
                  <a:pt x="0" y="267970"/>
                  <a:pt x="31750" y="191770"/>
                </a:cubicBezTo>
                <a:cubicBezTo>
                  <a:pt x="63500" y="115570"/>
                  <a:pt x="130810" y="64770"/>
                  <a:pt x="214630" y="39370"/>
                </a:cubicBezTo>
                <a:cubicBezTo>
                  <a:pt x="298450" y="13970"/>
                  <a:pt x="461010" y="0"/>
                  <a:pt x="534670" y="39370"/>
                </a:cubicBezTo>
                <a:cubicBezTo>
                  <a:pt x="608330" y="78740"/>
                  <a:pt x="647700" y="200660"/>
                  <a:pt x="656590" y="275590"/>
                </a:cubicBezTo>
                <a:cubicBezTo>
                  <a:pt x="665480" y="350520"/>
                  <a:pt x="626745" y="419735"/>
                  <a:pt x="588010" y="48895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3419872" y="3789040"/>
            <a:ext cx="2016224" cy="1800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10"/>
          <p:cNvCxnSpPr/>
          <p:nvPr/>
        </p:nvCxnSpPr>
        <p:spPr>
          <a:xfrm>
            <a:off x="3419872" y="3789040"/>
            <a:ext cx="259228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10"/>
          <p:cNvSpPr/>
          <p:nvPr/>
        </p:nvSpPr>
        <p:spPr>
          <a:xfrm>
            <a:off x="5436116" y="3805808"/>
            <a:ext cx="330200" cy="368300"/>
          </a:xfrm>
          <a:custGeom>
            <a:rect b="b" l="l" r="r" t="t"/>
            <a:pathLst>
              <a:path extrusionOk="0" h="368300" w="330200">
                <a:moveTo>
                  <a:pt x="320040" y="0"/>
                </a:moveTo>
                <a:cubicBezTo>
                  <a:pt x="325120" y="70485"/>
                  <a:pt x="330200" y="140970"/>
                  <a:pt x="297180" y="198120"/>
                </a:cubicBezTo>
                <a:cubicBezTo>
                  <a:pt x="264160" y="255270"/>
                  <a:pt x="171450" y="317500"/>
                  <a:pt x="121920" y="342900"/>
                </a:cubicBezTo>
                <a:cubicBezTo>
                  <a:pt x="72390" y="368300"/>
                  <a:pt x="36195" y="359410"/>
                  <a:pt x="0" y="35052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6370280" y="3730372"/>
            <a:ext cx="1684020" cy="2293620"/>
          </a:xfrm>
          <a:custGeom>
            <a:rect b="b" l="l" r="r" t="t"/>
            <a:pathLst>
              <a:path extrusionOk="0" h="2293620" w="1684020">
                <a:moveTo>
                  <a:pt x="624840" y="2293620"/>
                </a:moveTo>
                <a:lnTo>
                  <a:pt x="0" y="1043940"/>
                </a:lnTo>
                <a:lnTo>
                  <a:pt x="1028700" y="0"/>
                </a:lnTo>
                <a:lnTo>
                  <a:pt x="1684020" y="1356360"/>
                </a:lnTo>
                <a:lnTo>
                  <a:pt x="624840" y="229362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10"/>
          <p:cNvCxnSpPr>
            <a:endCxn id="486" idx="2"/>
          </p:cNvCxnSpPr>
          <p:nvPr/>
        </p:nvCxnSpPr>
        <p:spPr>
          <a:xfrm flipH="1">
            <a:off x="7399068" y="2881516"/>
            <a:ext cx="117600" cy="84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88" name="Google Shape;488;p10"/>
          <p:cNvSpPr/>
          <p:nvPr/>
        </p:nvSpPr>
        <p:spPr>
          <a:xfrm>
            <a:off x="7452320" y="3356992"/>
            <a:ext cx="290830" cy="784860"/>
          </a:xfrm>
          <a:custGeom>
            <a:rect b="b" l="l" r="r" t="t"/>
            <a:pathLst>
              <a:path extrusionOk="0" h="784860" w="290830">
                <a:moveTo>
                  <a:pt x="0" y="0"/>
                </a:moveTo>
                <a:cubicBezTo>
                  <a:pt x="51435" y="17145"/>
                  <a:pt x="102870" y="34290"/>
                  <a:pt x="144780" y="68580"/>
                </a:cubicBezTo>
                <a:cubicBezTo>
                  <a:pt x="186690" y="102870"/>
                  <a:pt x="227330" y="144780"/>
                  <a:pt x="251460" y="205740"/>
                </a:cubicBezTo>
                <a:cubicBezTo>
                  <a:pt x="275590" y="266700"/>
                  <a:pt x="290830" y="356870"/>
                  <a:pt x="289560" y="434340"/>
                </a:cubicBezTo>
                <a:cubicBezTo>
                  <a:pt x="288290" y="511810"/>
                  <a:pt x="266700" y="612140"/>
                  <a:pt x="243840" y="670560"/>
                </a:cubicBezTo>
                <a:cubicBezTo>
                  <a:pt x="220980" y="728980"/>
                  <a:pt x="186690" y="756920"/>
                  <a:pt x="152400" y="78486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 txBox="1"/>
          <p:nvPr/>
        </p:nvSpPr>
        <p:spPr>
          <a:xfrm>
            <a:off x="467544" y="2914082"/>
            <a:ext cx="4968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of these are exterior angles of the polygon?</a:t>
            </a:r>
            <a:endParaRPr/>
          </a:p>
        </p:txBody>
      </p:sp>
      <p:sp>
        <p:nvSpPr>
          <p:cNvPr id="490" name="Google Shape;490;p10"/>
          <p:cNvSpPr txBox="1"/>
          <p:nvPr/>
        </p:nvSpPr>
        <p:spPr>
          <a:xfrm>
            <a:off x="1115616" y="5877272"/>
            <a:ext cx="1224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91" name="Google Shape;491;p10"/>
          <p:cNvSpPr txBox="1"/>
          <p:nvPr/>
        </p:nvSpPr>
        <p:spPr>
          <a:xfrm>
            <a:off x="3851920" y="5877272"/>
            <a:ext cx="1224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492" name="Google Shape;492;p10"/>
          <p:cNvSpPr txBox="1"/>
          <p:nvPr/>
        </p:nvSpPr>
        <p:spPr>
          <a:xfrm>
            <a:off x="7092280" y="5949280"/>
            <a:ext cx="1224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971600" y="5805264"/>
            <a:ext cx="1512168" cy="64807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3707904" y="5805264"/>
            <a:ext cx="1512168" cy="64807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7236296" y="5877272"/>
            <a:ext cx="1512168" cy="64807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96" name="Google Shape;496;p10"/>
          <p:cNvSpPr txBox="1"/>
          <p:nvPr/>
        </p:nvSpPr>
        <p:spPr>
          <a:xfrm>
            <a:off x="1512992" y="896287"/>
            <a:ext cx="10092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endParaRPr/>
          </a:p>
        </p:txBody>
      </p:sp>
      <p:sp>
        <p:nvSpPr>
          <p:cNvPr id="497" name="Google Shape;497;p10"/>
          <p:cNvSpPr txBox="1"/>
          <p:nvPr/>
        </p:nvSpPr>
        <p:spPr>
          <a:xfrm>
            <a:off x="1153764" y="1411789"/>
            <a:ext cx="10092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interior</a:t>
            </a:r>
            <a:endParaRPr/>
          </a:p>
        </p:txBody>
      </p:sp>
      <p:sp>
        <p:nvSpPr>
          <p:cNvPr id="498" name="Google Shape;498;p10"/>
          <p:cNvSpPr/>
          <p:nvPr/>
        </p:nvSpPr>
        <p:spPr>
          <a:xfrm>
            <a:off x="6432217" y="2215998"/>
            <a:ext cx="1019641" cy="3996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1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04" name="Google Shape;504;p11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Input: </a:t>
              </a: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Total Exterior Angle</a:t>
              </a:r>
              <a:endParaRPr/>
            </a:p>
          </p:txBody>
        </p:sp>
        <p:cxnSp>
          <p:nvCxnSpPr>
            <p:cNvPr id="505" name="Google Shape;505;p11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06" name="Google Shape;506;p11"/>
          <p:cNvCxnSpPr/>
          <p:nvPr/>
        </p:nvCxnSpPr>
        <p:spPr>
          <a:xfrm rot="10800000">
            <a:off x="1395413" y="2705100"/>
            <a:ext cx="152251" cy="216406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07" name="Google Shape;507;p11"/>
          <p:cNvCxnSpPr/>
          <p:nvPr/>
        </p:nvCxnSpPr>
        <p:spPr>
          <a:xfrm flipH="1" rot="10800000">
            <a:off x="1403648" y="1714500"/>
            <a:ext cx="1239540" cy="99442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11"/>
          <p:cNvCxnSpPr/>
          <p:nvPr/>
        </p:nvCxnSpPr>
        <p:spPr>
          <a:xfrm>
            <a:off x="2627784" y="1700808"/>
            <a:ext cx="1229841" cy="59471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11"/>
          <p:cNvCxnSpPr/>
          <p:nvPr/>
        </p:nvCxnSpPr>
        <p:spPr>
          <a:xfrm flipH="1">
            <a:off x="3562350" y="2276872"/>
            <a:ext cx="289570" cy="223162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10" name="Google Shape;510;p11"/>
          <p:cNvCxnSpPr/>
          <p:nvPr/>
        </p:nvCxnSpPr>
        <p:spPr>
          <a:xfrm flipH="1">
            <a:off x="1543050" y="4509120"/>
            <a:ext cx="2020838" cy="35815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11"/>
          <p:cNvSpPr/>
          <p:nvPr/>
        </p:nvSpPr>
        <p:spPr>
          <a:xfrm>
            <a:off x="1354852" y="2189614"/>
            <a:ext cx="487680" cy="148590"/>
          </a:xfrm>
          <a:custGeom>
            <a:rect b="b" l="l" r="r" t="t"/>
            <a:pathLst>
              <a:path extrusionOk="0" h="148590" w="487680">
                <a:moveTo>
                  <a:pt x="0" y="26670"/>
                </a:moveTo>
                <a:cubicBezTo>
                  <a:pt x="48895" y="13335"/>
                  <a:pt x="97790" y="0"/>
                  <a:pt x="160020" y="3810"/>
                </a:cubicBezTo>
                <a:cubicBezTo>
                  <a:pt x="222250" y="7620"/>
                  <a:pt x="318770" y="25400"/>
                  <a:pt x="373380" y="49530"/>
                </a:cubicBezTo>
                <a:cubicBezTo>
                  <a:pt x="427990" y="73660"/>
                  <a:pt x="457835" y="111125"/>
                  <a:pt x="487680" y="14859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2984579" y="1477144"/>
            <a:ext cx="101600" cy="434340"/>
          </a:xfrm>
          <a:custGeom>
            <a:rect b="b" l="l" r="r" t="t"/>
            <a:pathLst>
              <a:path extrusionOk="0" h="434340" w="101600">
                <a:moveTo>
                  <a:pt x="0" y="0"/>
                </a:moveTo>
                <a:cubicBezTo>
                  <a:pt x="29845" y="33655"/>
                  <a:pt x="59690" y="67310"/>
                  <a:pt x="76200" y="114300"/>
                </a:cubicBezTo>
                <a:cubicBezTo>
                  <a:pt x="92710" y="161290"/>
                  <a:pt x="101600" y="228600"/>
                  <a:pt x="99060" y="281940"/>
                </a:cubicBezTo>
                <a:cubicBezTo>
                  <a:pt x="96520" y="335280"/>
                  <a:pt x="78740" y="384810"/>
                  <a:pt x="60960" y="43434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3808492" y="2452504"/>
            <a:ext cx="381000" cy="214630"/>
          </a:xfrm>
          <a:custGeom>
            <a:rect b="b" l="l" r="r" t="t"/>
            <a:pathLst>
              <a:path extrusionOk="0" h="214630" w="381000">
                <a:moveTo>
                  <a:pt x="381000" y="0"/>
                </a:moveTo>
                <a:cubicBezTo>
                  <a:pt x="337820" y="59055"/>
                  <a:pt x="294640" y="118110"/>
                  <a:pt x="243840" y="152400"/>
                </a:cubicBezTo>
                <a:cubicBezTo>
                  <a:pt x="193040" y="186690"/>
                  <a:pt x="116840" y="196850"/>
                  <a:pt x="76200" y="205740"/>
                </a:cubicBezTo>
                <a:cubicBezTo>
                  <a:pt x="35560" y="214630"/>
                  <a:pt x="17780" y="210185"/>
                  <a:pt x="0" y="20574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3176032" y="4593724"/>
            <a:ext cx="312420" cy="388620"/>
          </a:xfrm>
          <a:custGeom>
            <a:rect b="b" l="l" r="r" t="t"/>
            <a:pathLst>
              <a:path extrusionOk="0" h="388620" w="312420">
                <a:moveTo>
                  <a:pt x="312420" y="388620"/>
                </a:moveTo>
                <a:cubicBezTo>
                  <a:pt x="273050" y="379095"/>
                  <a:pt x="233680" y="369570"/>
                  <a:pt x="198120" y="342900"/>
                </a:cubicBezTo>
                <a:cubicBezTo>
                  <a:pt x="162560" y="316230"/>
                  <a:pt x="132080" y="285750"/>
                  <a:pt x="99060" y="228600"/>
                </a:cubicBezTo>
                <a:cubicBezTo>
                  <a:pt x="66040" y="171450"/>
                  <a:pt x="33020" y="85725"/>
                  <a:pt x="0" y="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1124982" y="4448944"/>
            <a:ext cx="405130" cy="495300"/>
          </a:xfrm>
          <a:custGeom>
            <a:rect b="b" l="l" r="r" t="t"/>
            <a:pathLst>
              <a:path extrusionOk="0" h="495300" w="405130">
                <a:moveTo>
                  <a:pt x="16510" y="495300"/>
                </a:moveTo>
                <a:cubicBezTo>
                  <a:pt x="8255" y="412750"/>
                  <a:pt x="0" y="330200"/>
                  <a:pt x="16510" y="266700"/>
                </a:cubicBezTo>
                <a:cubicBezTo>
                  <a:pt x="33020" y="203200"/>
                  <a:pt x="73660" y="153670"/>
                  <a:pt x="115570" y="114300"/>
                </a:cubicBezTo>
                <a:cubicBezTo>
                  <a:pt x="157480" y="74930"/>
                  <a:pt x="219710" y="49530"/>
                  <a:pt x="267970" y="30480"/>
                </a:cubicBezTo>
                <a:cubicBezTo>
                  <a:pt x="316230" y="11430"/>
                  <a:pt x="360680" y="5715"/>
                  <a:pt x="405130" y="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 txBox="1"/>
          <p:nvPr/>
        </p:nvSpPr>
        <p:spPr>
          <a:xfrm>
            <a:off x="4932040" y="1052736"/>
            <a:ext cx="3600400" cy="20005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03" r="0" t="-12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17" name="Google Shape;517;p11"/>
          <p:cNvSpPr txBox="1"/>
          <p:nvPr/>
        </p:nvSpPr>
        <p:spPr>
          <a:xfrm>
            <a:off x="4932040" y="3645024"/>
            <a:ext cx="3672408" cy="707886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0" i="0" lang="en-GB" sz="20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🖉</a:t>
            </a:r>
            <a:r>
              <a:rPr b="0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The sum of the exterior angles of any polygon is 360°.</a:t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4937745" y="2177138"/>
            <a:ext cx="3371081" cy="8530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519" name="Google Shape;519;p11"/>
          <p:cNvCxnSpPr/>
          <p:nvPr/>
        </p:nvCxnSpPr>
        <p:spPr>
          <a:xfrm flipH="1">
            <a:off x="806450" y="4867994"/>
            <a:ext cx="749556" cy="12310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0" name="Google Shape;520;p11"/>
          <p:cNvCxnSpPr/>
          <p:nvPr/>
        </p:nvCxnSpPr>
        <p:spPr>
          <a:xfrm rot="10800000">
            <a:off x="1333500" y="1919288"/>
            <a:ext cx="57151" cy="7953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1" name="Google Shape;521;p11"/>
          <p:cNvCxnSpPr/>
          <p:nvPr/>
        </p:nvCxnSpPr>
        <p:spPr>
          <a:xfrm flipH="1" rot="10800000">
            <a:off x="2642072" y="1223963"/>
            <a:ext cx="596428" cy="48389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2" name="Google Shape;522;p11"/>
          <p:cNvCxnSpPr/>
          <p:nvPr/>
        </p:nvCxnSpPr>
        <p:spPr>
          <a:xfrm>
            <a:off x="3848100" y="2290763"/>
            <a:ext cx="609600" cy="266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3" name="Google Shape;523;p11"/>
          <p:cNvCxnSpPr/>
          <p:nvPr/>
        </p:nvCxnSpPr>
        <p:spPr>
          <a:xfrm flipH="1">
            <a:off x="3486150" y="4514850"/>
            <a:ext cx="69850" cy="6159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24" name="Google Shape;524;p11"/>
          <p:cNvSpPr/>
          <p:nvPr/>
        </p:nvSpPr>
        <p:spPr>
          <a:xfrm>
            <a:off x="1308099" y="5886313"/>
            <a:ext cx="652665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https://www.geogebra.org/m/KWb7RrTu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2"/>
          <p:cNvSpPr/>
          <p:nvPr/>
        </p:nvSpPr>
        <p:spPr>
          <a:xfrm>
            <a:off x="3533313" y="4953740"/>
            <a:ext cx="5622461" cy="19042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3702437" y="2703104"/>
            <a:ext cx="443840" cy="491282"/>
          </a:xfrm>
          <a:prstGeom prst="pie">
            <a:avLst>
              <a:gd fmla="val 6382984" name="adj1"/>
              <a:gd fmla="val 12974007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3702587" y="2700248"/>
            <a:ext cx="443840" cy="491282"/>
          </a:xfrm>
          <a:prstGeom prst="pie">
            <a:avLst>
              <a:gd fmla="val 2464614" name="adj1"/>
              <a:gd fmla="val 6374393" name="adj2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2" name="Google Shape;532;p12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533" name="Google Shape;533;p1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Input: </a:t>
              </a: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Exterior/Interior Angle of Regular Polygon</a:t>
              </a:r>
              <a:endParaRPr/>
            </a:p>
          </p:txBody>
        </p:sp>
        <p:cxnSp>
          <p:nvCxnSpPr>
            <p:cNvPr id="534" name="Google Shape;534;p12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35" name="Google Shape;535;p12"/>
          <p:cNvSpPr/>
          <p:nvPr/>
        </p:nvSpPr>
        <p:spPr>
          <a:xfrm>
            <a:off x="827584" y="1772816"/>
            <a:ext cx="3096344" cy="3096344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12"/>
          <p:cNvCxnSpPr>
            <a:stCxn id="535" idx="0"/>
          </p:cNvCxnSpPr>
          <p:nvPr/>
        </p:nvCxnSpPr>
        <p:spPr>
          <a:xfrm flipH="1" rot="10800000">
            <a:off x="2375756" y="1052816"/>
            <a:ext cx="972000" cy="72000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12"/>
          <p:cNvCxnSpPr>
            <a:stCxn id="535" idx="5"/>
          </p:cNvCxnSpPr>
          <p:nvPr/>
        </p:nvCxnSpPr>
        <p:spPr>
          <a:xfrm>
            <a:off x="3923925" y="2955511"/>
            <a:ext cx="720000" cy="54540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12"/>
          <p:cNvCxnSpPr>
            <a:stCxn id="535" idx="4"/>
          </p:cNvCxnSpPr>
          <p:nvPr/>
        </p:nvCxnSpPr>
        <p:spPr>
          <a:xfrm flipH="1">
            <a:off x="3059877" y="4869152"/>
            <a:ext cx="272700" cy="93600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12"/>
          <p:cNvCxnSpPr>
            <a:stCxn id="535" idx="2"/>
          </p:cNvCxnSpPr>
          <p:nvPr/>
        </p:nvCxnSpPr>
        <p:spPr>
          <a:xfrm rot="10800000">
            <a:off x="467635" y="4869152"/>
            <a:ext cx="9513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2"/>
          <p:cNvCxnSpPr>
            <a:stCxn id="535" idx="1"/>
          </p:cNvCxnSpPr>
          <p:nvPr/>
        </p:nvCxnSpPr>
        <p:spPr>
          <a:xfrm rot="10800000">
            <a:off x="539587" y="2132911"/>
            <a:ext cx="288000" cy="82260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12"/>
          <p:cNvSpPr txBox="1"/>
          <p:nvPr/>
        </p:nvSpPr>
        <p:spPr>
          <a:xfrm>
            <a:off x="5125773" y="849499"/>
            <a:ext cx="38164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pentagon is regular, then each exterior angle is the same. Therefore:</a:t>
            </a:r>
            <a:endParaRPr/>
          </a:p>
        </p:txBody>
      </p:sp>
      <p:sp>
        <p:nvSpPr>
          <p:cNvPr id="542" name="Google Shape;542;p12"/>
          <p:cNvSpPr txBox="1"/>
          <p:nvPr/>
        </p:nvSpPr>
        <p:spPr>
          <a:xfrm>
            <a:off x="5144079" y="2008660"/>
            <a:ext cx="3481031" cy="17680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6147269" y="2350701"/>
            <a:ext cx="1137314" cy="49911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6403763" y="3424263"/>
            <a:ext cx="1960973" cy="350853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545" name="Google Shape;545;p12"/>
          <p:cNvCxnSpPr/>
          <p:nvPr/>
        </p:nvCxnSpPr>
        <p:spPr>
          <a:xfrm>
            <a:off x="1475656" y="2276872"/>
            <a:ext cx="216024" cy="21602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46" name="Google Shape;546;p12"/>
          <p:cNvCxnSpPr/>
          <p:nvPr/>
        </p:nvCxnSpPr>
        <p:spPr>
          <a:xfrm flipH="1" rot="10800000">
            <a:off x="3131840" y="2276872"/>
            <a:ext cx="216024" cy="28803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47" name="Google Shape;547;p12"/>
          <p:cNvCxnSpPr/>
          <p:nvPr/>
        </p:nvCxnSpPr>
        <p:spPr>
          <a:xfrm>
            <a:off x="3419872" y="3933056"/>
            <a:ext cx="360040" cy="144016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48" name="Google Shape;548;p12"/>
          <p:cNvCxnSpPr/>
          <p:nvPr/>
        </p:nvCxnSpPr>
        <p:spPr>
          <a:xfrm flipH="1">
            <a:off x="971600" y="3861048"/>
            <a:ext cx="216024" cy="7200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49" name="Google Shape;549;p12"/>
          <p:cNvSpPr txBox="1"/>
          <p:nvPr/>
        </p:nvSpPr>
        <p:spPr>
          <a:xfrm>
            <a:off x="3788788" y="3239597"/>
            <a:ext cx="590811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50" name="Google Shape;550;p12"/>
          <p:cNvSpPr txBox="1"/>
          <p:nvPr/>
        </p:nvSpPr>
        <p:spPr>
          <a:xfrm>
            <a:off x="3111122" y="3027917"/>
            <a:ext cx="59081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144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51" name="Google Shape;551;p12"/>
          <p:cNvSpPr txBox="1"/>
          <p:nvPr/>
        </p:nvSpPr>
        <p:spPr>
          <a:xfrm>
            <a:off x="4883705" y="3981390"/>
            <a:ext cx="34810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therefore gives us an alternative way to work out the interior angle of a regular polygon:</a:t>
            </a:r>
            <a:endParaRPr/>
          </a:p>
        </p:txBody>
      </p:sp>
      <p:sp>
        <p:nvSpPr>
          <p:cNvPr id="552" name="Google Shape;552;p12"/>
          <p:cNvSpPr txBox="1"/>
          <p:nvPr/>
        </p:nvSpPr>
        <p:spPr>
          <a:xfrm>
            <a:off x="3649128" y="5085184"/>
            <a:ext cx="2485342" cy="135421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2210" r="0" t="-2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53" name="Google Shape;553;p12"/>
          <p:cNvSpPr txBox="1"/>
          <p:nvPr/>
        </p:nvSpPr>
        <p:spPr>
          <a:xfrm>
            <a:off x="6300192" y="5128155"/>
            <a:ext cx="2485342" cy="135421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1960" r="0" t="-2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554" name="Google Shape;554;p12"/>
          <p:cNvCxnSpPr/>
          <p:nvPr/>
        </p:nvCxnSpPr>
        <p:spPr>
          <a:xfrm rot="10800000">
            <a:off x="3959441" y="2840854"/>
            <a:ext cx="1184638" cy="3831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12"/>
          <p:cNvCxnSpPr/>
          <p:nvPr/>
        </p:nvCxnSpPr>
        <p:spPr>
          <a:xfrm flipH="1">
            <a:off x="4296792" y="2227561"/>
            <a:ext cx="847287" cy="8707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1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61" name="Google Shape;561;p13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 b="0" i="0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2" name="Google Shape;562;p13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563" name="Google Shape;563;p13"/>
          <p:cNvGraphicFramePr/>
          <p:nvPr/>
        </p:nvGraphicFramePr>
        <p:xfrm>
          <a:off x="1767057" y="759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{BB9A4502-1680-4437-B5DD-326B41DC15BF}</a:tableStyleId>
              </a:tblPr>
              <a:tblGrid>
                <a:gridCol w="693050"/>
                <a:gridCol w="1223500"/>
                <a:gridCol w="1845700"/>
                <a:gridCol w="1936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Sides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Exterior</a:t>
                      </a:r>
                      <a:r>
                        <a:rPr lang="en-GB" sz="1600"/>
                        <a:t> Angle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Interior Angle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Equilateral Triangle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Square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Pentagon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Hexagon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Octagon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Nonagon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Decagon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4" name="Google Shape;564;p13"/>
          <p:cNvSpPr txBox="1"/>
          <p:nvPr/>
        </p:nvSpPr>
        <p:spPr>
          <a:xfrm>
            <a:off x="968028" y="5258792"/>
            <a:ext cx="64807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Bonus Question: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largest number of sides a shape can have such that its interior angle is an integer?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360 sides. The interior angle will be 179</a:t>
            </a: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°</a:t>
            </a:r>
            <a:r>
              <a:rPr b="1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3674879" y="1111548"/>
            <a:ext cx="1840500" cy="57780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925736" y="6012780"/>
            <a:ext cx="4243164" cy="48962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5515498" y="1111548"/>
            <a:ext cx="1950146" cy="577921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3674879" y="1689469"/>
            <a:ext cx="1840619" cy="577921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5515498" y="1689469"/>
            <a:ext cx="1950146" cy="577921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3674879" y="2267391"/>
            <a:ext cx="1840619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5515498" y="2267391"/>
            <a:ext cx="1950146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3674879" y="2807445"/>
            <a:ext cx="1840619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5515498" y="2807445"/>
            <a:ext cx="1950146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3674879" y="3348111"/>
            <a:ext cx="1840619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5515498" y="3348111"/>
            <a:ext cx="1950146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3674879" y="3888165"/>
            <a:ext cx="1840619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5515498" y="3888165"/>
            <a:ext cx="1950146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3674879" y="4435938"/>
            <a:ext cx="1840619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5515498" y="4435938"/>
            <a:ext cx="1950146" cy="54066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1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85" name="Google Shape;585;p14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Input: </a:t>
              </a: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Number of sides of a regular polygon</a:t>
              </a:r>
              <a:endParaRPr/>
            </a:p>
          </p:txBody>
        </p:sp>
        <p:cxnSp>
          <p:nvCxnSpPr>
            <p:cNvPr id="586" name="Google Shape;586;p14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7" name="Google Shape;587;p14"/>
          <p:cNvSpPr txBox="1"/>
          <p:nvPr/>
        </p:nvSpPr>
        <p:spPr>
          <a:xfrm>
            <a:off x="467544" y="980728"/>
            <a:ext cx="78001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advantage of this new method is that it works backwards: we can easily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 out the number of sides of the polygon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an exterior or interior angle.</a:t>
            </a:r>
            <a:endParaRPr/>
          </a:p>
        </p:txBody>
      </p:sp>
      <p:sp>
        <p:nvSpPr>
          <p:cNvPr id="588" name="Google Shape;588;p14"/>
          <p:cNvSpPr txBox="1"/>
          <p:nvPr/>
        </p:nvSpPr>
        <p:spPr>
          <a:xfrm>
            <a:off x="5787628" y="1844948"/>
            <a:ext cx="3096344" cy="17543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71" r="0" t="-13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589" name="Google Shape;589;p14"/>
          <p:cNvCxnSpPr/>
          <p:nvPr/>
        </p:nvCxnSpPr>
        <p:spPr>
          <a:xfrm flipH="1" rot="10800000">
            <a:off x="7812360" y="2760955"/>
            <a:ext cx="115399" cy="32119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14"/>
          <p:cNvSpPr/>
          <p:nvPr/>
        </p:nvSpPr>
        <p:spPr>
          <a:xfrm>
            <a:off x="7027093" y="3180618"/>
            <a:ext cx="443840" cy="491282"/>
          </a:xfrm>
          <a:prstGeom prst="pie">
            <a:avLst>
              <a:gd fmla="val 10821870" name="adj1"/>
              <a:gd fmla="val 19666565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7027243" y="3180937"/>
            <a:ext cx="443840" cy="491282"/>
          </a:xfrm>
          <a:prstGeom prst="pie">
            <a:avLst>
              <a:gd fmla="val 19734314" name="adj1"/>
              <a:gd fmla="val 46657" name="adj2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14"/>
          <p:cNvCxnSpPr/>
          <p:nvPr/>
        </p:nvCxnSpPr>
        <p:spPr>
          <a:xfrm>
            <a:off x="6372200" y="3429000"/>
            <a:ext cx="1800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p14"/>
          <p:cNvCxnSpPr/>
          <p:nvPr/>
        </p:nvCxnSpPr>
        <p:spPr>
          <a:xfrm flipH="1" rot="10800000">
            <a:off x="7236296" y="3068961"/>
            <a:ext cx="576064" cy="36003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14"/>
          <p:cNvSpPr txBox="1"/>
          <p:nvPr/>
        </p:nvSpPr>
        <p:spPr>
          <a:xfrm>
            <a:off x="6804248" y="2924944"/>
            <a:ext cx="62525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interior</a:t>
            </a:r>
            <a:endParaRPr b="1" i="0" sz="1800" u="none" cap="none" strike="noStrike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 txBox="1"/>
          <p:nvPr/>
        </p:nvSpPr>
        <p:spPr>
          <a:xfrm>
            <a:off x="7520020" y="3167391"/>
            <a:ext cx="74767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646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endParaRPr b="1" i="0" sz="1800" u="none" cap="none" strike="noStrike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 txBox="1"/>
          <p:nvPr/>
        </p:nvSpPr>
        <p:spPr>
          <a:xfrm>
            <a:off x="509960" y="1899940"/>
            <a:ext cx="4104456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305" l="0" r="0" t="0"/>
            </a:stretch>
          </a:blip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97" name="Google Shape;597;p14"/>
          <p:cNvSpPr txBox="1"/>
          <p:nvPr/>
        </p:nvSpPr>
        <p:spPr>
          <a:xfrm>
            <a:off x="742876" y="2684755"/>
            <a:ext cx="3816424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148" l="-143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98" name="Google Shape;598;p14"/>
          <p:cNvSpPr txBox="1"/>
          <p:nvPr/>
        </p:nvSpPr>
        <p:spPr>
          <a:xfrm>
            <a:off x="509960" y="3723570"/>
            <a:ext cx="4104456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305" l="0" r="0" t="0"/>
            </a:stretch>
          </a:blip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99" name="Google Shape;599;p14"/>
          <p:cNvSpPr txBox="1"/>
          <p:nvPr/>
        </p:nvSpPr>
        <p:spPr>
          <a:xfrm>
            <a:off x="755004" y="4487434"/>
            <a:ext cx="3816424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4149" l="-1437" r="0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509960" y="2554798"/>
            <a:ext cx="4104456" cy="7762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509960" y="4374241"/>
            <a:ext cx="4104456" cy="7762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602" name="Google Shape;602;p14"/>
          <p:cNvCxnSpPr/>
          <p:nvPr/>
        </p:nvCxnSpPr>
        <p:spPr>
          <a:xfrm rot="10800000">
            <a:off x="6108700" y="3225800"/>
            <a:ext cx="272205" cy="20584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"/>
          <p:cNvSpPr/>
          <p:nvPr/>
        </p:nvSpPr>
        <p:spPr>
          <a:xfrm>
            <a:off x="1144" y="1434759"/>
            <a:ext cx="9142856" cy="519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" name="Google Shape;608;p15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09" name="Google Shape;609;p15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15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1" name="Google Shape;611;p15"/>
          <p:cNvSpPr txBox="1"/>
          <p:nvPr/>
        </p:nvSpPr>
        <p:spPr>
          <a:xfrm>
            <a:off x="378644" y="828328"/>
            <a:ext cx="64256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sides do each of the following polygons have?</a:t>
            </a:r>
            <a:endParaRPr/>
          </a:p>
        </p:txBody>
      </p:sp>
      <p:sp>
        <p:nvSpPr>
          <p:cNvPr id="612" name="Google Shape;612;p15"/>
          <p:cNvSpPr txBox="1"/>
          <p:nvPr/>
        </p:nvSpPr>
        <p:spPr>
          <a:xfrm>
            <a:off x="5775853" y="1616007"/>
            <a:ext cx="3096344" cy="17543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13" name="Google Shape;613;p15"/>
          <p:cNvCxnSpPr/>
          <p:nvPr/>
        </p:nvCxnSpPr>
        <p:spPr>
          <a:xfrm flipH="1" rot="10800000">
            <a:off x="7800585" y="2532014"/>
            <a:ext cx="115399" cy="32119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p15"/>
          <p:cNvSpPr/>
          <p:nvPr/>
        </p:nvSpPr>
        <p:spPr>
          <a:xfrm>
            <a:off x="7015318" y="2951677"/>
            <a:ext cx="443840" cy="491282"/>
          </a:xfrm>
          <a:prstGeom prst="pie">
            <a:avLst>
              <a:gd fmla="val 10821870" name="adj1"/>
              <a:gd fmla="val 19666565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7015468" y="2951996"/>
            <a:ext cx="443840" cy="491282"/>
          </a:xfrm>
          <a:prstGeom prst="pie">
            <a:avLst>
              <a:gd fmla="val 19734314" name="adj1"/>
              <a:gd fmla="val 46657" name="adj2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15"/>
          <p:cNvCxnSpPr/>
          <p:nvPr/>
        </p:nvCxnSpPr>
        <p:spPr>
          <a:xfrm>
            <a:off x="6360425" y="3200059"/>
            <a:ext cx="1800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15"/>
          <p:cNvCxnSpPr/>
          <p:nvPr/>
        </p:nvCxnSpPr>
        <p:spPr>
          <a:xfrm flipH="1" rot="10800000">
            <a:off x="7224521" y="2840020"/>
            <a:ext cx="576064" cy="36003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15"/>
          <p:cNvSpPr txBox="1"/>
          <p:nvPr/>
        </p:nvSpPr>
        <p:spPr>
          <a:xfrm>
            <a:off x="6792473" y="2696003"/>
            <a:ext cx="62525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interior</a:t>
            </a:r>
            <a:endParaRPr b="1" i="0" sz="1800" u="none" cap="none" strike="noStrike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 txBox="1"/>
          <p:nvPr/>
        </p:nvSpPr>
        <p:spPr>
          <a:xfrm>
            <a:off x="7508245" y="2938450"/>
            <a:ext cx="74767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646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endParaRPr b="1" i="0" sz="1800" u="none" cap="none" strike="noStrike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 txBox="1"/>
          <p:nvPr/>
        </p:nvSpPr>
        <p:spPr>
          <a:xfrm>
            <a:off x="654777" y="2081839"/>
            <a:ext cx="1822648" cy="7078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3471" r="0" t="-35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1" name="Google Shape;621;p15"/>
          <p:cNvSpPr txBox="1"/>
          <p:nvPr/>
        </p:nvSpPr>
        <p:spPr>
          <a:xfrm>
            <a:off x="2854085" y="2094034"/>
            <a:ext cx="1822648" cy="67056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555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2" name="Google Shape;622;p15"/>
          <p:cNvSpPr txBox="1"/>
          <p:nvPr/>
        </p:nvSpPr>
        <p:spPr>
          <a:xfrm>
            <a:off x="654777" y="3003682"/>
            <a:ext cx="1822648" cy="7078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3471" r="0" t="-53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3" name="Google Shape;623;p15"/>
          <p:cNvSpPr txBox="1"/>
          <p:nvPr/>
        </p:nvSpPr>
        <p:spPr>
          <a:xfrm>
            <a:off x="2832070" y="2973992"/>
            <a:ext cx="2848483" cy="97840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844" l="-2221" r="0" t="-25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4" name="Google Shape;624;p15"/>
          <p:cNvSpPr txBox="1"/>
          <p:nvPr/>
        </p:nvSpPr>
        <p:spPr>
          <a:xfrm>
            <a:off x="651005" y="3933653"/>
            <a:ext cx="1822648" cy="70788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2756" r="0" t="-35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5" name="Google Shape;625;p15"/>
          <p:cNvSpPr txBox="1"/>
          <p:nvPr/>
        </p:nvSpPr>
        <p:spPr>
          <a:xfrm>
            <a:off x="2752485" y="3991040"/>
            <a:ext cx="1822648" cy="67056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555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6" name="Google Shape;626;p15"/>
          <p:cNvSpPr txBox="1"/>
          <p:nvPr/>
        </p:nvSpPr>
        <p:spPr>
          <a:xfrm>
            <a:off x="663705" y="4868015"/>
            <a:ext cx="1822648" cy="707886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2756" r="0" t="-35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7" name="Google Shape;627;p15"/>
          <p:cNvSpPr txBox="1"/>
          <p:nvPr/>
        </p:nvSpPr>
        <p:spPr>
          <a:xfrm>
            <a:off x="2832069" y="4754089"/>
            <a:ext cx="2848483" cy="97840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3844" l="-2221" r="0" t="-25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8" name="Google Shape;628;p15"/>
          <p:cNvSpPr txBox="1"/>
          <p:nvPr/>
        </p:nvSpPr>
        <p:spPr>
          <a:xfrm>
            <a:off x="666409" y="5783298"/>
            <a:ext cx="1822648" cy="70788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2756" r="0" t="-35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29" name="Google Shape;629;p15"/>
          <p:cNvSpPr txBox="1"/>
          <p:nvPr/>
        </p:nvSpPr>
        <p:spPr>
          <a:xfrm>
            <a:off x="2857469" y="5716974"/>
            <a:ext cx="2848483" cy="97840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3844" l="-2221" r="0" t="-25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30" name="Google Shape;630;p15"/>
          <p:cNvCxnSpPr/>
          <p:nvPr/>
        </p:nvCxnSpPr>
        <p:spPr>
          <a:xfrm>
            <a:off x="366869" y="2881511"/>
            <a:ext cx="513365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15"/>
          <p:cNvCxnSpPr/>
          <p:nvPr/>
        </p:nvCxnSpPr>
        <p:spPr>
          <a:xfrm>
            <a:off x="366869" y="3919905"/>
            <a:ext cx="513365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15"/>
          <p:cNvCxnSpPr/>
          <p:nvPr/>
        </p:nvCxnSpPr>
        <p:spPr>
          <a:xfrm>
            <a:off x="366869" y="4750035"/>
            <a:ext cx="513365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15"/>
          <p:cNvCxnSpPr/>
          <p:nvPr/>
        </p:nvCxnSpPr>
        <p:spPr>
          <a:xfrm>
            <a:off x="391313" y="5716974"/>
            <a:ext cx="513365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15"/>
          <p:cNvSpPr/>
          <p:nvPr/>
        </p:nvSpPr>
        <p:spPr>
          <a:xfrm>
            <a:off x="3419310" y="2108644"/>
            <a:ext cx="1469752" cy="672205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35" name="Google Shape;635;p15"/>
          <p:cNvSpPr/>
          <p:nvPr/>
        </p:nvSpPr>
        <p:spPr>
          <a:xfrm>
            <a:off x="2859527" y="2974147"/>
            <a:ext cx="2703997" cy="91171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2859527" y="4003120"/>
            <a:ext cx="2703997" cy="68283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2859527" y="4829585"/>
            <a:ext cx="2703997" cy="84697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2874838" y="5768529"/>
            <a:ext cx="2703997" cy="86053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639" name="Google Shape;639;p15"/>
          <p:cNvCxnSpPr/>
          <p:nvPr/>
        </p:nvCxnSpPr>
        <p:spPr>
          <a:xfrm rot="10800000">
            <a:off x="6096925" y="2996859"/>
            <a:ext cx="272205" cy="20584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6"/>
          <p:cNvSpPr txBox="1"/>
          <p:nvPr/>
        </p:nvSpPr>
        <p:spPr>
          <a:xfrm>
            <a:off x="4255129" y="4811467"/>
            <a:ext cx="2560399" cy="2031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590" l="-1904" r="-712" t="-14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645" name="Google Shape;645;p1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46" name="Google Shape;646;p16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7" name="Google Shape;647;p16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48" name="Google Shape;648;p16"/>
          <p:cNvSpPr/>
          <p:nvPr/>
        </p:nvSpPr>
        <p:spPr>
          <a:xfrm>
            <a:off x="4060277" y="3261230"/>
            <a:ext cx="370780" cy="412204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251520" y="781596"/>
            <a:ext cx="370780" cy="412204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0" name="Google Shape;650;p16"/>
          <p:cNvSpPr txBox="1"/>
          <p:nvPr/>
        </p:nvSpPr>
        <p:spPr>
          <a:xfrm>
            <a:off x="730176" y="701328"/>
            <a:ext cx="2592288" cy="15938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587" r="-3292" t="-19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51" name="Google Shape;651;p16"/>
          <p:cNvSpPr txBox="1"/>
          <p:nvPr/>
        </p:nvSpPr>
        <p:spPr>
          <a:xfrm>
            <a:off x="730176" y="2632051"/>
            <a:ext cx="2863924" cy="190161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2338" r="0" t="-19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52" name="Google Shape;652;p16"/>
          <p:cNvSpPr txBox="1"/>
          <p:nvPr/>
        </p:nvSpPr>
        <p:spPr>
          <a:xfrm>
            <a:off x="755576" y="4781091"/>
            <a:ext cx="2863924" cy="20664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69" l="-2338" r="0" t="-14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251520" y="2718554"/>
            <a:ext cx="370780" cy="412204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54" name="Google Shape;654;p16"/>
          <p:cNvSpPr/>
          <p:nvPr/>
        </p:nvSpPr>
        <p:spPr>
          <a:xfrm>
            <a:off x="251520" y="4807496"/>
            <a:ext cx="370780" cy="412204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55" name="Google Shape;655;p16"/>
          <p:cNvSpPr/>
          <p:nvPr/>
        </p:nvSpPr>
        <p:spPr>
          <a:xfrm>
            <a:off x="1141636" y="1682674"/>
            <a:ext cx="1652364" cy="73032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56" name="Google Shape;656;p16"/>
          <p:cNvSpPr/>
          <p:nvPr/>
        </p:nvSpPr>
        <p:spPr>
          <a:xfrm>
            <a:off x="755576" y="3600960"/>
            <a:ext cx="2813124" cy="92023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806376" y="6017071"/>
            <a:ext cx="2749624" cy="80283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658" name="Google Shape;658;p16"/>
          <p:cNvCxnSpPr/>
          <p:nvPr/>
        </p:nvCxnSpPr>
        <p:spPr>
          <a:xfrm>
            <a:off x="5252966" y="1084227"/>
            <a:ext cx="1656184" cy="144016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16"/>
          <p:cNvCxnSpPr/>
          <p:nvPr/>
        </p:nvCxnSpPr>
        <p:spPr>
          <a:xfrm flipH="1" rot="10800000">
            <a:off x="5396982" y="1127125"/>
            <a:ext cx="371993" cy="1613286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16"/>
          <p:cNvCxnSpPr/>
          <p:nvPr/>
        </p:nvCxnSpPr>
        <p:spPr>
          <a:xfrm rot="10800000">
            <a:off x="5468990" y="2380371"/>
            <a:ext cx="1728192" cy="432048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16"/>
          <p:cNvCxnSpPr/>
          <p:nvPr/>
        </p:nvCxnSpPr>
        <p:spPr>
          <a:xfrm flipH="1">
            <a:off x="6837142" y="1516275"/>
            <a:ext cx="864096" cy="1224136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16"/>
          <p:cNvCxnSpPr/>
          <p:nvPr/>
        </p:nvCxnSpPr>
        <p:spPr>
          <a:xfrm>
            <a:off x="6621118" y="796195"/>
            <a:ext cx="792088" cy="1152128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16"/>
          <p:cNvSpPr/>
          <p:nvPr/>
        </p:nvSpPr>
        <p:spPr>
          <a:xfrm>
            <a:off x="5422030" y="1106675"/>
            <a:ext cx="284480" cy="345440"/>
          </a:xfrm>
          <a:custGeom>
            <a:rect b="b" l="l" r="r" t="t"/>
            <a:pathLst>
              <a:path extrusionOk="0" h="345440" w="284480">
                <a:moveTo>
                  <a:pt x="0" y="0"/>
                </a:moveTo>
                <a:cubicBezTo>
                  <a:pt x="2540" y="51646"/>
                  <a:pt x="5080" y="103293"/>
                  <a:pt x="30480" y="152400"/>
                </a:cubicBezTo>
                <a:cubicBezTo>
                  <a:pt x="55880" y="201507"/>
                  <a:pt x="110067" y="262467"/>
                  <a:pt x="152400" y="294640"/>
                </a:cubicBezTo>
                <a:cubicBezTo>
                  <a:pt x="194733" y="326813"/>
                  <a:pt x="239606" y="336126"/>
                  <a:pt x="284480" y="345440"/>
                </a:cubicBez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6"/>
          <p:cNvSpPr/>
          <p:nvPr/>
        </p:nvSpPr>
        <p:spPr>
          <a:xfrm>
            <a:off x="6520580" y="914905"/>
            <a:ext cx="182880" cy="284480"/>
          </a:xfrm>
          <a:custGeom>
            <a:rect b="b" l="l" r="r" t="t"/>
            <a:pathLst>
              <a:path extrusionOk="0" h="284480" w="182880">
                <a:moveTo>
                  <a:pt x="182880" y="0"/>
                </a:moveTo>
                <a:cubicBezTo>
                  <a:pt x="137160" y="22013"/>
                  <a:pt x="91440" y="44027"/>
                  <a:pt x="60960" y="91440"/>
                </a:cubicBezTo>
                <a:cubicBezTo>
                  <a:pt x="30480" y="138853"/>
                  <a:pt x="15240" y="211666"/>
                  <a:pt x="0" y="284480"/>
                </a:cubicBez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7220350" y="1612982"/>
            <a:ext cx="396240" cy="42333"/>
          </a:xfrm>
          <a:custGeom>
            <a:rect b="b" l="l" r="r" t="t"/>
            <a:pathLst>
              <a:path extrusionOk="0" h="42333" w="396240">
                <a:moveTo>
                  <a:pt x="396240" y="32173"/>
                </a:moveTo>
                <a:cubicBezTo>
                  <a:pt x="327660" y="16086"/>
                  <a:pt x="259080" y="0"/>
                  <a:pt x="193040" y="1693"/>
                </a:cubicBezTo>
                <a:cubicBezTo>
                  <a:pt x="127000" y="3386"/>
                  <a:pt x="63500" y="22859"/>
                  <a:pt x="0" y="42333"/>
                </a:cubicBez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7037470" y="2478275"/>
            <a:ext cx="74507" cy="314960"/>
          </a:xfrm>
          <a:custGeom>
            <a:rect b="b" l="l" r="r" t="t"/>
            <a:pathLst>
              <a:path extrusionOk="0" h="314960" w="74507">
                <a:moveTo>
                  <a:pt x="71120" y="314960"/>
                </a:moveTo>
                <a:cubicBezTo>
                  <a:pt x="72813" y="281093"/>
                  <a:pt x="74507" y="247227"/>
                  <a:pt x="71120" y="203200"/>
                </a:cubicBezTo>
                <a:cubicBezTo>
                  <a:pt x="67733" y="159173"/>
                  <a:pt x="62653" y="84667"/>
                  <a:pt x="50800" y="50800"/>
                </a:cubicBezTo>
                <a:cubicBezTo>
                  <a:pt x="38947" y="16933"/>
                  <a:pt x="19473" y="8466"/>
                  <a:pt x="0" y="0"/>
                </a:cubicBez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5432190" y="2457955"/>
            <a:ext cx="304800" cy="172720"/>
          </a:xfrm>
          <a:custGeom>
            <a:rect b="b" l="l" r="r" t="t"/>
            <a:pathLst>
              <a:path extrusionOk="0" h="172720" w="304800">
                <a:moveTo>
                  <a:pt x="0" y="172720"/>
                </a:moveTo>
                <a:cubicBezTo>
                  <a:pt x="60113" y="160866"/>
                  <a:pt x="120227" y="149013"/>
                  <a:pt x="162560" y="132080"/>
                </a:cubicBezTo>
                <a:cubicBezTo>
                  <a:pt x="204893" y="115147"/>
                  <a:pt x="230293" y="93133"/>
                  <a:pt x="254000" y="71120"/>
                </a:cubicBezTo>
                <a:cubicBezTo>
                  <a:pt x="277707" y="49107"/>
                  <a:pt x="291253" y="24553"/>
                  <a:pt x="304800" y="0"/>
                </a:cubicBez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 txBox="1"/>
          <p:nvPr/>
        </p:nvSpPr>
        <p:spPr>
          <a:xfrm>
            <a:off x="6127157" y="777145"/>
            <a:ext cx="50405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24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69" name="Google Shape;669;p16"/>
          <p:cNvSpPr txBox="1"/>
          <p:nvPr/>
        </p:nvSpPr>
        <p:spPr>
          <a:xfrm>
            <a:off x="7153749" y="1280631"/>
            <a:ext cx="50405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365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0" name="Google Shape;670;p16"/>
          <p:cNvSpPr txBox="1"/>
          <p:nvPr/>
        </p:nvSpPr>
        <p:spPr>
          <a:xfrm>
            <a:off x="5036942" y="1247293"/>
            <a:ext cx="50405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24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1" name="Google Shape;671;p16"/>
          <p:cNvSpPr txBox="1"/>
          <p:nvPr/>
        </p:nvSpPr>
        <p:spPr>
          <a:xfrm>
            <a:off x="7068024" y="2413709"/>
            <a:ext cx="50405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24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2" name="Google Shape;672;p16"/>
          <p:cNvSpPr txBox="1"/>
          <p:nvPr/>
        </p:nvSpPr>
        <p:spPr>
          <a:xfrm>
            <a:off x="5407648" y="2510099"/>
            <a:ext cx="504056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3" name="Google Shape;673;p16"/>
          <p:cNvSpPr/>
          <p:nvPr/>
        </p:nvSpPr>
        <p:spPr>
          <a:xfrm>
            <a:off x="4101086" y="774987"/>
            <a:ext cx="369314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74" name="Google Shape;674;p16"/>
          <p:cNvSpPr txBox="1"/>
          <p:nvPr/>
        </p:nvSpPr>
        <p:spPr>
          <a:xfrm>
            <a:off x="7611842" y="2012443"/>
            <a:ext cx="136815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8262315" y="2024372"/>
            <a:ext cx="720080" cy="36004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76" name="Google Shape;676;p16"/>
          <p:cNvSpPr/>
          <p:nvPr/>
        </p:nvSpPr>
        <p:spPr>
          <a:xfrm rot="-677142">
            <a:off x="5166087" y="3388128"/>
            <a:ext cx="1162853" cy="101202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6"/>
          <p:cNvSpPr/>
          <p:nvPr/>
        </p:nvSpPr>
        <p:spPr>
          <a:xfrm rot="951910">
            <a:off x="6212662" y="3555063"/>
            <a:ext cx="1304373" cy="1346601"/>
          </a:xfrm>
          <a:prstGeom prst="octagon">
            <a:avLst>
              <a:gd fmla="val 29289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5963920" y="4363720"/>
            <a:ext cx="297180" cy="156547"/>
          </a:xfrm>
          <a:custGeom>
            <a:rect b="b" l="l" r="r" t="t"/>
            <a:pathLst>
              <a:path extrusionOk="0" h="156547" w="297180">
                <a:moveTo>
                  <a:pt x="0" y="0"/>
                </a:moveTo>
                <a:cubicBezTo>
                  <a:pt x="32385" y="55880"/>
                  <a:pt x="64770" y="111760"/>
                  <a:pt x="114300" y="137160"/>
                </a:cubicBezTo>
                <a:cubicBezTo>
                  <a:pt x="163830" y="162560"/>
                  <a:pt x="230505" y="157480"/>
                  <a:pt x="297180" y="15240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6"/>
          <p:cNvSpPr txBox="1"/>
          <p:nvPr/>
        </p:nvSpPr>
        <p:spPr>
          <a:xfrm>
            <a:off x="5869433" y="4420250"/>
            <a:ext cx="30592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80" name="Google Shape;680;p16"/>
          <p:cNvSpPr txBox="1"/>
          <p:nvPr/>
        </p:nvSpPr>
        <p:spPr>
          <a:xfrm>
            <a:off x="6880194" y="5093498"/>
            <a:ext cx="2201662" cy="1071575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-1660" r="0" t="-17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81" name="Google Shape;681;p16"/>
          <p:cNvCxnSpPr/>
          <p:nvPr/>
        </p:nvCxnSpPr>
        <p:spPr>
          <a:xfrm rot="10800000">
            <a:off x="6320901" y="4421080"/>
            <a:ext cx="577049" cy="68358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2" name="Google Shape;682;p16"/>
          <p:cNvSpPr/>
          <p:nvPr/>
        </p:nvSpPr>
        <p:spPr>
          <a:xfrm>
            <a:off x="6893276" y="5089526"/>
            <a:ext cx="2135314" cy="1071577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6894" y="2785206"/>
            <a:ext cx="1457127" cy="1394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7045" y="802002"/>
            <a:ext cx="1680228" cy="1248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90" name="Google Shape;690;p17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1" name="Google Shape;691;p17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2" name="Google Shape;692;p17"/>
          <p:cNvSpPr txBox="1"/>
          <p:nvPr/>
        </p:nvSpPr>
        <p:spPr>
          <a:xfrm>
            <a:off x="5119961" y="674401"/>
            <a:ext cx="324036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how many sides a regular polygon with the following exterior angle would have: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30°   		12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45° 		8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12° 		30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9° 		40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251520" y="908720"/>
            <a:ext cx="272355" cy="300955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94" name="Google Shape;694;p17"/>
          <p:cNvSpPr/>
          <p:nvPr/>
        </p:nvSpPr>
        <p:spPr>
          <a:xfrm>
            <a:off x="4720366" y="715152"/>
            <a:ext cx="30728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4670242" y="4756876"/>
            <a:ext cx="295292" cy="322783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96" name="Google Shape;696;p17"/>
          <p:cNvSpPr/>
          <p:nvPr/>
        </p:nvSpPr>
        <p:spPr>
          <a:xfrm>
            <a:off x="6992169" y="1394481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6992169" y="1682513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6992169" y="1970545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99" name="Google Shape;699;p17"/>
          <p:cNvSpPr/>
          <p:nvPr/>
        </p:nvSpPr>
        <p:spPr>
          <a:xfrm>
            <a:off x="6992169" y="2258577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grpSp>
        <p:nvGrpSpPr>
          <p:cNvPr id="700" name="Google Shape;700;p17"/>
          <p:cNvGrpSpPr/>
          <p:nvPr/>
        </p:nvGrpSpPr>
        <p:grpSpPr>
          <a:xfrm>
            <a:off x="4765006" y="4806598"/>
            <a:ext cx="1977817" cy="1989214"/>
            <a:chOff x="4178359" y="1729740"/>
            <a:chExt cx="2963085" cy="2968394"/>
          </a:xfrm>
        </p:grpSpPr>
        <p:sp>
          <p:nvSpPr>
            <p:cNvPr id="701" name="Google Shape;701;p17"/>
            <p:cNvSpPr/>
            <p:nvPr/>
          </p:nvSpPr>
          <p:spPr>
            <a:xfrm>
              <a:off x="5072654" y="1729740"/>
              <a:ext cx="1168126" cy="1119434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7"/>
            <p:cNvSpPr/>
            <p:nvPr/>
          </p:nvSpPr>
          <p:spPr>
            <a:xfrm rot="5400000">
              <a:off x="5997664" y="2656344"/>
              <a:ext cx="1168126" cy="1119434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 rot="10800000">
              <a:off x="5074171" y="3578700"/>
              <a:ext cx="1168126" cy="1119434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 rot="-5400000">
              <a:off x="4154013" y="2658930"/>
              <a:ext cx="1168126" cy="1119434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6105525" y="2571750"/>
              <a:ext cx="209550" cy="200025"/>
            </a:xfrm>
            <a:custGeom>
              <a:rect b="b" l="l" r="r" t="t"/>
              <a:pathLst>
                <a:path extrusionOk="0" h="200025" w="209550">
                  <a:moveTo>
                    <a:pt x="0" y="0"/>
                  </a:moveTo>
                  <a:cubicBezTo>
                    <a:pt x="39687" y="16669"/>
                    <a:pt x="79375" y="33338"/>
                    <a:pt x="114300" y="66675"/>
                  </a:cubicBezTo>
                  <a:cubicBezTo>
                    <a:pt x="149225" y="100013"/>
                    <a:pt x="179387" y="150019"/>
                    <a:pt x="209550" y="200025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6" name="Google Shape;706;p17"/>
          <p:cNvSpPr txBox="1"/>
          <p:nvPr/>
        </p:nvSpPr>
        <p:spPr>
          <a:xfrm>
            <a:off x="6022787" y="5185713"/>
            <a:ext cx="3782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7" name="Google Shape;707;p17"/>
          <p:cNvSpPr/>
          <p:nvPr/>
        </p:nvSpPr>
        <p:spPr>
          <a:xfrm>
            <a:off x="6777897" y="4905325"/>
            <a:ext cx="2382713" cy="20831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766" r="-102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8" name="Google Shape;708;p17"/>
          <p:cNvSpPr/>
          <p:nvPr/>
        </p:nvSpPr>
        <p:spPr>
          <a:xfrm>
            <a:off x="4737920" y="2831638"/>
            <a:ext cx="295292" cy="322783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09" name="Google Shape;709;p17"/>
          <p:cNvSpPr txBox="1"/>
          <p:nvPr/>
        </p:nvSpPr>
        <p:spPr>
          <a:xfrm>
            <a:off x="602211" y="806577"/>
            <a:ext cx="1892537" cy="203228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1934" r="-1932" t="-8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0" name="Google Shape;710;p17"/>
          <p:cNvSpPr txBox="1"/>
          <p:nvPr/>
        </p:nvSpPr>
        <p:spPr>
          <a:xfrm>
            <a:off x="5072345" y="2754002"/>
            <a:ext cx="324036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how many sides a regular polygon with the following interior angle would have: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156°		15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162° 		20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144° 		10 sides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175° 		72 sides</a:t>
            </a:r>
            <a:endParaRPr/>
          </a:p>
        </p:txBody>
      </p:sp>
      <p:sp>
        <p:nvSpPr>
          <p:cNvPr id="711" name="Google Shape;711;p17"/>
          <p:cNvSpPr/>
          <p:nvPr/>
        </p:nvSpPr>
        <p:spPr>
          <a:xfrm>
            <a:off x="6959974" y="3458430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12" name="Google Shape;712;p17"/>
          <p:cNvSpPr/>
          <p:nvPr/>
        </p:nvSpPr>
        <p:spPr>
          <a:xfrm>
            <a:off x="6959974" y="3746462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13" name="Google Shape;713;p17"/>
          <p:cNvSpPr/>
          <p:nvPr/>
        </p:nvSpPr>
        <p:spPr>
          <a:xfrm>
            <a:off x="6959974" y="4034494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14" name="Google Shape;714;p17"/>
          <p:cNvSpPr/>
          <p:nvPr/>
        </p:nvSpPr>
        <p:spPr>
          <a:xfrm>
            <a:off x="6959974" y="4322526"/>
            <a:ext cx="864096" cy="28803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15" name="Google Shape;715;p17"/>
          <p:cNvSpPr txBox="1"/>
          <p:nvPr/>
        </p:nvSpPr>
        <p:spPr>
          <a:xfrm>
            <a:off x="602211" y="2840767"/>
            <a:ext cx="2457621" cy="178606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1488" r="0" t="-10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6" name="Google Shape;716;p17"/>
          <p:cNvSpPr/>
          <p:nvPr/>
        </p:nvSpPr>
        <p:spPr>
          <a:xfrm>
            <a:off x="226622" y="2950313"/>
            <a:ext cx="307280" cy="307237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717" name="Google Shape;717;p17"/>
          <p:cNvCxnSpPr/>
          <p:nvPr/>
        </p:nvCxnSpPr>
        <p:spPr>
          <a:xfrm>
            <a:off x="1584024" y="5209220"/>
            <a:ext cx="1234842" cy="5806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p17"/>
          <p:cNvCxnSpPr/>
          <p:nvPr/>
        </p:nvCxnSpPr>
        <p:spPr>
          <a:xfrm flipH="1" rot="10800000">
            <a:off x="2136474" y="5573859"/>
            <a:ext cx="250344" cy="12397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p17"/>
          <p:cNvCxnSpPr/>
          <p:nvPr/>
        </p:nvCxnSpPr>
        <p:spPr>
          <a:xfrm>
            <a:off x="298586" y="6293939"/>
            <a:ext cx="1944216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0" name="Google Shape;720;p17"/>
          <p:cNvCxnSpPr/>
          <p:nvPr/>
        </p:nvCxnSpPr>
        <p:spPr>
          <a:xfrm flipH="1">
            <a:off x="1018666" y="4787900"/>
            <a:ext cx="772034" cy="150603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p17"/>
          <p:cNvCxnSpPr/>
          <p:nvPr/>
        </p:nvCxnSpPr>
        <p:spPr>
          <a:xfrm flipH="1" rot="10800000">
            <a:off x="1738746" y="5115875"/>
            <a:ext cx="85308" cy="1699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17"/>
          <p:cNvCxnSpPr/>
          <p:nvPr/>
        </p:nvCxnSpPr>
        <p:spPr>
          <a:xfrm>
            <a:off x="1664034" y="5047295"/>
            <a:ext cx="16002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17"/>
          <p:cNvSpPr/>
          <p:nvPr/>
        </p:nvSpPr>
        <p:spPr>
          <a:xfrm>
            <a:off x="789258" y="6068883"/>
            <a:ext cx="335280" cy="220472"/>
          </a:xfrm>
          <a:custGeom>
            <a:rect b="b" l="l" r="r" t="t"/>
            <a:pathLst>
              <a:path extrusionOk="0" h="220472" w="335280">
                <a:moveTo>
                  <a:pt x="0" y="220472"/>
                </a:moveTo>
                <a:cubicBezTo>
                  <a:pt x="3556" y="173736"/>
                  <a:pt x="7112" y="127000"/>
                  <a:pt x="30480" y="92456"/>
                </a:cubicBezTo>
                <a:cubicBezTo>
                  <a:pt x="53848" y="57912"/>
                  <a:pt x="101600" y="26416"/>
                  <a:pt x="140208" y="13208"/>
                </a:cubicBezTo>
                <a:cubicBezTo>
                  <a:pt x="178816" y="0"/>
                  <a:pt x="229616" y="11176"/>
                  <a:pt x="262128" y="13208"/>
                </a:cubicBezTo>
                <a:cubicBezTo>
                  <a:pt x="294640" y="15240"/>
                  <a:pt x="314960" y="20320"/>
                  <a:pt x="335280" y="254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7"/>
          <p:cNvSpPr/>
          <p:nvPr/>
        </p:nvSpPr>
        <p:spPr>
          <a:xfrm>
            <a:off x="2331546" y="5698043"/>
            <a:ext cx="280416" cy="170688"/>
          </a:xfrm>
          <a:custGeom>
            <a:rect b="b" l="l" r="r" t="t"/>
            <a:pathLst>
              <a:path extrusionOk="0" h="170688" w="280416">
                <a:moveTo>
                  <a:pt x="280416" y="0"/>
                </a:moveTo>
                <a:cubicBezTo>
                  <a:pt x="268732" y="39624"/>
                  <a:pt x="257048" y="79248"/>
                  <a:pt x="231648" y="103632"/>
                </a:cubicBezTo>
                <a:cubicBezTo>
                  <a:pt x="206248" y="128016"/>
                  <a:pt x="166624" y="135128"/>
                  <a:pt x="128016" y="146304"/>
                </a:cubicBezTo>
                <a:cubicBezTo>
                  <a:pt x="89408" y="157480"/>
                  <a:pt x="44704" y="164084"/>
                  <a:pt x="0" y="170688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7"/>
          <p:cNvSpPr/>
          <p:nvPr/>
        </p:nvSpPr>
        <p:spPr>
          <a:xfrm>
            <a:off x="2002362" y="6295451"/>
            <a:ext cx="182880" cy="280416"/>
          </a:xfrm>
          <a:custGeom>
            <a:rect b="b" l="l" r="r" t="t"/>
            <a:pathLst>
              <a:path extrusionOk="0" h="280416" w="182880">
                <a:moveTo>
                  <a:pt x="182880" y="280416"/>
                </a:moveTo>
                <a:cubicBezTo>
                  <a:pt x="141224" y="264160"/>
                  <a:pt x="99568" y="247904"/>
                  <a:pt x="73152" y="225552"/>
                </a:cubicBezTo>
                <a:cubicBezTo>
                  <a:pt x="46736" y="203200"/>
                  <a:pt x="36576" y="183896"/>
                  <a:pt x="24384" y="146304"/>
                </a:cubicBezTo>
                <a:cubicBezTo>
                  <a:pt x="12192" y="108712"/>
                  <a:pt x="6096" y="54356"/>
                  <a:pt x="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7"/>
          <p:cNvSpPr txBox="1"/>
          <p:nvPr/>
        </p:nvSpPr>
        <p:spPr>
          <a:xfrm>
            <a:off x="2314810" y="5789883"/>
            <a:ext cx="50405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24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7" name="Google Shape;727;p17"/>
          <p:cNvSpPr txBox="1"/>
          <p:nvPr/>
        </p:nvSpPr>
        <p:spPr>
          <a:xfrm>
            <a:off x="1549010" y="6301559"/>
            <a:ext cx="50405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24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8" name="Google Shape;728;p17"/>
          <p:cNvSpPr txBox="1"/>
          <p:nvPr/>
        </p:nvSpPr>
        <p:spPr>
          <a:xfrm>
            <a:off x="730634" y="5717875"/>
            <a:ext cx="432048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9" name="Google Shape;729;p17"/>
          <p:cNvSpPr/>
          <p:nvPr/>
        </p:nvSpPr>
        <p:spPr>
          <a:xfrm>
            <a:off x="216595" y="4655902"/>
            <a:ext cx="307280" cy="307237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30" name="Google Shape;730;p17"/>
          <p:cNvSpPr txBox="1"/>
          <p:nvPr/>
        </p:nvSpPr>
        <p:spPr>
          <a:xfrm>
            <a:off x="2332185" y="4874363"/>
            <a:ext cx="2133871" cy="51828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1" name="Google Shape;731;p17"/>
          <p:cNvSpPr/>
          <p:nvPr/>
        </p:nvSpPr>
        <p:spPr>
          <a:xfrm>
            <a:off x="6959974" y="6272058"/>
            <a:ext cx="1970962" cy="49272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>
            <a:off x="2368854" y="4851491"/>
            <a:ext cx="2052226" cy="48398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910621" y="4096537"/>
            <a:ext cx="1850334" cy="47546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999404" y="2339387"/>
            <a:ext cx="1193380" cy="483711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445" y="3345656"/>
            <a:ext cx="2304255" cy="288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845" y="812205"/>
            <a:ext cx="1935388" cy="205191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8"/>
          <p:cNvSpPr/>
          <p:nvPr/>
        </p:nvSpPr>
        <p:spPr>
          <a:xfrm>
            <a:off x="315702" y="981723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42" name="Google Shape;742;p18"/>
          <p:cNvSpPr/>
          <p:nvPr/>
        </p:nvSpPr>
        <p:spPr>
          <a:xfrm>
            <a:off x="2771800" y="980728"/>
            <a:ext cx="2382713" cy="181588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534" r="0" t="-10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743" name="Google Shape;743;p18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744" name="Google Shape;744;p18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32400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Learning Activity</a:t>
              </a:r>
              <a:endPara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5" name="Google Shape;745;p18"/>
            <p:cNvCxnSpPr/>
            <p:nvPr/>
          </p:nvCxnSpPr>
          <p:spPr>
            <a:xfrm>
              <a:off x="218" y="601079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46" name="Google Shape;746;p18"/>
          <p:cNvSpPr/>
          <p:nvPr/>
        </p:nvSpPr>
        <p:spPr>
          <a:xfrm>
            <a:off x="294805" y="3248980"/>
            <a:ext cx="36004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2885240" y="3703463"/>
            <a:ext cx="2520280" cy="20872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207" r="0" t="-8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5608716" y="728454"/>
            <a:ext cx="3384376" cy="400705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900" r="-899" t="-4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5198901" y="799475"/>
            <a:ext cx="305254" cy="301356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pic>
        <p:nvPicPr>
          <p:cNvPr descr="https://www.drfrostmaths.com/uploads/users/1339/images/img-1339-1482618153-572.png" id="750" name="Google Shape;75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6460" y="4569883"/>
            <a:ext cx="1350346" cy="1280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18"/>
          <p:cNvSpPr/>
          <p:nvPr/>
        </p:nvSpPr>
        <p:spPr>
          <a:xfrm>
            <a:off x="5579616" y="4556438"/>
            <a:ext cx="2132130" cy="205646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1428" r="0" t="-88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5162550" y="4627459"/>
            <a:ext cx="424697" cy="301356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2863714" y="2516940"/>
            <a:ext cx="2258702" cy="368303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54" name="Google Shape;754;p18"/>
          <p:cNvSpPr/>
          <p:nvPr/>
        </p:nvSpPr>
        <p:spPr>
          <a:xfrm>
            <a:off x="3170187" y="4992750"/>
            <a:ext cx="1925596" cy="511405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5666861" y="2451037"/>
            <a:ext cx="3237441" cy="197892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5666861" y="5805996"/>
            <a:ext cx="1959057" cy="80690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9"/>
          <p:cNvSpPr/>
          <p:nvPr/>
        </p:nvSpPr>
        <p:spPr>
          <a:xfrm>
            <a:off x="539552" y="5229200"/>
            <a:ext cx="2016000" cy="1296144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62" name="Google Shape;762;p19"/>
          <p:cNvSpPr/>
          <p:nvPr/>
        </p:nvSpPr>
        <p:spPr>
          <a:xfrm>
            <a:off x="2555776" y="5229200"/>
            <a:ext cx="2016000" cy="1296144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4572000" y="5229200"/>
            <a:ext cx="2016000" cy="129614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6588224" y="5229200"/>
            <a:ext cx="2016000" cy="129614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539552" y="764704"/>
            <a:ext cx="8064896" cy="4464496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 txBox="1"/>
          <p:nvPr/>
        </p:nvSpPr>
        <p:spPr>
          <a:xfrm>
            <a:off x="719348" y="2235543"/>
            <a:ext cx="770485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 me the correct letter</a:t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9"/>
          <p:cNvSpPr txBox="1"/>
          <p:nvPr/>
        </p:nvSpPr>
        <p:spPr>
          <a:xfrm>
            <a:off x="357187" y="0"/>
            <a:ext cx="6257925" cy="677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Show us what you have learnt</a:t>
            </a:r>
            <a:endParaRPr/>
          </a:p>
        </p:txBody>
      </p:sp>
    </p:spTree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0"/>
          <p:cNvSpPr/>
          <p:nvPr/>
        </p:nvSpPr>
        <p:spPr>
          <a:xfrm>
            <a:off x="539552" y="5229200"/>
            <a:ext cx="2016000" cy="1296144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360</a:t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2555776" y="5229200"/>
            <a:ext cx="2016000" cy="1296144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774" name="Google Shape;774;p20"/>
          <p:cNvSpPr/>
          <p:nvPr/>
        </p:nvSpPr>
        <p:spPr>
          <a:xfrm>
            <a:off x="4572000" y="5229200"/>
            <a:ext cx="2016000" cy="129614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360n</a:t>
            </a:r>
            <a:endParaRPr/>
          </a:p>
        </p:txBody>
      </p:sp>
      <p:sp>
        <p:nvSpPr>
          <p:cNvPr id="775" name="Google Shape;775;p20"/>
          <p:cNvSpPr/>
          <p:nvPr/>
        </p:nvSpPr>
        <p:spPr>
          <a:xfrm>
            <a:off x="6588224" y="5229200"/>
            <a:ext cx="2016000" cy="129614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180(n-2)</a:t>
            </a:r>
            <a:endParaRPr/>
          </a:p>
        </p:txBody>
      </p:sp>
      <p:sp>
        <p:nvSpPr>
          <p:cNvPr id="776" name="Google Shape;776;p20"/>
          <p:cNvSpPr/>
          <p:nvPr/>
        </p:nvSpPr>
        <p:spPr>
          <a:xfrm>
            <a:off x="539552" y="476672"/>
            <a:ext cx="8064896" cy="4752528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 rot="10800000">
            <a:off x="755576" y="5229200"/>
            <a:ext cx="1656184" cy="36004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 txBox="1"/>
          <p:nvPr/>
        </p:nvSpPr>
        <p:spPr>
          <a:xfrm>
            <a:off x="683568" y="548680"/>
            <a:ext cx="770485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total exterior angle of a polygon in terms of the number of sides n?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1"/>
          <p:cNvSpPr/>
          <p:nvPr/>
        </p:nvSpPr>
        <p:spPr>
          <a:xfrm>
            <a:off x="539552" y="5229200"/>
            <a:ext cx="2016000" cy="1296144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360</a:t>
            </a:r>
            <a:endParaRPr/>
          </a:p>
        </p:txBody>
      </p:sp>
      <p:sp>
        <p:nvSpPr>
          <p:cNvPr id="784" name="Google Shape;784;p21"/>
          <p:cNvSpPr/>
          <p:nvPr/>
        </p:nvSpPr>
        <p:spPr>
          <a:xfrm>
            <a:off x="2555776" y="5229200"/>
            <a:ext cx="2016000" cy="1296144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3600</a:t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>
            <a:off x="4572000" y="5229200"/>
            <a:ext cx="2016000" cy="129614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3240</a:t>
            </a:r>
            <a:endParaRPr/>
          </a:p>
        </p:txBody>
      </p:sp>
      <p:sp>
        <p:nvSpPr>
          <p:cNvPr id="786" name="Google Shape;786;p21"/>
          <p:cNvSpPr/>
          <p:nvPr/>
        </p:nvSpPr>
        <p:spPr>
          <a:xfrm>
            <a:off x="6588224" y="5229200"/>
            <a:ext cx="2016000" cy="129614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6480</a:t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>
            <a:off x="539552" y="476672"/>
            <a:ext cx="8064896" cy="4752528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1"/>
          <p:cNvSpPr/>
          <p:nvPr/>
        </p:nvSpPr>
        <p:spPr>
          <a:xfrm rot="10800000">
            <a:off x="4716016" y="5229200"/>
            <a:ext cx="1656184" cy="36004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1"/>
          <p:cNvSpPr txBox="1"/>
          <p:nvPr/>
        </p:nvSpPr>
        <p:spPr>
          <a:xfrm>
            <a:off x="683568" y="548680"/>
            <a:ext cx="7704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total interior angle of a 20 sided polygon?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2"/>
          <p:cNvSpPr/>
          <p:nvPr/>
        </p:nvSpPr>
        <p:spPr>
          <a:xfrm>
            <a:off x="539552" y="5229200"/>
            <a:ext cx="2016000" cy="1296144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95" name="Google Shape;795;p22"/>
          <p:cNvSpPr/>
          <p:nvPr/>
        </p:nvSpPr>
        <p:spPr>
          <a:xfrm>
            <a:off x="2555776" y="5229200"/>
            <a:ext cx="2016000" cy="1296144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4572000" y="5229200"/>
            <a:ext cx="2016000" cy="129614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6588224" y="5229200"/>
            <a:ext cx="2016000" cy="129614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/>
          </a:p>
        </p:txBody>
      </p:sp>
      <p:sp>
        <p:nvSpPr>
          <p:cNvPr id="798" name="Google Shape;798;p22"/>
          <p:cNvSpPr/>
          <p:nvPr/>
        </p:nvSpPr>
        <p:spPr>
          <a:xfrm>
            <a:off x="539552" y="476672"/>
            <a:ext cx="8064896" cy="4752528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2"/>
          <p:cNvSpPr/>
          <p:nvPr/>
        </p:nvSpPr>
        <p:spPr>
          <a:xfrm rot="10800000">
            <a:off x="6732240" y="5229200"/>
            <a:ext cx="1656184" cy="36004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2"/>
          <p:cNvSpPr txBox="1"/>
          <p:nvPr/>
        </p:nvSpPr>
        <p:spPr>
          <a:xfrm>
            <a:off x="683568" y="548680"/>
            <a:ext cx="7704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interior angle of a polygon is 178. How many sides does it have?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3"/>
          <p:cNvSpPr/>
          <p:nvPr/>
        </p:nvSpPr>
        <p:spPr>
          <a:xfrm>
            <a:off x="539552" y="5229200"/>
            <a:ext cx="2016000" cy="1296144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3"/>
          <p:cNvSpPr/>
          <p:nvPr/>
        </p:nvSpPr>
        <p:spPr>
          <a:xfrm>
            <a:off x="2555776" y="5229200"/>
            <a:ext cx="2016000" cy="1296144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176°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3"/>
          <p:cNvSpPr/>
          <p:nvPr/>
        </p:nvSpPr>
        <p:spPr>
          <a:xfrm>
            <a:off x="4572000" y="5229200"/>
            <a:ext cx="2016000" cy="129614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178°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6588224" y="5229200"/>
            <a:ext cx="2016000" cy="129614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179°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3"/>
          <p:cNvSpPr/>
          <p:nvPr/>
        </p:nvSpPr>
        <p:spPr>
          <a:xfrm>
            <a:off x="539552" y="476672"/>
            <a:ext cx="8064896" cy="4752528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3"/>
          <p:cNvSpPr/>
          <p:nvPr/>
        </p:nvSpPr>
        <p:spPr>
          <a:xfrm rot="10800000">
            <a:off x="2771800" y="5229200"/>
            <a:ext cx="1656184" cy="36004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 txBox="1"/>
          <p:nvPr/>
        </p:nvSpPr>
        <p:spPr>
          <a:xfrm>
            <a:off x="683568" y="548680"/>
            <a:ext cx="7704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interior angle of a 90 sided regular polygon?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4"/>
          <p:cNvSpPr/>
          <p:nvPr/>
        </p:nvSpPr>
        <p:spPr>
          <a:xfrm>
            <a:off x="539552" y="5229200"/>
            <a:ext cx="2016000" cy="1296144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215°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2555776" y="5229200"/>
            <a:ext cx="2016000" cy="1296144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223°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4572000" y="5229200"/>
            <a:ext cx="2016000" cy="129614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225°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6588224" y="5229200"/>
            <a:ext cx="2016000" cy="129614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GB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235°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539552" y="476672"/>
            <a:ext cx="8064896" cy="4752528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/>
          <p:nvPr/>
        </p:nvSpPr>
        <p:spPr>
          <a:xfrm rot="10800000">
            <a:off x="4716016" y="5229200"/>
            <a:ext cx="1656184" cy="36004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4"/>
          <p:cNvSpPr txBox="1"/>
          <p:nvPr/>
        </p:nvSpPr>
        <p:spPr>
          <a:xfrm>
            <a:off x="683568" y="548680"/>
            <a:ext cx="77048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Determine the angle     .</a:t>
            </a:r>
            <a:endParaRPr/>
          </a:p>
        </p:txBody>
      </p:sp>
      <p:pic>
        <p:nvPicPr>
          <p:cNvPr id="823" name="Google Shape;8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184" y="548680"/>
            <a:ext cx="454898" cy="6393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4" name="Google Shape;824;p24"/>
          <p:cNvCxnSpPr/>
          <p:nvPr/>
        </p:nvCxnSpPr>
        <p:spPr>
          <a:xfrm>
            <a:off x="1619672" y="1988840"/>
            <a:ext cx="1944216" cy="1944216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24"/>
          <p:cNvCxnSpPr/>
          <p:nvPr/>
        </p:nvCxnSpPr>
        <p:spPr>
          <a:xfrm flipH="1" rot="10800000">
            <a:off x="3563888" y="3429000"/>
            <a:ext cx="3744416" cy="504056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p24"/>
          <p:cNvCxnSpPr/>
          <p:nvPr/>
        </p:nvCxnSpPr>
        <p:spPr>
          <a:xfrm flipH="1" rot="10800000">
            <a:off x="7308304" y="1412776"/>
            <a:ext cx="432048" cy="2016224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24"/>
          <p:cNvCxnSpPr/>
          <p:nvPr/>
        </p:nvCxnSpPr>
        <p:spPr>
          <a:xfrm flipH="1">
            <a:off x="4427984" y="1412776"/>
            <a:ext cx="3312368" cy="1152128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24"/>
          <p:cNvCxnSpPr/>
          <p:nvPr/>
        </p:nvCxnSpPr>
        <p:spPr>
          <a:xfrm>
            <a:off x="1619672" y="1988840"/>
            <a:ext cx="2808312" cy="576064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p24"/>
          <p:cNvSpPr/>
          <p:nvPr/>
        </p:nvSpPr>
        <p:spPr>
          <a:xfrm>
            <a:off x="4008120" y="2407920"/>
            <a:ext cx="906780" cy="497840"/>
          </a:xfrm>
          <a:custGeom>
            <a:rect b="b" l="l" r="r" t="t"/>
            <a:pathLst>
              <a:path extrusionOk="0" h="497840" w="906780">
                <a:moveTo>
                  <a:pt x="0" y="83820"/>
                </a:moveTo>
                <a:cubicBezTo>
                  <a:pt x="14605" y="191135"/>
                  <a:pt x="29210" y="298450"/>
                  <a:pt x="114300" y="365760"/>
                </a:cubicBezTo>
                <a:cubicBezTo>
                  <a:pt x="199390" y="433070"/>
                  <a:pt x="393700" y="477520"/>
                  <a:pt x="510540" y="487680"/>
                </a:cubicBezTo>
                <a:cubicBezTo>
                  <a:pt x="627380" y="497840"/>
                  <a:pt x="750570" y="476250"/>
                  <a:pt x="815340" y="426720"/>
                </a:cubicBezTo>
                <a:cubicBezTo>
                  <a:pt x="880110" y="377190"/>
                  <a:pt x="891540" y="261620"/>
                  <a:pt x="899160" y="190500"/>
                </a:cubicBezTo>
                <a:cubicBezTo>
                  <a:pt x="906780" y="119380"/>
                  <a:pt x="883920" y="59690"/>
                  <a:pt x="86106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7277100" y="1569720"/>
            <a:ext cx="350520" cy="274320"/>
          </a:xfrm>
          <a:custGeom>
            <a:rect b="b" l="l" r="r" t="t"/>
            <a:pathLst>
              <a:path extrusionOk="0" h="274320" w="350520">
                <a:moveTo>
                  <a:pt x="0" y="0"/>
                </a:moveTo>
                <a:cubicBezTo>
                  <a:pt x="62230" y="91440"/>
                  <a:pt x="124460" y="182880"/>
                  <a:pt x="182880" y="228600"/>
                </a:cubicBezTo>
                <a:cubicBezTo>
                  <a:pt x="241300" y="274320"/>
                  <a:pt x="295910" y="274320"/>
                  <a:pt x="350520" y="27432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2171700" y="2141220"/>
            <a:ext cx="213360" cy="396240"/>
          </a:xfrm>
          <a:custGeom>
            <a:rect b="b" l="l" r="r" t="t"/>
            <a:pathLst>
              <a:path extrusionOk="0" h="396240" w="213360">
                <a:moveTo>
                  <a:pt x="213360" y="0"/>
                </a:moveTo>
                <a:cubicBezTo>
                  <a:pt x="212090" y="69850"/>
                  <a:pt x="210820" y="139700"/>
                  <a:pt x="175260" y="205740"/>
                </a:cubicBezTo>
                <a:cubicBezTo>
                  <a:pt x="139700" y="271780"/>
                  <a:pt x="69850" y="334010"/>
                  <a:pt x="0" y="39624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4"/>
          <p:cNvSpPr/>
          <p:nvPr/>
        </p:nvSpPr>
        <p:spPr>
          <a:xfrm>
            <a:off x="3246120" y="3582670"/>
            <a:ext cx="838200" cy="265430"/>
          </a:xfrm>
          <a:custGeom>
            <a:rect b="b" l="l" r="r" t="t"/>
            <a:pathLst>
              <a:path extrusionOk="0" h="265430" w="838200">
                <a:moveTo>
                  <a:pt x="0" y="13970"/>
                </a:moveTo>
                <a:cubicBezTo>
                  <a:pt x="158750" y="6985"/>
                  <a:pt x="317500" y="0"/>
                  <a:pt x="434340" y="21590"/>
                </a:cubicBezTo>
                <a:cubicBezTo>
                  <a:pt x="551180" y="43180"/>
                  <a:pt x="633730" y="102870"/>
                  <a:pt x="701040" y="143510"/>
                </a:cubicBezTo>
                <a:cubicBezTo>
                  <a:pt x="768350" y="184150"/>
                  <a:pt x="803275" y="224790"/>
                  <a:pt x="838200" y="26543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4"/>
          <p:cNvSpPr/>
          <p:nvPr/>
        </p:nvSpPr>
        <p:spPr>
          <a:xfrm>
            <a:off x="6917690" y="2994660"/>
            <a:ext cx="473710" cy="457200"/>
          </a:xfrm>
          <a:custGeom>
            <a:rect b="b" l="l" r="r" t="t"/>
            <a:pathLst>
              <a:path extrusionOk="0" h="457200" w="473710">
                <a:moveTo>
                  <a:pt x="473710" y="0"/>
                </a:moveTo>
                <a:cubicBezTo>
                  <a:pt x="399415" y="1905"/>
                  <a:pt x="325120" y="3810"/>
                  <a:pt x="252730" y="38100"/>
                </a:cubicBezTo>
                <a:cubicBezTo>
                  <a:pt x="180340" y="72390"/>
                  <a:pt x="78740" y="135890"/>
                  <a:pt x="39370" y="205740"/>
                </a:cubicBezTo>
                <a:cubicBezTo>
                  <a:pt x="0" y="275590"/>
                  <a:pt x="8255" y="366395"/>
                  <a:pt x="16510" y="45720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4" name="Google Shape;8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968" y="2564904"/>
            <a:ext cx="454898" cy="63931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24"/>
          <p:cNvSpPr txBox="1"/>
          <p:nvPr/>
        </p:nvSpPr>
        <p:spPr>
          <a:xfrm>
            <a:off x="6804248" y="1772816"/>
            <a:ext cx="648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61°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4"/>
          <p:cNvSpPr txBox="1"/>
          <p:nvPr/>
        </p:nvSpPr>
        <p:spPr>
          <a:xfrm>
            <a:off x="6444208" y="2636912"/>
            <a:ext cx="7920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105°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4"/>
          <p:cNvSpPr txBox="1"/>
          <p:nvPr/>
        </p:nvSpPr>
        <p:spPr>
          <a:xfrm>
            <a:off x="2267744" y="2276872"/>
            <a:ext cx="648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29°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4"/>
          <p:cNvSpPr txBox="1"/>
          <p:nvPr/>
        </p:nvSpPr>
        <p:spPr>
          <a:xfrm>
            <a:off x="3419872" y="3140968"/>
            <a:ext cx="7920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120°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5"/>
          <p:cNvSpPr txBox="1"/>
          <p:nvPr/>
        </p:nvSpPr>
        <p:spPr>
          <a:xfrm>
            <a:off x="357188" y="-34925"/>
            <a:ext cx="4070350" cy="677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Plenary and review</a:t>
            </a:r>
            <a:endParaRPr/>
          </a:p>
        </p:txBody>
      </p:sp>
      <p:sp>
        <p:nvSpPr>
          <p:cNvPr id="844" name="Google Shape;844;p25"/>
          <p:cNvSpPr/>
          <p:nvPr/>
        </p:nvSpPr>
        <p:spPr>
          <a:xfrm>
            <a:off x="1066800" y="1143000"/>
            <a:ext cx="5643602" cy="4000528"/>
          </a:xfrm>
          <a:prstGeom prst="cloudCallout">
            <a:avLst>
              <a:gd fmla="val 62540" name="adj1"/>
              <a:gd fmla="val 42936" name="adj2"/>
            </a:avLst>
          </a:prstGeom>
          <a:gradFill>
            <a:gsLst>
              <a:gs pos="0">
                <a:srgbClr val="B5E5E9"/>
              </a:gs>
              <a:gs pos="100000">
                <a:srgbClr val="CAFFFF"/>
              </a:gs>
            </a:gsLst>
            <a:lin ang="16200000" scaled="0"/>
          </a:gradFill>
          <a:ln cap="flat" cmpd="sng" w="9525">
            <a:solidFill>
              <a:srgbClr val="60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 able to find interior and exterior angles of any polygon</a:t>
            </a:r>
            <a:r>
              <a:rPr b="1"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5"/>
          <p:cNvSpPr txBox="1"/>
          <p:nvPr/>
        </p:nvSpPr>
        <p:spPr>
          <a:xfrm>
            <a:off x="5857875" y="5000625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did you achieve this?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5"/>
          <p:cNvSpPr txBox="1"/>
          <p:nvPr/>
        </p:nvSpPr>
        <p:spPr>
          <a:xfrm>
            <a:off x="357188" y="642938"/>
            <a:ext cx="30003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what we planned to learn today: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 txBox="1"/>
          <p:nvPr/>
        </p:nvSpPr>
        <p:spPr>
          <a:xfrm>
            <a:off x="571500" y="5643563"/>
            <a:ext cx="70423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w.w.w.................		              e.b.i................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3" name="Google Shape;853;p26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854" name="Google Shape;854;p26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Calibri"/>
                <a:buNone/>
              </a:pPr>
              <a:r>
                <a:rPr b="0" i="0" lang="en-GB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Extension</a:t>
              </a:r>
              <a:endParaRPr/>
            </a:p>
          </p:txBody>
        </p:sp>
        <p:cxnSp>
          <p:nvCxnSpPr>
            <p:cNvPr id="855" name="Google Shape;855;p26"/>
            <p:cNvCxnSpPr/>
            <p:nvPr/>
          </p:nvCxnSpPr>
          <p:spPr>
            <a:xfrm>
              <a:off x="-1144" y="585216"/>
              <a:ext cx="914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6" name="Google Shape;856;p26"/>
          <p:cNvSpPr txBox="1"/>
          <p:nvPr/>
        </p:nvSpPr>
        <p:spPr>
          <a:xfrm>
            <a:off x="899592" y="908720"/>
            <a:ext cx="7704856" cy="113877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881" l="-711" r="0" t="-26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57" name="Google Shape;857;p26"/>
          <p:cNvSpPr/>
          <p:nvPr/>
        </p:nvSpPr>
        <p:spPr>
          <a:xfrm>
            <a:off x="395536" y="980728"/>
            <a:ext cx="432380" cy="36004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☠</a:t>
            </a:r>
            <a:r>
              <a:rPr b="0" baseline="-25000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id="858" name="Google Shape;8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2437030"/>
            <a:ext cx="7327155" cy="14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26"/>
          <p:cNvSpPr/>
          <p:nvPr/>
        </p:nvSpPr>
        <p:spPr>
          <a:xfrm>
            <a:off x="953939" y="2313070"/>
            <a:ext cx="7344816" cy="158417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2011-09-01T23:23:38Z</dcterms:created>
  <dc:creator>rgrice</dc:creator>
</cp:coreProperties>
</file>