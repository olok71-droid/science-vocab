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Lexend Light"/>
      <p:regular r:id="rId35"/>
      <p:bold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Nixie One"/>
      <p:regular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Varela Round"/>
      <p:regular r:id="rId46"/>
    </p:embeddedFont>
    <p:embeddedFont>
      <p:font typeface="Lexend Medium"/>
      <p:regular r:id="rId47"/>
      <p:bold r:id="rId48"/>
    </p:embeddedFont>
    <p:embeddedFont>
      <p:font typeface="ABeeZee"/>
      <p:regular r:id="rId49"/>
      <p:italic r:id="rId50"/>
    </p:embeddedFont>
    <p:embeddedFont>
      <p:font typeface="Lexend"/>
      <p:regular r:id="rId51"/>
      <p:bold r:id="rId52"/>
    </p:embeddedFont>
    <p:embeddedFont>
      <p:font typeface="Kalam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ijU5tVn+xprfrJ31maw5eM0oS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49C2D-A1CC-412F-AE99-DE8B920AAE9C}">
  <a:tblStyle styleId="{B0E49C2D-A1CC-412F-AE99-DE8B920AAE9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66D1680-255D-42BF-BAA4-CC7F1559A38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Lato-regular.fntdata"/><Relationship Id="rId41" Type="http://schemas.openxmlformats.org/officeDocument/2006/relationships/font" Target="fonts/NixieOne-regular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VarelaRound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exendMedium-bold.fntdata"/><Relationship Id="rId47" Type="http://schemas.openxmlformats.org/officeDocument/2006/relationships/font" Target="fonts/LexendMedium-regular.fntdata"/><Relationship Id="rId49" Type="http://schemas.openxmlformats.org/officeDocument/2006/relationships/font" Target="fonts/ABeeZee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font" Target="fonts/LexendLight-regular.fntdata"/><Relationship Id="rId34" Type="http://schemas.openxmlformats.org/officeDocument/2006/relationships/slide" Target="slides/slide27.xml"/><Relationship Id="rId37" Type="http://schemas.openxmlformats.org/officeDocument/2006/relationships/font" Target="fonts/Roboto-regular.fntdata"/><Relationship Id="rId36" Type="http://schemas.openxmlformats.org/officeDocument/2006/relationships/font" Target="fonts/LexendLight-bold.fntdata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Lexend-regular.fntdata"/><Relationship Id="rId50" Type="http://schemas.openxmlformats.org/officeDocument/2006/relationships/font" Target="fonts/ABeeZee-italic.fntdata"/><Relationship Id="rId53" Type="http://schemas.openxmlformats.org/officeDocument/2006/relationships/font" Target="fonts/Kalam-regular.fntdata"/><Relationship Id="rId52" Type="http://schemas.openxmlformats.org/officeDocument/2006/relationships/font" Target="fonts/Lexend-bold.fntdata"/><Relationship Id="rId11" Type="http://schemas.openxmlformats.org/officeDocument/2006/relationships/slide" Target="slides/slide4.xml"/><Relationship Id="rId55" Type="http://customschemas.google.com/relationships/presentationmetadata" Target="metadata"/><Relationship Id="rId10" Type="http://schemas.openxmlformats.org/officeDocument/2006/relationships/slide" Target="slides/slide3.xml"/><Relationship Id="rId54" Type="http://schemas.openxmlformats.org/officeDocument/2006/relationships/font" Target="fonts/Kalam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409d78692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g409d78692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ea28146d7f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ea28146d7f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ADD - I will add a photo of my own drawing to this slide before the lesson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ionic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ionic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covalent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covalent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ionic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4" name="Google Shape;121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ionic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2" name="Google Shape;12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covalent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0" name="Google Shape;12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covalent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ea28146d7f_0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ea28146d7f_0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59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46.png"/><Relationship Id="rId11" Type="http://schemas.openxmlformats.org/officeDocument/2006/relationships/image" Target="../media/image15.png"/><Relationship Id="rId10" Type="http://schemas.openxmlformats.org/officeDocument/2006/relationships/image" Target="../media/image40.png"/><Relationship Id="rId9" Type="http://schemas.openxmlformats.org/officeDocument/2006/relationships/image" Target="../media/image42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59.png"/><Relationship Id="rId8" Type="http://schemas.openxmlformats.org/officeDocument/2006/relationships/image" Target="../media/image3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1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5"/>
          <p:cNvSpPr/>
          <p:nvPr/>
        </p:nvSpPr>
        <p:spPr>
          <a:xfrm>
            <a:off x="419100" y="-1581150"/>
            <a:ext cx="8305800" cy="83058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6"/>
          <p:cNvSpPr/>
          <p:nvPr/>
        </p:nvSpPr>
        <p:spPr>
          <a:xfrm>
            <a:off x="419100" y="-1581150"/>
            <a:ext cx="8305800" cy="83058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6"/>
          <p:cNvSpPr/>
          <p:nvPr/>
        </p:nvSpPr>
        <p:spPr>
          <a:xfrm>
            <a:off x="-164200" y="686175"/>
            <a:ext cx="550500" cy="5505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6"/>
          <p:cNvSpPr/>
          <p:nvPr/>
        </p:nvSpPr>
        <p:spPr>
          <a:xfrm>
            <a:off x="8204500" y="3898800"/>
            <a:ext cx="447000" cy="447000"/>
          </a:xfrm>
          <a:prstGeom prst="donut">
            <a:avLst>
              <a:gd fmla="val 18608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6"/>
          <p:cNvSpPr/>
          <p:nvPr/>
        </p:nvSpPr>
        <p:spPr>
          <a:xfrm>
            <a:off x="100425" y="-196925"/>
            <a:ext cx="741600" cy="741600"/>
          </a:xfrm>
          <a:prstGeom prst="donut">
            <a:avLst>
              <a:gd fmla="val 37879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6"/>
          <p:cNvSpPr/>
          <p:nvPr/>
        </p:nvSpPr>
        <p:spPr>
          <a:xfrm>
            <a:off x="419100" y="686175"/>
            <a:ext cx="188100" cy="1881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6"/>
          <p:cNvSpPr/>
          <p:nvPr/>
        </p:nvSpPr>
        <p:spPr>
          <a:xfrm>
            <a:off x="8333725" y="4482500"/>
            <a:ext cx="978600" cy="9786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/>
          <p:nvPr/>
        </p:nvSpPr>
        <p:spPr>
          <a:xfrm>
            <a:off x="741750" y="4449750"/>
            <a:ext cx="397500" cy="397500"/>
          </a:xfrm>
          <a:prstGeom prst="donut">
            <a:avLst>
              <a:gd fmla="val 8754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6"/>
          <p:cNvSpPr/>
          <p:nvPr/>
        </p:nvSpPr>
        <p:spPr>
          <a:xfrm>
            <a:off x="8956300" y="4058696"/>
            <a:ext cx="287100" cy="2871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6"/>
          <p:cNvSpPr/>
          <p:nvPr/>
        </p:nvSpPr>
        <p:spPr>
          <a:xfrm>
            <a:off x="-164200" y="4277700"/>
            <a:ext cx="741600" cy="741600"/>
          </a:xfrm>
          <a:prstGeom prst="donut">
            <a:avLst>
              <a:gd fmla="val 39163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6"/>
          <p:cNvSpPr/>
          <p:nvPr/>
        </p:nvSpPr>
        <p:spPr>
          <a:xfrm>
            <a:off x="8568725" y="4717500"/>
            <a:ext cx="508500" cy="5085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6"/>
          <p:cNvSpPr/>
          <p:nvPr/>
        </p:nvSpPr>
        <p:spPr>
          <a:xfrm>
            <a:off x="8077475" y="224125"/>
            <a:ext cx="304800" cy="304800"/>
          </a:xfrm>
          <a:prstGeom prst="donut">
            <a:avLst>
              <a:gd fmla="val 30568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6"/>
          <p:cNvSpPr/>
          <p:nvPr/>
        </p:nvSpPr>
        <p:spPr>
          <a:xfrm>
            <a:off x="8553248" y="328373"/>
            <a:ext cx="585600" cy="5856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6"/>
          <p:cNvSpPr/>
          <p:nvPr/>
        </p:nvSpPr>
        <p:spPr>
          <a:xfrm>
            <a:off x="8876350" y="1187325"/>
            <a:ext cx="447000" cy="4470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6"/>
          <p:cNvSpPr/>
          <p:nvPr/>
        </p:nvSpPr>
        <p:spPr>
          <a:xfrm>
            <a:off x="8449000" y="224125"/>
            <a:ext cx="794400" cy="794400"/>
          </a:xfrm>
          <a:prstGeom prst="ellipse">
            <a:avLst/>
          </a:prstGeom>
          <a:noFill/>
          <a:ln cap="flat" cmpd="sng" w="9525">
            <a:solidFill>
              <a:srgbClr val="F8BB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6"/>
          <p:cNvSpPr/>
          <p:nvPr/>
        </p:nvSpPr>
        <p:spPr>
          <a:xfrm>
            <a:off x="100425" y="3830625"/>
            <a:ext cx="304800" cy="3048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/>
          <p:nvPr/>
        </p:nvSpPr>
        <p:spPr>
          <a:xfrm>
            <a:off x="7209425" y="502200"/>
            <a:ext cx="206100" cy="2061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7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7"/>
          <p:cNvSpPr txBox="1"/>
          <p:nvPr>
            <p:ph type="ctrTitle"/>
          </p:nvPr>
        </p:nvSpPr>
        <p:spPr>
          <a:xfrm>
            <a:off x="2255425" y="1991825"/>
            <a:ext cx="46332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0" name="Google Shape;30;p37"/>
          <p:cNvSpPr/>
          <p:nvPr/>
        </p:nvSpPr>
        <p:spPr>
          <a:xfrm>
            <a:off x="267550" y="-886750"/>
            <a:ext cx="2347200" cy="2347200"/>
          </a:xfrm>
          <a:prstGeom prst="donut">
            <a:avLst>
              <a:gd fmla="val 29778" name="adj"/>
            </a:avLst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7"/>
          <p:cNvSpPr/>
          <p:nvPr/>
        </p:nvSpPr>
        <p:spPr>
          <a:xfrm>
            <a:off x="8348875" y="2882375"/>
            <a:ext cx="978600" cy="9786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7"/>
          <p:cNvSpPr/>
          <p:nvPr/>
        </p:nvSpPr>
        <p:spPr>
          <a:xfrm>
            <a:off x="2255425" y="541800"/>
            <a:ext cx="657600" cy="6576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7"/>
          <p:cNvSpPr/>
          <p:nvPr/>
        </p:nvSpPr>
        <p:spPr>
          <a:xfrm>
            <a:off x="6752750" y="3465100"/>
            <a:ext cx="2284200" cy="2284200"/>
          </a:xfrm>
          <a:prstGeom prst="donut">
            <a:avLst>
              <a:gd fmla="val 11909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7"/>
          <p:cNvSpPr/>
          <p:nvPr/>
        </p:nvSpPr>
        <p:spPr>
          <a:xfrm>
            <a:off x="137775" y="3193200"/>
            <a:ext cx="657600" cy="6576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7"/>
          <p:cNvSpPr/>
          <p:nvPr/>
        </p:nvSpPr>
        <p:spPr>
          <a:xfrm>
            <a:off x="376550" y="4217275"/>
            <a:ext cx="1207800" cy="1207800"/>
          </a:xfrm>
          <a:prstGeom prst="donut">
            <a:avLst>
              <a:gd fmla="val 42915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7"/>
          <p:cNvSpPr/>
          <p:nvPr/>
        </p:nvSpPr>
        <p:spPr>
          <a:xfrm>
            <a:off x="8244625" y="2541950"/>
            <a:ext cx="304800" cy="3048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7"/>
          <p:cNvSpPr/>
          <p:nvPr/>
        </p:nvSpPr>
        <p:spPr>
          <a:xfrm>
            <a:off x="7598775" y="-300250"/>
            <a:ext cx="1370700" cy="13707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7"/>
          <p:cNvSpPr/>
          <p:nvPr/>
        </p:nvSpPr>
        <p:spPr>
          <a:xfrm>
            <a:off x="8244625" y="802850"/>
            <a:ext cx="657600" cy="6576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7"/>
          <p:cNvSpPr/>
          <p:nvPr/>
        </p:nvSpPr>
        <p:spPr>
          <a:xfrm>
            <a:off x="213975" y="695900"/>
            <a:ext cx="871500" cy="871500"/>
          </a:xfrm>
          <a:prstGeom prst="ellipse">
            <a:avLst/>
          </a:prstGeom>
          <a:noFill/>
          <a:ln cap="flat" cmpd="sng" w="9525">
            <a:solidFill>
              <a:srgbClr val="00A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7"/>
          <p:cNvSpPr/>
          <p:nvPr/>
        </p:nvSpPr>
        <p:spPr>
          <a:xfrm>
            <a:off x="-122175" y="2933250"/>
            <a:ext cx="1177500" cy="1177500"/>
          </a:xfrm>
          <a:prstGeom prst="ellipse">
            <a:avLst/>
          </a:prstGeom>
          <a:noFill/>
          <a:ln cap="flat" cmpd="sng" w="9525">
            <a:solidFill>
              <a:srgbClr val="BBCD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7"/>
          <p:cNvSpPr/>
          <p:nvPr/>
        </p:nvSpPr>
        <p:spPr>
          <a:xfrm>
            <a:off x="8150075" y="708300"/>
            <a:ext cx="846600" cy="846600"/>
          </a:xfrm>
          <a:prstGeom prst="ellipse">
            <a:avLst/>
          </a:prstGeom>
          <a:noFill/>
          <a:ln cap="flat" cmpd="sng" w="9525">
            <a:solidFill>
              <a:srgbClr val="65BB4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7"/>
          <p:cNvSpPr/>
          <p:nvPr/>
        </p:nvSpPr>
        <p:spPr>
          <a:xfrm>
            <a:off x="1055325" y="3904575"/>
            <a:ext cx="206100" cy="2061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/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1" type="body"/>
          </p:nvPr>
        </p:nvSpPr>
        <p:spPr>
          <a:xfrm>
            <a:off x="2935875" y="1550150"/>
            <a:ext cx="25605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6" name="Google Shape;46;p38"/>
          <p:cNvSpPr txBox="1"/>
          <p:nvPr>
            <p:ph idx="2" type="body"/>
          </p:nvPr>
        </p:nvSpPr>
        <p:spPr>
          <a:xfrm>
            <a:off x="5650849" y="1550150"/>
            <a:ext cx="25605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￮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7" name="Google Shape;47;p38"/>
          <p:cNvSpPr/>
          <p:nvPr/>
        </p:nvSpPr>
        <p:spPr>
          <a:xfrm>
            <a:off x="-358950" y="2194400"/>
            <a:ext cx="2347200" cy="2347200"/>
          </a:xfrm>
          <a:prstGeom prst="donut">
            <a:avLst>
              <a:gd fmla="val 36789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8"/>
          <p:cNvSpPr/>
          <p:nvPr/>
        </p:nvSpPr>
        <p:spPr>
          <a:xfrm>
            <a:off x="198450" y="-321125"/>
            <a:ext cx="978600" cy="978600"/>
          </a:xfrm>
          <a:prstGeom prst="ellipse">
            <a:avLst/>
          </a:prstGeom>
          <a:noFill/>
          <a:ln cap="flat" cmpd="sng" w="9525">
            <a:solidFill>
              <a:srgbClr val="E800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8"/>
          <p:cNvSpPr/>
          <p:nvPr/>
        </p:nvSpPr>
        <p:spPr>
          <a:xfrm>
            <a:off x="198450" y="420475"/>
            <a:ext cx="657600" cy="6576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8"/>
          <p:cNvSpPr/>
          <p:nvPr/>
        </p:nvSpPr>
        <p:spPr>
          <a:xfrm>
            <a:off x="1177051" y="657475"/>
            <a:ext cx="846900" cy="846900"/>
          </a:xfrm>
          <a:prstGeom prst="donut">
            <a:avLst>
              <a:gd fmla="val 22275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8"/>
          <p:cNvSpPr/>
          <p:nvPr/>
        </p:nvSpPr>
        <p:spPr>
          <a:xfrm>
            <a:off x="887650" y="4142300"/>
            <a:ext cx="1207800" cy="12078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8"/>
          <p:cNvSpPr/>
          <p:nvPr/>
        </p:nvSpPr>
        <p:spPr>
          <a:xfrm>
            <a:off x="153675" y="4799600"/>
            <a:ext cx="550500" cy="550500"/>
          </a:xfrm>
          <a:prstGeom prst="donut">
            <a:avLst>
              <a:gd fmla="val 18606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8"/>
          <p:cNvSpPr/>
          <p:nvPr/>
        </p:nvSpPr>
        <p:spPr>
          <a:xfrm>
            <a:off x="1172525" y="1696950"/>
            <a:ext cx="304800" cy="3048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8"/>
          <p:cNvSpPr/>
          <p:nvPr/>
        </p:nvSpPr>
        <p:spPr>
          <a:xfrm>
            <a:off x="7844250" y="619275"/>
            <a:ext cx="550500" cy="5505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8"/>
          <p:cNvSpPr/>
          <p:nvPr/>
        </p:nvSpPr>
        <p:spPr>
          <a:xfrm>
            <a:off x="7515500" y="-72500"/>
            <a:ext cx="397500" cy="397500"/>
          </a:xfrm>
          <a:prstGeom prst="donut">
            <a:avLst>
              <a:gd fmla="val 30568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8"/>
          <p:cNvSpPr/>
          <p:nvPr/>
        </p:nvSpPr>
        <p:spPr>
          <a:xfrm>
            <a:off x="8651500" y="1030850"/>
            <a:ext cx="304800" cy="3048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8"/>
          <p:cNvSpPr/>
          <p:nvPr/>
        </p:nvSpPr>
        <p:spPr>
          <a:xfrm>
            <a:off x="8097900" y="167450"/>
            <a:ext cx="741600" cy="741600"/>
          </a:xfrm>
          <a:prstGeom prst="donut">
            <a:avLst>
              <a:gd fmla="val 8064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8"/>
          <p:cNvSpPr/>
          <p:nvPr/>
        </p:nvSpPr>
        <p:spPr>
          <a:xfrm>
            <a:off x="8394750" y="1504375"/>
            <a:ext cx="188100" cy="1881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8"/>
          <p:cNvSpPr/>
          <p:nvPr/>
        </p:nvSpPr>
        <p:spPr>
          <a:xfrm>
            <a:off x="-205625" y="2347725"/>
            <a:ext cx="2040600" cy="2040600"/>
          </a:xfrm>
          <a:prstGeom prst="ellipse">
            <a:avLst/>
          </a:prstGeom>
          <a:noFill/>
          <a:ln cap="flat" cmpd="sng" w="9525">
            <a:solidFill>
              <a:srgbClr val="65BB4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8"/>
          <p:cNvSpPr/>
          <p:nvPr/>
        </p:nvSpPr>
        <p:spPr>
          <a:xfrm>
            <a:off x="305125" y="-214450"/>
            <a:ext cx="765300" cy="7653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8"/>
          <p:cNvSpPr/>
          <p:nvPr/>
        </p:nvSpPr>
        <p:spPr>
          <a:xfrm>
            <a:off x="8532600" y="911950"/>
            <a:ext cx="542700" cy="542700"/>
          </a:xfrm>
          <a:prstGeom prst="ellipse">
            <a:avLst/>
          </a:prstGeom>
          <a:noFill/>
          <a:ln cap="flat" cmpd="sng" w="9525">
            <a:solidFill>
              <a:srgbClr val="F8BB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+ image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/>
          <p:nvPr>
            <p:ph type="title"/>
          </p:nvPr>
        </p:nvSpPr>
        <p:spPr>
          <a:xfrm>
            <a:off x="4572000" y="909050"/>
            <a:ext cx="36396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4572000" y="1525754"/>
            <a:ext cx="36396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￮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65" name="Google Shape;65;p39"/>
          <p:cNvSpPr/>
          <p:nvPr/>
        </p:nvSpPr>
        <p:spPr>
          <a:xfrm>
            <a:off x="580275" y="751950"/>
            <a:ext cx="3639600" cy="36396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9"/>
          <p:cNvSpPr/>
          <p:nvPr/>
        </p:nvSpPr>
        <p:spPr>
          <a:xfrm>
            <a:off x="-295650" y="-356450"/>
            <a:ext cx="1057800" cy="10578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9"/>
          <p:cNvSpPr/>
          <p:nvPr/>
        </p:nvSpPr>
        <p:spPr>
          <a:xfrm>
            <a:off x="2836600" y="179825"/>
            <a:ext cx="978600" cy="978600"/>
          </a:xfrm>
          <a:prstGeom prst="donut">
            <a:avLst>
              <a:gd fmla="val 39527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9"/>
          <p:cNvSpPr/>
          <p:nvPr/>
        </p:nvSpPr>
        <p:spPr>
          <a:xfrm>
            <a:off x="465975" y="3692750"/>
            <a:ext cx="1019400" cy="10194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9"/>
          <p:cNvSpPr/>
          <p:nvPr/>
        </p:nvSpPr>
        <p:spPr>
          <a:xfrm>
            <a:off x="1485375" y="4559750"/>
            <a:ext cx="361500" cy="361500"/>
          </a:xfrm>
          <a:prstGeom prst="donut">
            <a:avLst>
              <a:gd fmla="val 29951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9"/>
          <p:cNvSpPr/>
          <p:nvPr/>
        </p:nvSpPr>
        <p:spPr>
          <a:xfrm>
            <a:off x="2364800" y="346950"/>
            <a:ext cx="274200" cy="2739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9"/>
          <p:cNvSpPr/>
          <p:nvPr/>
        </p:nvSpPr>
        <p:spPr>
          <a:xfrm>
            <a:off x="-472600" y="-533400"/>
            <a:ext cx="1411800" cy="1411800"/>
          </a:xfrm>
          <a:prstGeom prst="ellipse">
            <a:avLst/>
          </a:prstGeom>
          <a:noFill/>
          <a:ln cap="flat" cmpd="sng" w="9525">
            <a:solidFill>
              <a:srgbClr val="00A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9"/>
          <p:cNvSpPr/>
          <p:nvPr/>
        </p:nvSpPr>
        <p:spPr>
          <a:xfrm>
            <a:off x="2899000" y="242225"/>
            <a:ext cx="853800" cy="8538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9"/>
          <p:cNvSpPr/>
          <p:nvPr/>
        </p:nvSpPr>
        <p:spPr>
          <a:xfrm>
            <a:off x="1061150" y="142950"/>
            <a:ext cx="538500" cy="5382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/>
          <p:nvPr/>
        </p:nvSpPr>
        <p:spPr>
          <a:xfrm>
            <a:off x="3058200" y="-295450"/>
            <a:ext cx="3027600" cy="30279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0"/>
          <p:cNvSpPr txBox="1"/>
          <p:nvPr>
            <p:ph type="ctrTitle"/>
          </p:nvPr>
        </p:nvSpPr>
        <p:spPr>
          <a:xfrm>
            <a:off x="1773750" y="2421550"/>
            <a:ext cx="5596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40"/>
          <p:cNvSpPr txBox="1"/>
          <p:nvPr>
            <p:ph idx="1" type="subTitle"/>
          </p:nvPr>
        </p:nvSpPr>
        <p:spPr>
          <a:xfrm>
            <a:off x="1773750" y="3449654"/>
            <a:ext cx="5596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None/>
              <a:defRPr b="1">
                <a:solidFill>
                  <a:srgbClr val="A1BEC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3000"/>
              <a:buNone/>
              <a:defRPr b="1" sz="3000">
                <a:solidFill>
                  <a:srgbClr val="A1BECC"/>
                </a:solidFill>
              </a:defRPr>
            </a:lvl9pPr>
          </a:lstStyle>
          <a:p/>
        </p:txBody>
      </p:sp>
      <p:sp>
        <p:nvSpPr>
          <p:cNvPr id="78" name="Google Shape;78;p40"/>
          <p:cNvSpPr/>
          <p:nvPr/>
        </p:nvSpPr>
        <p:spPr>
          <a:xfrm>
            <a:off x="1414538" y="3988225"/>
            <a:ext cx="206100" cy="2061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0"/>
          <p:cNvSpPr/>
          <p:nvPr/>
        </p:nvSpPr>
        <p:spPr>
          <a:xfrm>
            <a:off x="7630150" y="2469625"/>
            <a:ext cx="2347200" cy="2347200"/>
          </a:xfrm>
          <a:prstGeom prst="donut">
            <a:avLst>
              <a:gd fmla="val 29778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0"/>
          <p:cNvSpPr/>
          <p:nvPr/>
        </p:nvSpPr>
        <p:spPr>
          <a:xfrm>
            <a:off x="376550" y="1139200"/>
            <a:ext cx="978600" cy="9786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0"/>
          <p:cNvSpPr/>
          <p:nvPr/>
        </p:nvSpPr>
        <p:spPr>
          <a:xfrm>
            <a:off x="7240275" y="4662700"/>
            <a:ext cx="657600" cy="6576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/>
          <p:nvPr/>
        </p:nvSpPr>
        <p:spPr>
          <a:xfrm>
            <a:off x="231175" y="-571700"/>
            <a:ext cx="2284200" cy="2284200"/>
          </a:xfrm>
          <a:prstGeom prst="donut">
            <a:avLst>
              <a:gd fmla="val 11909" name="adj"/>
            </a:avLst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0"/>
          <p:cNvSpPr/>
          <p:nvPr/>
        </p:nvSpPr>
        <p:spPr>
          <a:xfrm>
            <a:off x="7507625" y="917475"/>
            <a:ext cx="657600" cy="6576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0"/>
          <p:cNvSpPr/>
          <p:nvPr/>
        </p:nvSpPr>
        <p:spPr>
          <a:xfrm>
            <a:off x="8065925" y="-295450"/>
            <a:ext cx="1207800" cy="1207800"/>
          </a:xfrm>
          <a:prstGeom prst="donut">
            <a:avLst>
              <a:gd fmla="val 42915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0"/>
          <p:cNvSpPr/>
          <p:nvPr/>
        </p:nvSpPr>
        <p:spPr>
          <a:xfrm>
            <a:off x="1417200" y="2052650"/>
            <a:ext cx="304800" cy="3048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0"/>
          <p:cNvSpPr/>
          <p:nvPr/>
        </p:nvSpPr>
        <p:spPr>
          <a:xfrm>
            <a:off x="180500" y="4023250"/>
            <a:ext cx="1370700" cy="13707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0"/>
          <p:cNvSpPr/>
          <p:nvPr/>
        </p:nvSpPr>
        <p:spPr>
          <a:xfrm>
            <a:off x="246046" y="3365546"/>
            <a:ext cx="456000" cy="4560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0"/>
          <p:cNvSpPr/>
          <p:nvPr/>
        </p:nvSpPr>
        <p:spPr>
          <a:xfrm>
            <a:off x="7072325" y="4494725"/>
            <a:ext cx="993600" cy="993300"/>
          </a:xfrm>
          <a:prstGeom prst="ellipse">
            <a:avLst/>
          </a:prstGeom>
          <a:noFill/>
          <a:ln cap="flat" cmpd="sng" w="9525">
            <a:solidFill>
              <a:srgbClr val="00A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0"/>
          <p:cNvSpPr/>
          <p:nvPr/>
        </p:nvSpPr>
        <p:spPr>
          <a:xfrm>
            <a:off x="7370250" y="780100"/>
            <a:ext cx="932400" cy="932400"/>
          </a:xfrm>
          <a:prstGeom prst="ellipse">
            <a:avLst/>
          </a:prstGeom>
          <a:noFill/>
          <a:ln cap="flat" cmpd="sng" w="9525">
            <a:solidFill>
              <a:srgbClr val="BBCD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0"/>
          <p:cNvSpPr/>
          <p:nvPr/>
        </p:nvSpPr>
        <p:spPr>
          <a:xfrm>
            <a:off x="180500" y="3300000"/>
            <a:ext cx="586800" cy="586800"/>
          </a:xfrm>
          <a:prstGeom prst="ellipse">
            <a:avLst/>
          </a:prstGeom>
          <a:noFill/>
          <a:ln cap="flat" cmpd="sng" w="9525">
            <a:solidFill>
              <a:srgbClr val="65BB4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0"/>
          <p:cNvSpPr/>
          <p:nvPr/>
        </p:nvSpPr>
        <p:spPr>
          <a:xfrm>
            <a:off x="7733375" y="467300"/>
            <a:ext cx="206100" cy="2061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0"/>
          <p:cNvSpPr/>
          <p:nvPr/>
        </p:nvSpPr>
        <p:spPr>
          <a:xfrm>
            <a:off x="598175" y="-204700"/>
            <a:ext cx="1550100" cy="1550100"/>
          </a:xfrm>
          <a:prstGeom prst="ellipse">
            <a:avLst/>
          </a:prstGeom>
          <a:noFill/>
          <a:ln cap="flat" cmpd="sng" w="9525">
            <a:solidFill>
              <a:srgbClr val="E800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1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1"/>
          <p:cNvSpPr/>
          <p:nvPr/>
        </p:nvSpPr>
        <p:spPr>
          <a:xfrm>
            <a:off x="8334450" y="4139625"/>
            <a:ext cx="424800" cy="4248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1"/>
          <p:cNvSpPr/>
          <p:nvPr/>
        </p:nvSpPr>
        <p:spPr>
          <a:xfrm>
            <a:off x="4308288" y="-1078650"/>
            <a:ext cx="2347200" cy="2347200"/>
          </a:xfrm>
          <a:prstGeom prst="donut">
            <a:avLst>
              <a:gd fmla="val 17100" name="adj"/>
            </a:avLst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1"/>
          <p:cNvSpPr/>
          <p:nvPr/>
        </p:nvSpPr>
        <p:spPr>
          <a:xfrm>
            <a:off x="4047750" y="805125"/>
            <a:ext cx="1048500" cy="10485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1"/>
          <p:cNvSpPr txBox="1"/>
          <p:nvPr>
            <p:ph idx="1" type="body"/>
          </p:nvPr>
        </p:nvSpPr>
        <p:spPr>
          <a:xfrm>
            <a:off x="1880850" y="1920300"/>
            <a:ext cx="5382300" cy="2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/>
            </a:lvl1pPr>
            <a:lvl2pPr indent="-3810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2pPr>
            <a:lvl3pPr indent="-3810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3pPr>
            <a:lvl4pPr indent="-3810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99" name="Google Shape;99;p41"/>
          <p:cNvSpPr txBox="1"/>
          <p:nvPr/>
        </p:nvSpPr>
        <p:spPr>
          <a:xfrm>
            <a:off x="3593400" y="7813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b="0" i="0" sz="9600" u="none" cap="none" strike="noStrike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00" name="Google Shape;100;p41"/>
          <p:cNvSpPr/>
          <p:nvPr/>
        </p:nvSpPr>
        <p:spPr>
          <a:xfrm>
            <a:off x="229225" y="2988350"/>
            <a:ext cx="802800" cy="8031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1"/>
          <p:cNvSpPr/>
          <p:nvPr/>
        </p:nvSpPr>
        <p:spPr>
          <a:xfrm>
            <a:off x="-442225" y="3999900"/>
            <a:ext cx="1695900" cy="1695900"/>
          </a:xfrm>
          <a:prstGeom prst="donut">
            <a:avLst>
              <a:gd fmla="val 10084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1"/>
          <p:cNvSpPr/>
          <p:nvPr/>
        </p:nvSpPr>
        <p:spPr>
          <a:xfrm>
            <a:off x="1334025" y="-231725"/>
            <a:ext cx="1666800" cy="16668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1"/>
          <p:cNvSpPr/>
          <p:nvPr/>
        </p:nvSpPr>
        <p:spPr>
          <a:xfrm>
            <a:off x="550525" y="710300"/>
            <a:ext cx="481500" cy="481800"/>
          </a:xfrm>
          <a:prstGeom prst="donut">
            <a:avLst>
              <a:gd fmla="val 37274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1"/>
          <p:cNvSpPr/>
          <p:nvPr/>
        </p:nvSpPr>
        <p:spPr>
          <a:xfrm>
            <a:off x="1032025" y="3791450"/>
            <a:ext cx="304800" cy="3048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1"/>
          <p:cNvSpPr/>
          <p:nvPr/>
        </p:nvSpPr>
        <p:spPr>
          <a:xfrm>
            <a:off x="1217050" y="1311325"/>
            <a:ext cx="304800" cy="3048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1"/>
          <p:cNvSpPr/>
          <p:nvPr/>
        </p:nvSpPr>
        <p:spPr>
          <a:xfrm>
            <a:off x="7744475" y="1473300"/>
            <a:ext cx="1048500" cy="10485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1"/>
          <p:cNvSpPr/>
          <p:nvPr/>
        </p:nvSpPr>
        <p:spPr>
          <a:xfrm>
            <a:off x="8050675" y="2042175"/>
            <a:ext cx="1520100" cy="1520100"/>
          </a:xfrm>
          <a:prstGeom prst="donut">
            <a:avLst>
              <a:gd fmla="val 5022" name="adj"/>
            </a:avLst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/>
          <p:nvPr/>
        </p:nvSpPr>
        <p:spPr>
          <a:xfrm>
            <a:off x="7969775" y="3713850"/>
            <a:ext cx="597900" cy="598200"/>
          </a:xfrm>
          <a:prstGeom prst="donut">
            <a:avLst>
              <a:gd fmla="val 43984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1"/>
          <p:cNvSpPr/>
          <p:nvPr/>
        </p:nvSpPr>
        <p:spPr>
          <a:xfrm>
            <a:off x="8608775" y="1192100"/>
            <a:ext cx="184200" cy="1842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/>
          <p:nvPr/>
        </p:nvSpPr>
        <p:spPr>
          <a:xfrm>
            <a:off x="1144200" y="2698575"/>
            <a:ext cx="893700" cy="893700"/>
          </a:xfrm>
          <a:prstGeom prst="ellipse">
            <a:avLst/>
          </a:prstGeom>
          <a:noFill/>
          <a:ln cap="flat" cmpd="sng" w="9525">
            <a:solidFill>
              <a:srgbClr val="BBCD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2"/>
          <p:cNvSpPr txBox="1"/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3" name="Google Shape;113;p42"/>
          <p:cNvSpPr txBox="1"/>
          <p:nvPr>
            <p:ph idx="1" type="body"/>
          </p:nvPr>
        </p:nvSpPr>
        <p:spPr>
          <a:xfrm>
            <a:off x="2935875" y="1525758"/>
            <a:ext cx="52755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￮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14" name="Google Shape;114;p42"/>
          <p:cNvSpPr/>
          <p:nvPr/>
        </p:nvSpPr>
        <p:spPr>
          <a:xfrm>
            <a:off x="259925" y="-206300"/>
            <a:ext cx="2347200" cy="2347200"/>
          </a:xfrm>
          <a:prstGeom prst="donut">
            <a:avLst>
              <a:gd fmla="val 29778" name="adj"/>
            </a:avLst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2"/>
          <p:cNvSpPr/>
          <p:nvPr/>
        </p:nvSpPr>
        <p:spPr>
          <a:xfrm>
            <a:off x="-152925" y="1360050"/>
            <a:ext cx="978600" cy="9786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2"/>
          <p:cNvSpPr/>
          <p:nvPr/>
        </p:nvSpPr>
        <p:spPr>
          <a:xfrm>
            <a:off x="2339600" y="243625"/>
            <a:ext cx="657600" cy="6576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2"/>
          <p:cNvSpPr/>
          <p:nvPr/>
        </p:nvSpPr>
        <p:spPr>
          <a:xfrm>
            <a:off x="788725" y="2338650"/>
            <a:ext cx="811200" cy="811200"/>
          </a:xfrm>
          <a:prstGeom prst="donut">
            <a:avLst>
              <a:gd fmla="val 22275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2"/>
          <p:cNvSpPr/>
          <p:nvPr/>
        </p:nvSpPr>
        <p:spPr>
          <a:xfrm>
            <a:off x="153675" y="4149950"/>
            <a:ext cx="1207800" cy="12078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2"/>
          <p:cNvSpPr/>
          <p:nvPr/>
        </p:nvSpPr>
        <p:spPr>
          <a:xfrm>
            <a:off x="1315800" y="3860975"/>
            <a:ext cx="550500" cy="550500"/>
          </a:xfrm>
          <a:prstGeom prst="donut">
            <a:avLst>
              <a:gd fmla="val 42915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2"/>
          <p:cNvSpPr/>
          <p:nvPr/>
        </p:nvSpPr>
        <p:spPr>
          <a:xfrm>
            <a:off x="438575" y="2993025"/>
            <a:ext cx="304800" cy="3048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2"/>
          <p:cNvSpPr/>
          <p:nvPr/>
        </p:nvSpPr>
        <p:spPr>
          <a:xfrm>
            <a:off x="7744850" y="420475"/>
            <a:ext cx="550500" cy="5505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2"/>
          <p:cNvSpPr/>
          <p:nvPr/>
        </p:nvSpPr>
        <p:spPr>
          <a:xfrm>
            <a:off x="8839500" y="1019775"/>
            <a:ext cx="397500" cy="3975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2"/>
          <p:cNvSpPr/>
          <p:nvPr/>
        </p:nvSpPr>
        <p:spPr>
          <a:xfrm>
            <a:off x="8295350" y="-321125"/>
            <a:ext cx="741600" cy="741600"/>
          </a:xfrm>
          <a:prstGeom prst="donut">
            <a:avLst>
              <a:gd fmla="val 31897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2"/>
          <p:cNvSpPr/>
          <p:nvPr/>
        </p:nvSpPr>
        <p:spPr>
          <a:xfrm>
            <a:off x="8651500" y="1616325"/>
            <a:ext cx="188100" cy="1881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2"/>
          <p:cNvSpPr/>
          <p:nvPr/>
        </p:nvSpPr>
        <p:spPr>
          <a:xfrm>
            <a:off x="2179100" y="83125"/>
            <a:ext cx="978600" cy="978600"/>
          </a:xfrm>
          <a:prstGeom prst="ellipse">
            <a:avLst/>
          </a:prstGeom>
          <a:noFill/>
          <a:ln cap="flat" cmpd="sng" w="9525">
            <a:solidFill>
              <a:srgbClr val="00A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/>
          <p:nvPr/>
        </p:nvSpPr>
        <p:spPr>
          <a:xfrm>
            <a:off x="8062825" y="688875"/>
            <a:ext cx="449700" cy="4497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3"/>
          <p:cNvSpPr/>
          <p:nvPr/>
        </p:nvSpPr>
        <p:spPr>
          <a:xfrm>
            <a:off x="8638525" y="1472600"/>
            <a:ext cx="978600" cy="9786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3"/>
          <p:cNvSpPr txBox="1"/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1" type="body"/>
          </p:nvPr>
        </p:nvSpPr>
        <p:spPr>
          <a:xfrm>
            <a:off x="2935875" y="1550150"/>
            <a:ext cx="1700400" cy="3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◎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◉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1" name="Google Shape;131;p43"/>
          <p:cNvSpPr txBox="1"/>
          <p:nvPr>
            <p:ph idx="2" type="body"/>
          </p:nvPr>
        </p:nvSpPr>
        <p:spPr>
          <a:xfrm>
            <a:off x="4723373" y="1550150"/>
            <a:ext cx="1700400" cy="3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◎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◉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2" name="Google Shape;132;p43"/>
          <p:cNvSpPr txBox="1"/>
          <p:nvPr>
            <p:ph idx="3" type="body"/>
          </p:nvPr>
        </p:nvSpPr>
        <p:spPr>
          <a:xfrm>
            <a:off x="6510871" y="1550150"/>
            <a:ext cx="1700400" cy="3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◎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◉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￮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3" name="Google Shape;133;p43"/>
          <p:cNvSpPr/>
          <p:nvPr/>
        </p:nvSpPr>
        <p:spPr>
          <a:xfrm>
            <a:off x="1016475" y="2981600"/>
            <a:ext cx="440400" cy="4404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3"/>
          <p:cNvSpPr/>
          <p:nvPr/>
        </p:nvSpPr>
        <p:spPr>
          <a:xfrm>
            <a:off x="-68725" y="3346150"/>
            <a:ext cx="819600" cy="819600"/>
          </a:xfrm>
          <a:prstGeom prst="ellipse">
            <a:avLst/>
          </a:prstGeom>
          <a:noFill/>
          <a:ln cap="flat" cmpd="sng" w="9525">
            <a:solidFill>
              <a:srgbClr val="00D1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3"/>
          <p:cNvSpPr/>
          <p:nvPr/>
        </p:nvSpPr>
        <p:spPr>
          <a:xfrm>
            <a:off x="1361475" y="140725"/>
            <a:ext cx="862800" cy="863400"/>
          </a:xfrm>
          <a:prstGeom prst="donut">
            <a:avLst>
              <a:gd fmla="val 43200" name="adj"/>
            </a:avLst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3"/>
          <p:cNvSpPr/>
          <p:nvPr/>
        </p:nvSpPr>
        <p:spPr>
          <a:xfrm>
            <a:off x="1438125" y="3422000"/>
            <a:ext cx="1062000" cy="1062000"/>
          </a:xfrm>
          <a:prstGeom prst="donut">
            <a:avLst>
              <a:gd fmla="val 9905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/>
          <p:nvPr/>
        </p:nvSpPr>
        <p:spPr>
          <a:xfrm>
            <a:off x="2059425" y="1112475"/>
            <a:ext cx="304800" cy="3048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3"/>
          <p:cNvSpPr/>
          <p:nvPr/>
        </p:nvSpPr>
        <p:spPr>
          <a:xfrm>
            <a:off x="8723500" y="270225"/>
            <a:ext cx="550500" cy="5505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3"/>
          <p:cNvSpPr/>
          <p:nvPr/>
        </p:nvSpPr>
        <p:spPr>
          <a:xfrm>
            <a:off x="8546800" y="608625"/>
            <a:ext cx="397500" cy="397500"/>
          </a:xfrm>
          <a:prstGeom prst="donut">
            <a:avLst>
              <a:gd fmla="val 8754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3"/>
          <p:cNvSpPr/>
          <p:nvPr/>
        </p:nvSpPr>
        <p:spPr>
          <a:xfrm>
            <a:off x="8211275" y="1152650"/>
            <a:ext cx="397500" cy="3975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3"/>
          <p:cNvSpPr/>
          <p:nvPr/>
        </p:nvSpPr>
        <p:spPr>
          <a:xfrm>
            <a:off x="7599600" y="-275250"/>
            <a:ext cx="741600" cy="741600"/>
          </a:xfrm>
          <a:prstGeom prst="donut">
            <a:avLst>
              <a:gd fmla="val 39163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3"/>
          <p:cNvSpPr/>
          <p:nvPr/>
        </p:nvSpPr>
        <p:spPr>
          <a:xfrm>
            <a:off x="9033775" y="1867850"/>
            <a:ext cx="188100" cy="1881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3"/>
          <p:cNvSpPr/>
          <p:nvPr/>
        </p:nvSpPr>
        <p:spPr>
          <a:xfrm>
            <a:off x="-480225" y="243625"/>
            <a:ext cx="2347200" cy="2347200"/>
          </a:xfrm>
          <a:prstGeom prst="donut">
            <a:avLst>
              <a:gd fmla="val 21094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3"/>
          <p:cNvSpPr/>
          <p:nvPr/>
        </p:nvSpPr>
        <p:spPr>
          <a:xfrm>
            <a:off x="1016475" y="4091700"/>
            <a:ext cx="1207800" cy="12078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3"/>
          <p:cNvSpPr/>
          <p:nvPr/>
        </p:nvSpPr>
        <p:spPr>
          <a:xfrm>
            <a:off x="204075" y="927925"/>
            <a:ext cx="978600" cy="978600"/>
          </a:xfrm>
          <a:prstGeom prst="ellipse">
            <a:avLst/>
          </a:prstGeom>
          <a:noFill/>
          <a:ln cap="flat" cmpd="sng" w="9525">
            <a:solidFill>
              <a:srgbClr val="BBCD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4"/>
          <p:cNvSpPr txBox="1"/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8" name="Google Shape;148;p44"/>
          <p:cNvSpPr/>
          <p:nvPr/>
        </p:nvSpPr>
        <p:spPr>
          <a:xfrm>
            <a:off x="1280688" y="3669150"/>
            <a:ext cx="206100" cy="2061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4"/>
          <p:cNvSpPr/>
          <p:nvPr/>
        </p:nvSpPr>
        <p:spPr>
          <a:xfrm>
            <a:off x="180500" y="4023250"/>
            <a:ext cx="1370700" cy="13707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4"/>
          <p:cNvSpPr/>
          <p:nvPr/>
        </p:nvSpPr>
        <p:spPr>
          <a:xfrm>
            <a:off x="246046" y="3213146"/>
            <a:ext cx="456000" cy="456000"/>
          </a:xfrm>
          <a:prstGeom prst="ellipse">
            <a:avLst/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4"/>
          <p:cNvSpPr/>
          <p:nvPr/>
        </p:nvSpPr>
        <p:spPr>
          <a:xfrm>
            <a:off x="71500" y="3038600"/>
            <a:ext cx="804900" cy="804900"/>
          </a:xfrm>
          <a:prstGeom prst="ellipse">
            <a:avLst/>
          </a:prstGeom>
          <a:noFill/>
          <a:ln cap="flat" cmpd="sng" w="9525">
            <a:solidFill>
              <a:srgbClr val="65BB4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/>
          <p:nvPr/>
        </p:nvSpPr>
        <p:spPr>
          <a:xfrm>
            <a:off x="1280700" y="1608475"/>
            <a:ext cx="1043400" cy="1044000"/>
          </a:xfrm>
          <a:prstGeom prst="donut">
            <a:avLst>
              <a:gd fmla="val 43200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4"/>
          <p:cNvSpPr/>
          <p:nvPr/>
        </p:nvSpPr>
        <p:spPr>
          <a:xfrm>
            <a:off x="1640475" y="-201875"/>
            <a:ext cx="750300" cy="7503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4"/>
          <p:cNvSpPr/>
          <p:nvPr/>
        </p:nvSpPr>
        <p:spPr>
          <a:xfrm>
            <a:off x="-480225" y="243625"/>
            <a:ext cx="2347200" cy="2347200"/>
          </a:xfrm>
          <a:prstGeom prst="donut">
            <a:avLst>
              <a:gd fmla="val 6129" name="adj"/>
            </a:avLst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4"/>
          <p:cNvSpPr/>
          <p:nvPr/>
        </p:nvSpPr>
        <p:spPr>
          <a:xfrm>
            <a:off x="-222975" y="500875"/>
            <a:ext cx="1832700" cy="18327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4"/>
          <p:cNvSpPr/>
          <p:nvPr/>
        </p:nvSpPr>
        <p:spPr>
          <a:xfrm>
            <a:off x="1280700" y="3950125"/>
            <a:ext cx="750300" cy="750300"/>
          </a:xfrm>
          <a:prstGeom prst="ellipse">
            <a:avLst/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4"/>
          <p:cNvSpPr/>
          <p:nvPr/>
        </p:nvSpPr>
        <p:spPr>
          <a:xfrm>
            <a:off x="7913000" y="600225"/>
            <a:ext cx="550500" cy="5505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4"/>
          <p:cNvSpPr/>
          <p:nvPr/>
        </p:nvSpPr>
        <p:spPr>
          <a:xfrm>
            <a:off x="8703400" y="1608475"/>
            <a:ext cx="287100" cy="287100"/>
          </a:xfrm>
          <a:prstGeom prst="donut">
            <a:avLst>
              <a:gd fmla="val 18608" name="adj"/>
            </a:avLst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4"/>
          <p:cNvSpPr/>
          <p:nvPr/>
        </p:nvSpPr>
        <p:spPr>
          <a:xfrm>
            <a:off x="8809377" y="886439"/>
            <a:ext cx="416400" cy="4164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4"/>
          <p:cNvSpPr/>
          <p:nvPr/>
        </p:nvSpPr>
        <p:spPr>
          <a:xfrm>
            <a:off x="8118000" y="-244550"/>
            <a:ext cx="741600" cy="741600"/>
          </a:xfrm>
          <a:prstGeom prst="donut">
            <a:avLst>
              <a:gd fmla="val 37879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4"/>
          <p:cNvSpPr/>
          <p:nvPr/>
        </p:nvSpPr>
        <p:spPr>
          <a:xfrm>
            <a:off x="7813725" y="312775"/>
            <a:ext cx="188100" cy="1881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4"/>
          <p:cNvSpPr/>
          <p:nvPr/>
        </p:nvSpPr>
        <p:spPr>
          <a:xfrm>
            <a:off x="8646900" y="723963"/>
            <a:ext cx="741600" cy="741600"/>
          </a:xfrm>
          <a:prstGeom prst="ellipse">
            <a:avLst/>
          </a:prstGeom>
          <a:noFill/>
          <a:ln cap="flat" cmpd="sng" w="9525">
            <a:solidFill>
              <a:srgbClr val="F8BB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5"/>
          <p:cNvSpPr/>
          <p:nvPr/>
        </p:nvSpPr>
        <p:spPr>
          <a:xfrm>
            <a:off x="1197475" y="-802775"/>
            <a:ext cx="6749100" cy="6749100"/>
          </a:xfrm>
          <a:prstGeom prst="ellipse">
            <a:avLst/>
          </a:prstGeom>
          <a:noFill/>
          <a:ln cap="flat" cmpd="sng" w="9525">
            <a:solidFill>
              <a:srgbClr val="A1BE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5"/>
          <p:cNvSpPr txBox="1"/>
          <p:nvPr>
            <p:ph idx="1" type="body"/>
          </p:nvPr>
        </p:nvSpPr>
        <p:spPr>
          <a:xfrm>
            <a:off x="1246225" y="4177700"/>
            <a:ext cx="665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166" name="Google Shape;166;p45"/>
          <p:cNvSpPr/>
          <p:nvPr/>
        </p:nvSpPr>
        <p:spPr>
          <a:xfrm rot="10800000">
            <a:off x="8705950" y="3777263"/>
            <a:ext cx="617400" cy="6174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5"/>
          <p:cNvSpPr/>
          <p:nvPr/>
        </p:nvSpPr>
        <p:spPr>
          <a:xfrm rot="10800000">
            <a:off x="608750" y="841361"/>
            <a:ext cx="515400" cy="515400"/>
          </a:xfrm>
          <a:prstGeom prst="donut">
            <a:avLst>
              <a:gd fmla="val 18608" name="adj"/>
            </a:avLst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5"/>
          <p:cNvSpPr/>
          <p:nvPr/>
        </p:nvSpPr>
        <p:spPr>
          <a:xfrm rot="10800000">
            <a:off x="8195021" y="4553300"/>
            <a:ext cx="831600" cy="831600"/>
          </a:xfrm>
          <a:prstGeom prst="donut">
            <a:avLst>
              <a:gd fmla="val 37879" name="adj"/>
            </a:avLst>
          </a:prstGeom>
          <a:solidFill>
            <a:srgbClr val="00ACC3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5"/>
          <p:cNvSpPr/>
          <p:nvPr/>
        </p:nvSpPr>
        <p:spPr>
          <a:xfrm rot="10800000">
            <a:off x="8458384" y="4183763"/>
            <a:ext cx="210900" cy="2109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5"/>
          <p:cNvSpPr/>
          <p:nvPr/>
        </p:nvSpPr>
        <p:spPr>
          <a:xfrm rot="10800000">
            <a:off x="-153147" y="-444547"/>
            <a:ext cx="1128300" cy="1128300"/>
          </a:xfrm>
          <a:prstGeom prst="ellipse">
            <a:avLst/>
          </a:prstGeom>
          <a:noFill/>
          <a:ln cap="flat" cmpd="sng" w="9525">
            <a:solidFill>
              <a:srgbClr val="ED4A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5"/>
          <p:cNvSpPr/>
          <p:nvPr/>
        </p:nvSpPr>
        <p:spPr>
          <a:xfrm rot="10800000">
            <a:off x="8012016" y="133391"/>
            <a:ext cx="434700" cy="434700"/>
          </a:xfrm>
          <a:prstGeom prst="donut">
            <a:avLst>
              <a:gd fmla="val 8754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5"/>
          <p:cNvSpPr/>
          <p:nvPr/>
        </p:nvSpPr>
        <p:spPr>
          <a:xfrm rot="10800000">
            <a:off x="-73577" y="841500"/>
            <a:ext cx="330900" cy="330900"/>
          </a:xfrm>
          <a:prstGeom prst="ellipse">
            <a:avLst/>
          </a:prstGeom>
          <a:solidFill>
            <a:srgbClr val="ED4A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5"/>
          <p:cNvSpPr/>
          <p:nvPr/>
        </p:nvSpPr>
        <p:spPr>
          <a:xfrm rot="10800000">
            <a:off x="8512150" y="133404"/>
            <a:ext cx="811200" cy="811200"/>
          </a:xfrm>
          <a:prstGeom prst="donut">
            <a:avLst>
              <a:gd fmla="val 39163" name="adj"/>
            </a:avLst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5"/>
          <p:cNvSpPr/>
          <p:nvPr/>
        </p:nvSpPr>
        <p:spPr>
          <a:xfrm rot="10800000">
            <a:off x="117998" y="-173402"/>
            <a:ext cx="586200" cy="586200"/>
          </a:xfrm>
          <a:prstGeom prst="ellipse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5"/>
          <p:cNvSpPr/>
          <p:nvPr/>
        </p:nvSpPr>
        <p:spPr>
          <a:xfrm rot="10800000">
            <a:off x="748825" y="4695050"/>
            <a:ext cx="345000" cy="345000"/>
          </a:xfrm>
          <a:prstGeom prst="donut">
            <a:avLst>
              <a:gd fmla="val 30568" name="adj"/>
            </a:avLst>
          </a:prstGeom>
          <a:solidFill>
            <a:srgbClr val="65BB48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5"/>
          <p:cNvSpPr/>
          <p:nvPr/>
        </p:nvSpPr>
        <p:spPr>
          <a:xfrm rot="10800000">
            <a:off x="-107786" y="4259033"/>
            <a:ext cx="663000" cy="663000"/>
          </a:xfrm>
          <a:prstGeom prst="ellipse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5"/>
          <p:cNvSpPr/>
          <p:nvPr/>
        </p:nvSpPr>
        <p:spPr>
          <a:xfrm rot="10800000">
            <a:off x="-316662" y="3443534"/>
            <a:ext cx="506100" cy="506100"/>
          </a:xfrm>
          <a:prstGeom prst="ellipse">
            <a:avLst/>
          </a:prstGeom>
          <a:solidFill>
            <a:srgbClr val="BBCD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5"/>
          <p:cNvSpPr/>
          <p:nvPr/>
        </p:nvSpPr>
        <p:spPr>
          <a:xfrm rot="10800000">
            <a:off x="-226170" y="4140650"/>
            <a:ext cx="899400" cy="899400"/>
          </a:xfrm>
          <a:prstGeom prst="ellipse">
            <a:avLst/>
          </a:prstGeom>
          <a:noFill/>
          <a:ln cap="flat" cmpd="sng" w="9525">
            <a:solidFill>
              <a:srgbClr val="F8BB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5"/>
          <p:cNvSpPr/>
          <p:nvPr/>
        </p:nvSpPr>
        <p:spPr>
          <a:xfrm rot="10800000">
            <a:off x="8700641" y="1100250"/>
            <a:ext cx="333300" cy="333300"/>
          </a:xfrm>
          <a:prstGeom prst="ellipse">
            <a:avLst/>
          </a:prstGeom>
          <a:solidFill>
            <a:srgbClr val="00D1C6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4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4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4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4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7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47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4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4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Lexend"/>
              <a:buChar char="◎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◉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￮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■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6" name="Google Shape;19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09d7869241_0_19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ea28146d7f_0_8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a28146d7f_0_808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ea28146d7f_0_8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0" name="Google Shape;210;g3ea28146d7f_0_8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1" name="Google Shape;211;g3ea28146d7f_0_8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ea28146d7f_0_80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a28146d7f_0_81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ea28146d7f_0_8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ea28146d7f_0_8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ea28146d7f_0_81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9" name="Google Shape;219;g3ea28146d7f_0_8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ea28146d7f_0_8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g3ea28146d7f_0_81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" name="Google Shape;222;g3ea28146d7f_0_81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3" name="Google Shape;223;g3ea28146d7f_0_81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4" name="Google Shape;224;g3ea28146d7f_0_81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5" name="Google Shape;225;g3ea28146d7f_0_81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26" name="Google Shape;226;g3ea28146d7f_0_81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27" name="Google Shape;227;g3ea28146d7f_0_8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g3ea28146d7f_0_8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" name="Google Shape;229;g3ea28146d7f_0_81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30" name="Google Shape;230;g3ea28146d7f_0_8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g3ea28146d7f_0_8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" name="Google Shape;232;g3ea28146d7f_0_81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33" name="Google Shape;233;g3ea28146d7f_0_8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g3ea28146d7f_0_8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5" name="Google Shape;235;g3ea28146d7f_0_81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36" name="Google Shape;236;g3ea28146d7f_0_8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g3ea28146d7f_0_8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ea28146d7f_0_8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a28146d7f_0_8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a28146d7f_0_8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2" name="Google Shape;242;g3ea28146d7f_0_8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a28146d7f_0_8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g3ea28146d7f_0_8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g3ea28146d7f_0_8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g3ea28146d7f_0_8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g3ea28146d7f_0_8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48" name="Google Shape;248;g3ea28146d7f_0_8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49" name="Google Shape;249;g3ea28146d7f_0_8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g3ea28146d7f_0_8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g3ea28146d7f_0_8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52" name="Google Shape;252;g3ea28146d7f_0_8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g3ea28146d7f_0_8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g3ea28146d7f_0_8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55" name="Google Shape;255;g3ea28146d7f_0_8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g3ea28146d7f_0_8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ea28146d7f_0_8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ea28146d7f_0_8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ea28146d7f_0_8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1" name="Google Shape;261;g3ea28146d7f_0_8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a28146d7f_0_8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g3ea28146d7f_0_8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g3ea28146d7f_0_85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g3ea28146d7f_0_85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6" name="Google Shape;266;g3ea28146d7f_0_85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7" name="Google Shape;267;g3ea28146d7f_0_85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8" name="Google Shape;268;g3ea28146d7f_0_8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g3ea28146d7f_0_8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" name="Google Shape;270;g3ea28146d7f_0_85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1" name="Google Shape;271;g3ea28146d7f_0_8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g3ea28146d7f_0_8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g3ea28146d7f_0_85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4" name="Google Shape;274;g3ea28146d7f_0_8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g3ea28146d7f_0_8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ea28146d7f_0_8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ea28146d7f_0_8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ea28146d7f_0_8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ea28146d7f_0_8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a28146d7f_0_87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g3ea28146d7f_0_87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g3ea28146d7f_0_87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g3ea28146d7f_0_87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g3ea28146d7f_0_87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g3ea28146d7f_0_87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87" name="Google Shape;287;g3ea28146d7f_0_87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8" name="Google Shape;288;g3ea28146d7f_0_87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g3ea28146d7f_0_87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0" name="Google Shape;290;g3ea28146d7f_0_8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ea28146d7f_0_8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g3ea28146d7f_0_8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93" name="Google Shape;293;g3ea28146d7f_0_87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294" name="Google Shape;294;g3ea28146d7f_0_8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g3ea28146d7f_0_8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6" name="Google Shape;296;g3ea28146d7f_0_87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297" name="Google Shape;297;g3ea28146d7f_0_8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g3ea28146d7f_0_8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ea28146d7f_0_9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ea28146d7f_0_9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a28146d7f_0_9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" name="Google Shape;303;g3ea28146d7f_0_90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g3ea28146d7f_0_9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05" name="Google Shape;305;g3ea28146d7f_0_9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ea28146d7f_0_9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g3ea28146d7f_0_9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ea28146d7f_0_9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ea28146d7f_0_9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1" name="Google Shape;311;g3ea28146d7f_0_909"/>
          <p:cNvSpPr txBox="1"/>
          <p:nvPr/>
        </p:nvSpPr>
        <p:spPr>
          <a:xfrm>
            <a:off x="324000" y="45525"/>
            <a:ext cx="109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g3ea28146d7f_0_9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3" name="Google Shape;313;g3ea28146d7f_0_9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ea28146d7f_0_9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ea28146d7f_0_91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ea28146d7f_0_9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ea28146d7f_0_9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9" name="Google Shape;319;g3ea28146d7f_0_91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g3ea28146d7f_0_9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1" name="Google Shape;321;g3ea28146d7f_0_9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28146d7f_0_924"/>
          <p:cNvSpPr txBox="1"/>
          <p:nvPr>
            <p:ph type="title"/>
          </p:nvPr>
        </p:nvSpPr>
        <p:spPr>
          <a:xfrm>
            <a:off x="199660" y="135268"/>
            <a:ext cx="8782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mic Sans MS"/>
              <a:buNone/>
              <a:defRPr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4" name="Google Shape;324;g3ea28146d7f_0_924"/>
          <p:cNvSpPr txBox="1"/>
          <p:nvPr>
            <p:ph idx="1" type="body"/>
          </p:nvPr>
        </p:nvSpPr>
        <p:spPr>
          <a:xfrm>
            <a:off x="199660" y="1346250"/>
            <a:ext cx="8782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41275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  <a:defRPr sz="29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873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400"/>
              <a:buChar char="–"/>
              <a:defRPr/>
            </a:lvl9pPr>
          </a:lstStyle>
          <a:p/>
        </p:txBody>
      </p:sp>
      <p:sp>
        <p:nvSpPr>
          <p:cNvPr id="325" name="Google Shape;325;g3ea28146d7f_0_9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g3ea28146d7f_0_9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7" name="Google Shape;327;g3ea28146d7f_0_924"/>
          <p:cNvSpPr txBox="1"/>
          <p:nvPr>
            <p:ph idx="12" type="sldNum"/>
          </p:nvPr>
        </p:nvSpPr>
        <p:spPr>
          <a:xfrm>
            <a:off x="645795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ea28146d7f_0_93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ea28146d7f_0_9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a28146d7f_0_93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2" name="Google Shape;332;g3ea28146d7f_0_93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g3ea28146d7f_0_9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4" name="Google Shape;334;g3ea28146d7f_0_9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ea28146d7f_0_93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ea28146d7f_0_9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ea28146d7f_0_9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9" name="Google Shape;339;g3ea28146d7f_0_9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ea28146d7f_0_9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g3ea28146d7f_0_9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g3ea28146d7f_0_9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g3ea28146d7f_0_9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4" name="Google Shape;344;g3ea28146d7f_0_9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5" name="Google Shape;345;g3ea28146d7f_0_9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6" name="Google Shape;346;g3ea28146d7f_0_9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347" name="Google Shape;347;g3ea28146d7f_0_9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g3ea28146d7f_0_9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9" name="Google Shape;349;g3ea28146d7f_0_9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350" name="Google Shape;350;g3ea28146d7f_0_9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" name="Google Shape;351;g3ea28146d7f_0_9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2" name="Google Shape;352;g3ea28146d7f_0_9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353" name="Google Shape;353;g3ea28146d7f_0_9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g3ea28146d7f_0_9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5" name="Google Shape;355;g3ea28146d7f_0_9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356" name="Google Shape;356;g3ea28146d7f_0_9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g3ea28146d7f_0_9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g3ea28146d7f_0_960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ea28146d7f_0_9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ea28146d7f_0_96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g3ea28146d7f_0_96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g3ea28146d7f_0_96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64" name="Google Shape;364;g3ea28146d7f_0_9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ea28146d7f_0_96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a28146d7f_0_968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b="0" i="1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g3ea28146d7f_0_968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g3ea28146d7f_0_968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i="0" sz="16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g3ea28146d7f_0_968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b="0" i="0" lang="en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b="0" i="0" sz="12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1" name="Google Shape;371;g3ea28146d7f_0_968"/>
          <p:cNvGrpSpPr/>
          <p:nvPr/>
        </p:nvGrpSpPr>
        <p:grpSpPr>
          <a:xfrm>
            <a:off x="2650916" y="1644416"/>
            <a:ext cx="1745271" cy="1430724"/>
            <a:chOff x="2642961" y="1644312"/>
            <a:chExt cx="1454635" cy="1195658"/>
          </a:xfrm>
        </p:grpSpPr>
        <p:pic>
          <p:nvPicPr>
            <p:cNvPr id="372" name="Google Shape;372;g3ea28146d7f_0_96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373" name="Google Shape;373;g3ea28146d7f_0_9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374" name="Google Shape;374;g3ea28146d7f_0_9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  <p:pic>
          <p:nvPicPr>
            <p:cNvPr id="375" name="Google Shape;375;g3ea28146d7f_0_96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0"/>
                </a:srgbClr>
              </a:outerShdw>
            </a:effectLst>
          </p:spPr>
        </p:pic>
      </p:grpSp>
      <p:pic>
        <p:nvPicPr>
          <p:cNvPr id="376" name="Google Shape;376;g3ea28146d7f_0_968"/>
          <p:cNvPicPr preferRelativeResize="0"/>
          <p:nvPr/>
        </p:nvPicPr>
        <p:blipFill rotWithShape="1">
          <a:blip r:embed="rId6">
            <a:alphaModFix/>
          </a:blip>
          <a:srcRect b="5222" l="3911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ea28146d7f_0_9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378" name="Google Shape;378;g3ea28146d7f_0_96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a28146d7f_0_9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g3ea28146d7f_0_981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ea28146d7f_0_9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3" name="Google Shape;383;g3ea28146d7f_0_9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4" name="Google Shape;384;g3ea28146d7f_0_9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385" name="Google Shape;385;g3ea28146d7f_0_9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386" name="Google Shape;386;g3ea28146d7f_0_9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7" name="Google Shape;387;g3ea28146d7f_0_9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g3ea28146d7f_0_9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ea28146d7f_0_990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i="0" sz="2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g3ea28146d7f_0_990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a28146d7f_0_99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g3ea28146d7f_0_99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ea28146d7f_0_99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ea28146d7f_0_99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g3ea28146d7f_0_994"/>
          <p:cNvCxnSpPr>
            <a:endCxn id="3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9" name="Google Shape;399;g3ea28146d7f_0_9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ea28146d7f_0_99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1" name="Google Shape;401;g3ea28146d7f_0_99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98" name="Google Shape;398;g3ea28146d7f_0_9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ea28146d7f_0_994"/>
          <p:cNvPicPr preferRelativeResize="0"/>
          <p:nvPr/>
        </p:nvPicPr>
        <p:blipFill rotWithShape="1">
          <a:blip r:embed="rId7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ea28146d7f_0_99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g3ea28146d7f_0_99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3ea28146d7f_0_100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ea28146d7f_0_10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a28146d7f_0_100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g3ea28146d7f_0_100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g3ea28146d7f_0_100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g3ea28146d7f_0_100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2" name="Google Shape;412;g3ea28146d7f_0_100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413" name="Google Shape;413;g3ea28146d7f_0_10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ea28146d7f_0_10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g3ea28146d7f_0_10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g3ea28146d7f_0_100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7" name="Google Shape;417;g3ea28146d7f_0_100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8" name="Google Shape;418;g3ea28146d7f_0_100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419" name="Google Shape;419;g3ea28146d7f_0_10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g3ea28146d7f_0_10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1" name="Google Shape;421;g3ea28146d7f_0_100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422" name="Google Shape;422;g3ea28146d7f_0_10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g3ea28146d7f_0_10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24" name="Google Shape;424;g3ea28146d7f_0_10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ea28146d7f_0_10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ea28146d7f_0_100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g3ea28146d7f_0_100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ea28146d7f_0_103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a28146d7f_0_10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ea28146d7f_0_103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2" name="Google Shape;432;g3ea28146d7f_0_10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g3ea28146d7f_0_1030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g3ea28146d7f_0_103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35" name="Google Shape;435;g3ea28146d7f_0_10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g3ea28146d7f_0_103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ea28146d7f_0_10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ea28146d7f_0_103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0" name="Google Shape;440;g3ea28146d7f_0_103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g3ea28146d7f_0_103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2" name="Google Shape;442;g3ea28146d7f_0_10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43" name="Google Shape;443;g3ea28146d7f_0_10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a28146d7f_0_104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ea28146d7f_0_1046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ea28146d7f_0_104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48" name="Google Shape;448;g3ea28146d7f_0_104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g3ea28146d7f_0_104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g3ea28146d7f_0_10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ea28146d7f_0_105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ea28146d7f_0_105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ea28146d7f_0_105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g3ea28146d7f_0_105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7" name="Google Shape;457;g3ea28146d7f_0_105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58" name="Google Shape;458;g3ea28146d7f_0_10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ea28146d7f_0_10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ea28146d7f_0_105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3ea28146d7f_0_10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ea28146d7f_0_10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g3ea28146d7f_0_10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g3ea28146d7f_0_10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6" name="Google Shape;466;g3ea28146d7f_0_10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a28146d7f_0_10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68" name="Google Shape;468;g3ea28146d7f_0_1063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g3ea28146d7f_0_107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ea28146d7f_0_10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ea28146d7f_0_10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g3ea28146d7f_0_10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g3ea28146d7f_0_107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75" name="Google Shape;475;g3ea28146d7f_0_10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ea28146d7f_0_10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g3ea28146d7f_0_107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ea28146d7f_0_107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g3ea28146d7f_0_10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g3ea28146d7f_0_107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82" name="Google Shape;482;g3ea28146d7f_0_10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ea28146d7f_0_107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84" name="Google Shape;484;g3ea28146d7f_0_107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85" name="Google Shape;485;g3ea28146d7f_0_10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g3ea28146d7f_0_107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7" name="Google Shape;487;g3ea28146d7f_0_10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g3ea28146d7f_0_10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ea28146d7f_0_109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g3ea28146d7f_0_10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g3ea28146d7f_0_109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3" name="Google Shape;493;g3ea28146d7f_0_10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ea28146d7f_0_109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95" name="Google Shape;495;g3ea28146d7f_0_1090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a28146d7f_0_10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8" name="Google Shape;498;g3ea28146d7f_0_10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g3ea28146d7f_0_109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00" name="Google Shape;500;g3ea28146d7f_0_10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3ea28146d7f_0_109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02" name="Google Shape;502;g3ea28146d7f_0_1098"/>
          <p:cNvPicPr preferRelativeResize="0"/>
          <p:nvPr/>
        </p:nvPicPr>
        <p:blipFill rotWithShape="1">
          <a:blip r:embed="rId3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3" name="Google Shape;503;g3ea28146d7f_0_109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04" name="Google Shape;504;g3ea28146d7f_0_10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g3ea28146d7f_0_109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6" name="Google Shape;506;g3ea28146d7f_0_10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g3ea28146d7f_0_110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ea28146d7f_0_1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ea28146d7f_0_11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1" name="Google Shape;511;g3ea28146d7f_0_11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g3ea28146d7f_0_110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13" name="Google Shape;513;g3ea28146d7f_0_1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ea28146d7f_0_110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g3ea28146d7f_0_111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ea28146d7f_0_11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8" name="Google Shape;518;g3ea28146d7f_0_11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i="0" sz="1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g3ea28146d7f_0_111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20" name="Google Shape;520;g3ea28146d7f_0_1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ea28146d7f_0_111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b="0" i="0" sz="1800" u="none" cap="none" strike="noStrik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22" name="Google Shape;522;g3ea28146d7f_0_11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23" name="Google Shape;523;g3ea28146d7f_0_11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g3ea28146d7f_0_111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5" name="Google Shape;525;g3ea28146d7f_0_11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-384492">
              <a:off x="7235673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a28146d7f_0_112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g3ea28146d7f_0_1128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ea28146d7f_0_11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ea28146d7f_0_11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1" name="Google Shape;531;g3ea28146d7f_0_11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2" name="Google Shape;532;g3ea28146d7f_0_1128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3" name="Google Shape;533;g3ea28146d7f_0_1128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4" name="Google Shape;534;g3ea28146d7f_0_1128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5" name="Google Shape;535;g3ea28146d7f_0_1128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a28146d7f_0_11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g3ea28146d7f_0_1138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ea28146d7f_0_113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ea28146d7f_0_113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1" name="Google Shape;541;g3ea28146d7f_0_113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2" name="Google Shape;542;g3ea28146d7f_0_1138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3" name="Google Shape;543;g3ea28146d7f_0_1138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4" name="Google Shape;544;g3ea28146d7f_0_1138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5" name="Google Shape;545;g3ea28146d7f_0_1138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6" name="Google Shape;546;g3ea28146d7f_0_1138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7" name="Google Shape;547;g3ea28146d7f_0_1138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a28146d7f_0_11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g3ea28146d7f_0_1150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ea28146d7f_0_115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ea28146d7f_0_115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3" name="Google Shape;553;g3ea28146d7f_0_115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4" name="Google Shape;554;g3ea28146d7f_0_1150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5" name="Google Shape;555;g3ea28146d7f_0_1150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6" name="Google Shape;556;g3ea28146d7f_0_1150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7" name="Google Shape;557;g3ea28146d7f_0_1150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8" name="Google Shape;558;g3ea28146d7f_0_1150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9" name="Google Shape;559;g3ea28146d7f_0_1150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g3ea28146d7f_0_1150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1" name="Google Shape;561;g3ea28146d7f_0_1150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a28146d7f_0_11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g3ea28146d7f_0_1164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ea28146d7f_0_11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ea28146d7f_0_116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7" name="Google Shape;567;g3ea28146d7f_0_116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8" name="Google Shape;568;g3ea28146d7f_0_1164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9" name="Google Shape;569;g3ea28146d7f_0_1164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3ea28146d7f_0_117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ea28146d7f_0_117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3ea28146d7f_0_117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ea28146d7f_0_117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ea28146d7f_0_117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ea28146d7f_0_117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" name="Google Shape;577;g3ea28146d7f_0_1172"/>
          <p:cNvCxnSpPr>
            <a:endCxn id="578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8" name="Google Shape;578;g3ea28146d7f_0_11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ea28146d7f_0_11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3ea28146d7f_0_117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1" name="Google Shape;581;g3ea28146d7f_0_117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2" name="Google Shape;582;g3ea28146d7f_0_117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83" name="Google Shape;583;g3ea28146d7f_0_11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ea28146d7f_0_117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g3ea28146d7f_0_1172"/>
          <p:cNvPicPr preferRelativeResize="0"/>
          <p:nvPr/>
        </p:nvPicPr>
        <p:blipFill rotWithShape="1">
          <a:blip r:embed="rId9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3ea28146d7f_0_117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7" name="Google Shape;587;g3ea28146d7f_0_117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g3ea28146d7f_0_119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ea28146d7f_0_119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ea28146d7f_0_1190"/>
          <p:cNvPicPr preferRelativeResize="0"/>
          <p:nvPr/>
        </p:nvPicPr>
        <p:blipFill rotWithShape="1">
          <a:blip r:embed="rId4">
            <a:alphaModFix/>
          </a:blip>
          <a:srcRect b="4397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ea28146d7f_0_119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ea28146d7f_0_119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ea28146d7f_0_119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ea28146d7f_0_119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g3ea28146d7f_0_119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g3ea28146d7f_0_119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8" name="Google Shape;598;g3ea28146d7f_0_11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3ea28146d7f_0_119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3ea28146d7f_0_119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g3ea28146d7f_0_119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2" name="Google Shape;602;g3ea28146d7f_0_119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3" name="Google Shape;603;g3ea28146d7f_0_119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4" name="Google Shape;604;g3ea28146d7f_0_119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05" name="Google Shape;605;g3ea28146d7f_0_119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ea28146d7f_0_119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g3ea28146d7f_0_1190"/>
          <p:cNvPicPr preferRelativeResize="0"/>
          <p:nvPr/>
        </p:nvPicPr>
        <p:blipFill rotWithShape="1">
          <a:blip r:embed="rId11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ea28146d7f_0_119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g3ea28146d7f_0_119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ea28146d7f_0_121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g3ea28146d7f_0_12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ea28146d7f_0_12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4" name="Google Shape;614;g3ea28146d7f_0_121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5" name="Google Shape;615;g3ea28146d7f_0_12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6" name="Google Shape;616;g3ea28146d7f_0_1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a28146d7f_0_121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9" name="Google Shape;619;g3ea28146d7f_0_12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ea28146d7f_0_12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ea28146d7f_0_121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2" name="Google Shape;622;g3ea28146d7f_0_121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3" name="Google Shape;623;g3ea28146d7f_0_121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24" name="Google Shape;624;g3ea28146d7f_0_121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625" name="Google Shape;625;g3ea28146d7f_0_12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g3ea28146d7f_0_121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g3ea28146d7f_0_121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628" name="Google Shape;628;g3ea28146d7f_0_12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g3ea28146d7f_0_121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a28146d7f_0_123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2" name="Google Shape;632;g3ea28146d7f_0_123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g3ea28146d7f_0_1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ea28146d7f_0_123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5" name="Google Shape;635;g3ea28146d7f_0_123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36" name="Google Shape;636;g3ea28146d7f_0_12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37" name="Google Shape;637;g3ea28146d7f_0_123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638" name="Google Shape;638;g3ea28146d7f_0_12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9" name="Google Shape;639;g3ea28146d7f_0_123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0" name="Google Shape;640;g3ea28146d7f_0_123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641" name="Google Shape;641;g3ea28146d7f_0_12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g3ea28146d7f_0_123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ea28146d7f_0_124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g3ea28146d7f_0_124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ea28146d7f_0_1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ea28146d7f_0_124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8" name="Google Shape;648;g3ea28146d7f_0_124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9" name="Google Shape;649;g3ea28146d7f_0_12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50" name="Google Shape;650;g3ea28146d7f_0_124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651" name="Google Shape;651;g3ea28146d7f_0_12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g3ea28146d7f_0_124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3" name="Google Shape;653;g3ea28146d7f_0_124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654" name="Google Shape;654;g3ea28146d7f_0_12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g3ea28146d7f_0_124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ea28146d7f_0_125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g3ea28146d7f_0_125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ea28146d7f_0_12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ea28146d7f_0_125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1" name="Google Shape;661;g3ea28146d7f_0_125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2" name="Google Shape;662;g3ea28146d7f_0_12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63" name="Google Shape;663;g3ea28146d7f_0_125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664" name="Google Shape;664;g3ea28146d7f_0_12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g3ea28146d7f_0_125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6" name="Google Shape;666;g3ea28146d7f_0_125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667" name="Google Shape;667;g3ea28146d7f_0_12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g3ea28146d7f_0_125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i="0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g3ea28146d7f_0_127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g3ea28146d7f_0_12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3ea28146d7f_0_127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g3ea28146d7f_0_127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g3ea28146d7f_0_127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g3ea28146d7f_0_127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76" name="Google Shape;676;g3ea28146d7f_0_127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677" name="Google Shape;677;g3ea28146d7f_0_1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ea28146d7f_0_12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g3ea28146d7f_0_12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0" name="Google Shape;680;g3ea28146d7f_0_127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81" name="Google Shape;681;g3ea28146d7f_0_12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82" name="Google Shape;682;g3ea28146d7f_0_127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683" name="Google Shape;683;g3ea28146d7f_0_12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g3ea28146d7f_0_12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5" name="Google Shape;685;g3ea28146d7f_0_127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686" name="Google Shape;686;g3ea28146d7f_0_12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g3ea28146d7f_0_12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88" name="Google Shape;688;g3ea28146d7f_0_1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g3ea28146d7f_0_1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g3ea28146d7f_0_127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1" name="Google Shape;691;g3ea28146d7f_0_127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ea28146d7f_0_129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ea28146d7f_0_12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ea28146d7f_0_12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g3ea28146d7f_0_12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g3ea28146d7f_0_12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i="0" sz="2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8" name="Google Shape;698;g3ea28146d7f_0_12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99" name="Google Shape;699;g3ea28146d7f_0_12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b="0" i="0" lang="en" sz="2400" u="none" cap="none" strike="noStrike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700" name="Google Shape;700;g3ea28146d7f_0_1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ea28146d7f_0_12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g3ea28146d7f_0_12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3" name="Google Shape;703;g3ea28146d7f_0_12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04" name="Google Shape;704;g3ea28146d7f_0_12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705" name="Google Shape;705;g3ea28146d7f_0_12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706" name="Google Shape;706;g3ea28146d7f_0_12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7" name="Google Shape;707;g3ea28146d7f_0_12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8" name="Google Shape;708;g3ea28146d7f_0_12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709" name="Google Shape;709;g3ea28146d7f_0_12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g3ea28146d7f_0_12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11" name="Google Shape;711;g3ea28146d7f_0_12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g3ea28146d7f_0_12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g3ea28146d7f_0_12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g3ea28146d7f_0_12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i="0" sz="1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g3ea28146d7f_0_131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g3ea28146d7f_0_13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ea28146d7f_0_131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19" name="Google Shape;719;g3ea28146d7f_0_1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3ea28146d7f_0_13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g3ea28146d7f_0_131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g3ea28146d7f_0_131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23" name="Google Shape;723;g3ea28146d7f_0_131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24" name="Google Shape;724;g3ea28146d7f_0_131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725" name="Google Shape;725;g3ea28146d7f_0_131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726" name="Google Shape;726;g3ea28146d7f_0_13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" name="Google Shape;727;g3ea28146d7f_0_13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28" name="Google Shape;728;g3ea28146d7f_0_131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729" name="Google Shape;729;g3ea28146d7f_0_13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g3ea28146d7f_0_13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1" name="Google Shape;731;g3ea28146d7f_0_131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732" name="Google Shape;732;g3ea28146d7f_0_13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g3ea28146d7f_0_13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g3ea28146d7f_0_133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g3ea28146d7f_0_13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ea28146d7f_0_13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8" name="Google Shape;738;g3ea28146d7f_0_1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3ea28146d7f_0_13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g3ea28146d7f_0_13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g3ea28146d7f_0_13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42" name="Google Shape;742;g3ea28146d7f_0_13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43" name="Google Shape;743;g3ea28146d7f_0_13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744" name="Google Shape;744;g3ea28146d7f_0_13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745" name="Google Shape;745;g3ea28146d7f_0_13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g3ea28146d7f_0_13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47" name="Google Shape;747;g3ea28146d7f_0_13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748" name="Google Shape;748;g3ea28146d7f_0_13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9" name="Google Shape;749;g3ea28146d7f_0_13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0" name="Google Shape;750;g3ea28146d7f_0_13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751" name="Google Shape;751;g3ea28146d7f_0_13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g3ea28146d7f_0_13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g3ea28146d7f_0_135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ea28146d7f_0_13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ea28146d7f_0_135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57" name="Google Shape;757;g3ea28146d7f_0_1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3ea28146d7f_0_13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g3ea28146d7f_0_13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0" name="Google Shape;760;g3ea28146d7f_0_135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61" name="Google Shape;761;g3ea28146d7f_0_135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62" name="Google Shape;762;g3ea28146d7f_0_135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763" name="Google Shape;763;g3ea28146d7f_0_135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764" name="Google Shape;764;g3ea28146d7f_0_13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g3ea28146d7f_0_13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66" name="Google Shape;766;g3ea28146d7f_0_135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767" name="Google Shape;767;g3ea28146d7f_0_13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g3ea28146d7f_0_13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69" name="Google Shape;769;g3ea28146d7f_0_135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770" name="Google Shape;770;g3ea28146d7f_0_13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g3ea28146d7f_0_13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g3ea28146d7f_0_137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3ea28146d7f_0_13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ea28146d7f_0_137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6" name="Google Shape;776;g3ea28146d7f_0_13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g3ea28146d7f_0_13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g3ea28146d7f_0_13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9" name="Google Shape;779;g3ea28146d7f_0_137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80" name="Google Shape;780;g3ea28146d7f_0_137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81" name="Google Shape;781;g3ea28146d7f_0_137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782" name="Google Shape;782;g3ea28146d7f_0_137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783" name="Google Shape;783;g3ea28146d7f_0_137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784" name="Google Shape;784;g3ea28146d7f_0_13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g3ea28146d7f_0_13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6" name="Google Shape;786;g3ea28146d7f_0_137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787" name="Google Shape;787;g3ea28146d7f_0_13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g3ea28146d7f_0_13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9" name="Google Shape;789;g3ea28146d7f_0_137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790" name="Google Shape;790;g3ea28146d7f_0_13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g3ea28146d7f_0_13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2" name="Google Shape;792;g3ea28146d7f_0_137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793" name="Google Shape;793;g3ea28146d7f_0_13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g3ea28146d7f_0_13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g3ea28146d7f_0_139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3ea28146d7f_0_13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ea28146d7f_0_13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99" name="Google Shape;799;g3ea28146d7f_0_13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g3ea28146d7f_0_13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g3ea28146d7f_0_13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g3ea28146d7f_0_13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03" name="Google Shape;803;g3ea28146d7f_0_13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04" name="Google Shape;804;g3ea28146d7f_0_13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05" name="Google Shape;805;g3ea28146d7f_0_13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806" name="Google Shape;806;g3ea28146d7f_0_13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807" name="Google Shape;807;g3ea28146d7f_0_13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g3ea28146d7f_0_13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9" name="Google Shape;809;g3ea28146d7f_0_13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810" name="Google Shape;810;g3ea28146d7f_0_13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g3ea28146d7f_0_13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2" name="Google Shape;812;g3ea28146d7f_0_13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813" name="Google Shape;813;g3ea28146d7f_0_13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g3ea28146d7f_0_13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5" name="Google Shape;815;g3ea28146d7f_0_13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816" name="Google Shape;816;g3ea28146d7f_0_13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g3ea28146d7f_0_13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g3ea28146d7f_0_142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g3ea28146d7f_0_14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ea28146d7f_0_142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22" name="Google Shape;822;g3ea28146d7f_0_14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g3ea28146d7f_0_14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g3ea28146d7f_0_142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5" name="Google Shape;825;g3ea28146d7f_0_142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26" name="Google Shape;826;g3ea28146d7f_0_142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27" name="Google Shape;827;g3ea28146d7f_0_142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28" name="Google Shape;828;g3ea28146d7f_0_142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829" name="Google Shape;829;g3ea28146d7f_0_14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0" name="Google Shape;830;g3ea28146d7f_0_14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1" name="Google Shape;831;g3ea28146d7f_0_142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832" name="Google Shape;832;g3ea28146d7f_0_14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3" name="Google Shape;833;g3ea28146d7f_0_14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4" name="Google Shape;834;g3ea28146d7f_0_142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835" name="Google Shape;835;g3ea28146d7f_0_14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6" name="Google Shape;836;g3ea28146d7f_0_14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g3ea28146d7f_0_143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g3ea28146d7f_0_14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ea28146d7f_0_14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1" name="Google Shape;841;g3ea28146d7f_0_14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3ea28146d7f_0_14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g3ea28146d7f_0_14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4" name="Google Shape;844;g3ea28146d7f_0_143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g3ea28146d7f_0_143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g3ea28146d7f_0_143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47" name="Google Shape;847;g3ea28146d7f_0_143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848" name="Google Shape;848;g3ea28146d7f_0_14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g3ea28146d7f_0_14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0" name="Google Shape;850;g3ea28146d7f_0_143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851" name="Google Shape;851;g3ea28146d7f_0_14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g3ea28146d7f_0_14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3" name="Google Shape;853;g3ea28146d7f_0_143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854" name="Google Shape;854;g3ea28146d7f_0_14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g3ea28146d7f_0_14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g3ea28146d7f_0_145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g3ea28146d7f_0_14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ea28146d7f_0_145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60" name="Google Shape;860;g3ea28146d7f_0_14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g3ea28146d7f_0_14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g3ea28146d7f_0_145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3" name="Google Shape;863;g3ea28146d7f_0_145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g3ea28146d7f_0_145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g3ea28146d7f_0_145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66" name="Google Shape;866;g3ea28146d7f_0_145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867" name="Google Shape;867;g3ea28146d7f_0_14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8" name="Google Shape;868;g3ea28146d7f_0_14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9" name="Google Shape;869;g3ea28146d7f_0_145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870" name="Google Shape;870;g3ea28146d7f_0_14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" name="Google Shape;871;g3ea28146d7f_0_14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2" name="Google Shape;872;g3ea28146d7f_0_145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873" name="Google Shape;873;g3ea28146d7f_0_14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g3ea28146d7f_0_14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g3ea28146d7f_0_14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g3ea28146d7f_0_14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ea28146d7f_0_14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79" name="Google Shape;879;g3ea28146d7f_0_1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ea28146d7f_0_14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g3ea28146d7f_0_14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g3ea28146d7f_0_148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g3ea28146d7f_0_14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ea28146d7f_0_14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86" name="Google Shape;886;g3ea28146d7f_0_1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g3ea28146d7f_0_14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g3ea28146d7f_0_14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g3ea28146d7f_0_149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ea28146d7f_0_14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ea28146d7f_0_14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93" name="Google Shape;893;g3ea28146d7f_0_1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ea28146d7f_0_14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g3ea28146d7f_0_14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g3ea28146d7f_0_149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g3ea28146d7f_0_14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ea28146d7f_0_14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900" name="Google Shape;900;g3ea28146d7f_0_1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g3ea28146d7f_0_14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g3ea28146d7f_0_14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g3ea28146d7f_0_15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g3ea28146d7f_0_15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ea28146d7f_0_15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907" name="Google Shape;907;g3ea28146d7f_0_1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g3ea28146d7f_0_15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g3ea28146d7f_0_15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0" name="Google Shape;910;g3ea28146d7f_0_150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g3ea28146d7f_0_151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g3ea28146d7f_0_15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ea28146d7f_0_15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5" name="Google Shape;915;g3ea28146d7f_0_15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6" name="Google Shape;916;g3ea28146d7f_0_15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g3ea28146d7f_0_15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8" name="Google Shape;918;g3ea28146d7f_0_151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g3ea28146d7f_0_152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ea28146d7f_0_15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ea28146d7f_0_15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3" name="Google Shape;923;g3ea28146d7f_0_15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4" name="Google Shape;924;g3ea28146d7f_0_1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ea28146d7f_0_152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6" name="Google Shape;926;g3ea28146d7f_0_152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g3ea28146d7f_0_152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g3ea28146d7f_0_15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3ea28146d7f_0_152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1" name="Google Shape;931;g3ea28146d7f_0_15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2" name="Google Shape;932;g3ea28146d7f_0_15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g3ea28146d7f_0_152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4" name="Google Shape;934;g3ea28146d7f_0_152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g3ea28146d7f_0_15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g3ea28146d7f_0_15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ea28146d7f_0_153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939" name="Google Shape;939;g3ea28146d7f_0_15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g3ea28146d7f_0_15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g3ea28146d7f_0_15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2" name="Google Shape;942;g3ea28146d7f_0_153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g3ea28146d7f_0_154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ea28146d7f_0_15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ea28146d7f_0_15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7" name="Google Shape;947;g3ea28146d7f_0_15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8" name="Google Shape;948;g3ea28146d7f_0_15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g3ea28146d7f_0_15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0" name="Google Shape;950;g3ea28146d7f_0_154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g3ea28146d7f_0_155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g3ea28146d7f_0_15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ea28146d7f_0_15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5" name="Google Shape;955;g3ea28146d7f_0_15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6" name="Google Shape;956;g3ea28146d7f_0_15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3ea28146d7f_0_15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8" name="Google Shape;958;g3ea28146d7f_0_15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g3ea28146d7f_0_156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g3ea28146d7f_0_15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ea28146d7f_0_15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g3ea28146d7f_0_15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g3ea28146d7f_0_15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g3ea28146d7f_0_15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g3ea28146d7f_0_15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ea28146d7f_0_156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9" name="Google Shape;969;g3ea28146d7f_0_1569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g3ea28146d7f_0_15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g3ea28146d7f_0_15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g3ea28146d7f_0_156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ea28146d7f_0_1575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5" name="Google Shape;975;g3ea28146d7f_0_1575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g3ea28146d7f_0_157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7" name="Google Shape;977;g3ea28146d7f_0_157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g3ea28146d7f_0_157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g3ea28146d7f_0_15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g3ea28146d7f_0_158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ea28146d7f_0_158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g3ea28146d7f_0_158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ea28146d7f_0_158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g3ea28146d7f_0_158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g3ea28146d7f_0_158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g3ea28146d7f_0_158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g3ea28146d7f_0_158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g3ea28146d7f_0_158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g3ea28146d7f_0_158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b="0"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8.xml"/><Relationship Id="rId43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60.xml"/><Relationship Id="rId45" Type="http://schemas.openxmlformats.org/officeDocument/2006/relationships/slideLayout" Target="../slideLayouts/slideLayout59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48" Type="http://schemas.openxmlformats.org/officeDocument/2006/relationships/slideLayout" Target="../slideLayouts/slideLayout62.xml"/><Relationship Id="rId47" Type="http://schemas.openxmlformats.org/officeDocument/2006/relationships/slideLayout" Target="../slideLayouts/slideLayout61.xml"/><Relationship Id="rId49" Type="http://schemas.openxmlformats.org/officeDocument/2006/relationships/slideLayout" Target="../slideLayouts/slideLayout6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9.xml"/><Relationship Id="rId34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6.xml"/><Relationship Id="rId61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34.xml"/><Relationship Id="rId64" Type="http://schemas.openxmlformats.org/officeDocument/2006/relationships/slideLayout" Target="../slideLayouts/slideLayout78.xml"/><Relationship Id="rId63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36.xml"/><Relationship Id="rId66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35.xml"/><Relationship Id="rId65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38.xml"/><Relationship Id="rId68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37.xml"/><Relationship Id="rId67" Type="http://schemas.openxmlformats.org/officeDocument/2006/relationships/slideLayout" Target="../slideLayouts/slideLayout81.xml"/><Relationship Id="rId60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39.xml"/><Relationship Id="rId69" Type="http://schemas.openxmlformats.org/officeDocument/2006/relationships/theme" Target="../theme/theme3.xml"/><Relationship Id="rId28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43.xml"/><Relationship Id="rId51" Type="http://schemas.openxmlformats.org/officeDocument/2006/relationships/slideLayout" Target="../slideLayouts/slideLayout65.xml"/><Relationship Id="rId50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67.xml"/><Relationship Id="rId52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25.xml"/><Relationship Id="rId5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4.xml"/><Relationship Id="rId54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27.xml"/><Relationship Id="rId5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26.xml"/><Relationship Id="rId56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29.xml"/><Relationship Id="rId5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28.xml"/><Relationship Id="rId58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1800"/>
              <a:buFont typeface="Nixie One"/>
              <a:buNone/>
              <a:defRPr b="0" i="0" sz="1800" u="none" cap="none" strike="noStrike">
                <a:solidFill>
                  <a:srgbClr val="617A86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2935875" y="1525758"/>
            <a:ext cx="52755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◎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◉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￮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●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○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BECC"/>
              </a:buClr>
              <a:buSzPts val="2400"/>
              <a:buFont typeface="Varela Round"/>
              <a:buChar char="■"/>
              <a:defRPr b="0" i="0" sz="2400" u="none" cap="none" strike="noStrike">
                <a:solidFill>
                  <a:srgbClr val="617A86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a28146d7f_0_80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b="0" i="0" sz="28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4" name="Google Shape;204;g3ea28146d7f_0_80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b="0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b="0" i="0" sz="2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marR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b="0" i="0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b="0" i="0" sz="1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marR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marR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marR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b="0"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marR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b="0" i="0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05" name="Google Shape;205;g3ea28146d7f_0_80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5" r:id="rId62"/>
    <p:sldLayoutId id="2147483726" r:id="rId63"/>
    <p:sldLayoutId id="2147483727" r:id="rId64"/>
    <p:sldLayoutId id="2147483728" r:id="rId65"/>
    <p:sldLayoutId id="2147483729" r:id="rId66"/>
    <p:sldLayoutId id="2147483730" r:id="rId67"/>
    <p:sldLayoutId id="2147483731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Relationship Id="rId5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61.png"/><Relationship Id="rId5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dhLj_dohK_E" TargetMode="External"/><Relationship Id="rId4" Type="http://schemas.openxmlformats.org/officeDocument/2006/relationships/image" Target="../media/image4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"/>
          <p:cNvSpPr/>
          <p:nvPr/>
        </p:nvSpPr>
        <p:spPr>
          <a:xfrm>
            <a:off x="0" y="-9525"/>
            <a:ext cx="9163200" cy="485700"/>
          </a:xfrm>
          <a:prstGeom prst="rect">
            <a:avLst/>
          </a:prstGeom>
          <a:solidFill>
            <a:srgbClr val="F8BB00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you come in…</a:t>
            </a:r>
            <a:endParaRPr b="0"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997" name="Google Shape;997;p1"/>
          <p:cNvGraphicFramePr/>
          <p:nvPr/>
        </p:nvGraphicFramePr>
        <p:xfrm>
          <a:off x="4641838" y="58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437875"/>
                <a:gridCol w="1135300"/>
                <a:gridCol w="1859150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a Periodic Table to complete the table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non–metal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charge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non-metal ion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fluorine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1–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F</a:t>
                      </a:r>
                      <a:r>
                        <a:rPr baseline="30000"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endParaRPr baseline="30000"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oxygen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chlorine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sulfur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bromine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8" name="Google Shape;998;p1"/>
          <p:cNvGraphicFramePr/>
          <p:nvPr/>
        </p:nvGraphicFramePr>
        <p:xfrm>
          <a:off x="179438" y="58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676000"/>
                <a:gridCol w="897175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these keywords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BB48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ion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aseline="30000"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dot and cross diagram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999" name="Google Shape;999;p1"/>
          <p:cNvGraphicFramePr/>
          <p:nvPr/>
        </p:nvGraphicFramePr>
        <p:xfrm>
          <a:off x="179438" y="253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552175"/>
                <a:gridCol w="1021000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Answer these questions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 hMerge="1"/>
                <a:tc hMerge="1"/>
              </a:tr>
              <a:tr h="381000">
                <a:tc gridSpan="3"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Lato"/>
                        <a:buAutoNum type="arabicPeriod"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Why do non–metals form negatively charged ions?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Lato"/>
                        <a:buAutoNum type="arabicPeriod"/>
                      </a:pP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Oxygen is in Group 6 of the periodic table. Draw a dot–and–cross diagram to show the formation of the O</a:t>
                      </a:r>
                      <a:r>
                        <a:rPr baseline="30000"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2–</a:t>
                      </a:r>
                      <a:r>
                        <a:rPr lang="en" sz="20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ion.</a:t>
                      </a:r>
                      <a:endParaRPr sz="20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4" name="Google Shape;1004;p2"/>
          <p:cNvGraphicFramePr/>
          <p:nvPr/>
        </p:nvGraphicFramePr>
        <p:xfrm>
          <a:off x="4587025" y="7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437875"/>
                <a:gridCol w="1135300"/>
                <a:gridCol w="1859150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a Periodic Table to complete the table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non–metal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charge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non-metal ion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fluorine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1–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F</a:t>
                      </a:r>
                      <a:r>
                        <a:rPr baseline="30000"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endParaRPr baseline="30000"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oxygen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chlorine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sulfur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bromine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2"/>
          <p:cNvGraphicFramePr/>
          <p:nvPr/>
        </p:nvGraphicFramePr>
        <p:xfrm>
          <a:off x="124625" y="7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437875"/>
                <a:gridCol w="1135300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these keywords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BB48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ion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38761D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An atom or molecule that has lost or gained one or more electrons so has a charge.</a:t>
                      </a:r>
                      <a:endParaRPr b="1" baseline="30000" sz="1700" u="none" cap="none" strike="noStrike">
                        <a:solidFill>
                          <a:srgbClr val="38761D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dot and cross diagram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38761D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Shows how chemical bonds are formed between atoms.</a:t>
                      </a:r>
                      <a:endParaRPr b="1" sz="1700" u="none" cap="none" strike="noStrike">
                        <a:solidFill>
                          <a:srgbClr val="38761D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006" name="Google Shape;1006;p2"/>
          <p:cNvGraphicFramePr/>
          <p:nvPr/>
        </p:nvGraphicFramePr>
        <p:xfrm>
          <a:off x="1246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552175"/>
                <a:gridCol w="1021000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Answer these questions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 hMerge="1"/>
                <a:tc hMerge="1"/>
              </a:tr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Why do non–metals form negatively charged ions?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38761D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To increase their stability by having a full outer shell of electrons. They gain one or more electrons, so are negatively charged overall.</a:t>
                      </a:r>
                      <a:endParaRPr b="1" sz="1800" u="none" cap="none" strike="noStrike">
                        <a:solidFill>
                          <a:srgbClr val="38761D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007" name="Google Shape;1007;p2"/>
          <p:cNvSpPr txBox="1"/>
          <p:nvPr/>
        </p:nvSpPr>
        <p:spPr>
          <a:xfrm>
            <a:off x="6158263" y="141717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2"/>
          <p:cNvSpPr txBox="1"/>
          <p:nvPr/>
        </p:nvSpPr>
        <p:spPr>
          <a:xfrm>
            <a:off x="7217135" y="141717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9" name="Google Shape;1009;p2"/>
          <p:cNvPicPr preferRelativeResize="0"/>
          <p:nvPr/>
        </p:nvPicPr>
        <p:blipFill rotWithShape="1">
          <a:blip r:embed="rId3">
            <a:alphaModFix/>
          </a:blip>
          <a:srcRect b="12405" l="9424" r="5520" t="12779"/>
          <a:stretch/>
        </p:blipFill>
        <p:spPr>
          <a:xfrm>
            <a:off x="6957950" y="3355250"/>
            <a:ext cx="2061400" cy="173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2"/>
          <p:cNvSpPr txBox="1"/>
          <p:nvPr/>
        </p:nvSpPr>
        <p:spPr>
          <a:xfrm>
            <a:off x="6158263" y="2325450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2"/>
          <p:cNvSpPr txBox="1"/>
          <p:nvPr/>
        </p:nvSpPr>
        <p:spPr>
          <a:xfrm>
            <a:off x="7217135" y="2325450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2"/>
          <p:cNvSpPr txBox="1"/>
          <p:nvPr/>
        </p:nvSpPr>
        <p:spPr>
          <a:xfrm>
            <a:off x="6158263" y="187432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1-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2"/>
          <p:cNvSpPr txBox="1"/>
          <p:nvPr/>
        </p:nvSpPr>
        <p:spPr>
          <a:xfrm>
            <a:off x="7217135" y="187432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Cl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2"/>
          <p:cNvSpPr txBox="1"/>
          <p:nvPr/>
        </p:nvSpPr>
        <p:spPr>
          <a:xfrm>
            <a:off x="6158263" y="278862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1-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2"/>
          <p:cNvSpPr txBox="1"/>
          <p:nvPr/>
        </p:nvSpPr>
        <p:spPr>
          <a:xfrm>
            <a:off x="7217135" y="278862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Br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0" name="Google Shape;1020;p3"/>
          <p:cNvGraphicFramePr/>
          <p:nvPr/>
        </p:nvGraphicFramePr>
        <p:xfrm>
          <a:off x="4587025" y="7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437875"/>
                <a:gridCol w="1135300"/>
                <a:gridCol w="1859150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a Periodic Table to complete the table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non–metal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charge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non-metal ion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004C">
                        <a:alpha val="86667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fluorine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1–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 F</a:t>
                      </a:r>
                      <a:r>
                        <a:rPr baseline="30000"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endParaRPr baseline="30000"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oxygen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chlorine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sulfur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bromine</a:t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1" name="Google Shape;1021;p3"/>
          <p:cNvGraphicFramePr/>
          <p:nvPr/>
        </p:nvGraphicFramePr>
        <p:xfrm>
          <a:off x="124625" y="7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437875"/>
                <a:gridCol w="1135300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these keywords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5BB48"/>
                    </a:solidFill>
                  </a:tcPr>
                </a:tc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ion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38761D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An atom or molecule that has lost or gained one or more electrons so has a charge.</a:t>
                      </a:r>
                      <a:endParaRPr b="1" baseline="30000" sz="1700" u="none" cap="none" strike="noStrike">
                        <a:solidFill>
                          <a:srgbClr val="38761D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6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dot and cross diagram</a:t>
                      </a:r>
                      <a:endParaRPr sz="1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700" u="none" cap="none" strike="noStrike">
                          <a:solidFill>
                            <a:srgbClr val="38761D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Shows how chemical bonds are formed between atoms.</a:t>
                      </a:r>
                      <a:endParaRPr b="1" sz="1700" u="none" cap="none" strike="noStrike">
                        <a:solidFill>
                          <a:srgbClr val="38761D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022" name="Google Shape;1022;p3"/>
          <p:cNvGraphicFramePr/>
          <p:nvPr/>
        </p:nvGraphicFramePr>
        <p:xfrm>
          <a:off x="1246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{B0E49C2D-A1CC-412F-AE99-DE8B920AAE9C}</a:tableStyleId>
              </a:tblPr>
              <a:tblGrid>
                <a:gridCol w="1552175"/>
                <a:gridCol w="1021000"/>
                <a:gridCol w="1754375"/>
              </a:tblGrid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Answer these questions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600"/>
                    </a:solidFill>
                  </a:tcPr>
                </a:tc>
                <a:tc hMerge="1"/>
                <a:tc hMerge="1"/>
              </a:tr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Oxygen is in Group 6 of the periodic table. Draw a dot–and–cross diagram to show the formation of the O</a:t>
                      </a:r>
                      <a:r>
                        <a:rPr baseline="30000" lang="en" sz="1200" u="none" cap="none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2–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ion.</a:t>
                      </a:r>
                      <a:endParaRPr sz="14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810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023" name="Google Shape;1023;p3" title="Screenshot 2025-10-29 at 2.49.25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" y="3620725"/>
            <a:ext cx="4190999" cy="11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3"/>
          <p:cNvPicPr preferRelativeResize="0"/>
          <p:nvPr/>
        </p:nvPicPr>
        <p:blipFill rotWithShape="1">
          <a:blip r:embed="rId4">
            <a:alphaModFix/>
          </a:blip>
          <a:srcRect b="12405" l="9424" r="5520" t="12779"/>
          <a:stretch/>
        </p:blipFill>
        <p:spPr>
          <a:xfrm>
            <a:off x="6957950" y="3355250"/>
            <a:ext cx="2061400" cy="1735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3"/>
          <p:cNvSpPr txBox="1"/>
          <p:nvPr/>
        </p:nvSpPr>
        <p:spPr>
          <a:xfrm>
            <a:off x="6158263" y="141717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3"/>
          <p:cNvSpPr txBox="1"/>
          <p:nvPr/>
        </p:nvSpPr>
        <p:spPr>
          <a:xfrm>
            <a:off x="7217135" y="141717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3"/>
          <p:cNvSpPr txBox="1"/>
          <p:nvPr/>
        </p:nvSpPr>
        <p:spPr>
          <a:xfrm>
            <a:off x="6158263" y="2325450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8" name="Google Shape;1028;p3"/>
          <p:cNvSpPr txBox="1"/>
          <p:nvPr/>
        </p:nvSpPr>
        <p:spPr>
          <a:xfrm>
            <a:off x="7217135" y="2325450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S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2-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3"/>
          <p:cNvSpPr txBox="1"/>
          <p:nvPr/>
        </p:nvSpPr>
        <p:spPr>
          <a:xfrm>
            <a:off x="6158263" y="187432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1-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0" name="Google Shape;1030;p3"/>
          <p:cNvSpPr txBox="1"/>
          <p:nvPr/>
        </p:nvSpPr>
        <p:spPr>
          <a:xfrm>
            <a:off x="7217135" y="187432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Cl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3"/>
          <p:cNvSpPr txBox="1"/>
          <p:nvPr/>
        </p:nvSpPr>
        <p:spPr>
          <a:xfrm>
            <a:off x="6158263" y="2788625"/>
            <a:ext cx="63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1-</a:t>
            </a:r>
            <a:endParaRPr b="1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3"/>
          <p:cNvSpPr txBox="1"/>
          <p:nvPr/>
        </p:nvSpPr>
        <p:spPr>
          <a:xfrm>
            <a:off x="7217135" y="2788625"/>
            <a:ext cx="98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Br</a:t>
            </a:r>
            <a:r>
              <a:rPr b="1" baseline="30000" i="0" lang="en" sz="2000" u="none" cap="none" strike="noStrike">
                <a:solidFill>
                  <a:srgbClr val="38761D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b="1" baseline="30000" i="0" sz="2000" u="none" cap="none" strike="noStrike">
              <a:solidFill>
                <a:srgbClr val="38761D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Google Shape;1037;p4"/>
          <p:cNvGrpSpPr/>
          <p:nvPr/>
        </p:nvGrpSpPr>
        <p:grpSpPr>
          <a:xfrm>
            <a:off x="618192" y="1638048"/>
            <a:ext cx="1761837" cy="1770512"/>
            <a:chOff x="3531935" y="2201737"/>
            <a:chExt cx="1893838" cy="1903163"/>
          </a:xfrm>
        </p:grpSpPr>
        <p:sp>
          <p:nvSpPr>
            <p:cNvPr id="1038" name="Google Shape;1038;p4"/>
            <p:cNvSpPr/>
            <p:nvPr/>
          </p:nvSpPr>
          <p:spPr>
            <a:xfrm>
              <a:off x="3692688" y="2366900"/>
              <a:ext cx="1568700" cy="1568700"/>
            </a:xfrm>
            <a:prstGeom prst="ellipse">
              <a:avLst/>
            </a:prstGeom>
            <a:noFill/>
            <a:ln cap="flat" cmpd="sng" w="17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"/>
            <p:cNvSpPr/>
            <p:nvPr/>
          </p:nvSpPr>
          <p:spPr>
            <a:xfrm>
              <a:off x="3971988" y="2646198"/>
              <a:ext cx="1010100" cy="1010100"/>
            </a:xfrm>
            <a:prstGeom prst="ellipse">
              <a:avLst/>
            </a:prstGeom>
            <a:noFill/>
            <a:ln cap="flat" cmpd="sng" w="17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"/>
            <p:cNvSpPr/>
            <p:nvPr/>
          </p:nvSpPr>
          <p:spPr>
            <a:xfrm rot="2700000">
              <a:off x="4356332" y="2527972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"/>
            <p:cNvSpPr/>
            <p:nvPr/>
          </p:nvSpPr>
          <p:spPr>
            <a:xfrm rot="2700000">
              <a:off x="4357871" y="3536294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"/>
            <p:cNvSpPr/>
            <p:nvPr/>
          </p:nvSpPr>
          <p:spPr>
            <a:xfrm rot="2700000">
              <a:off x="3580702" y="3037342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4"/>
            <p:cNvSpPr/>
            <p:nvPr/>
          </p:nvSpPr>
          <p:spPr>
            <a:xfrm rot="2700000">
              <a:off x="4361635" y="3826300"/>
              <a:ext cx="230800" cy="230800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"/>
            <p:cNvSpPr/>
            <p:nvPr/>
          </p:nvSpPr>
          <p:spPr>
            <a:xfrm rot="2700000">
              <a:off x="4267457" y="2251734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4"/>
            <p:cNvSpPr/>
            <p:nvPr/>
          </p:nvSpPr>
          <p:spPr>
            <a:xfrm rot="2700000">
              <a:off x="4446832" y="2251734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4"/>
            <p:cNvSpPr/>
            <p:nvPr/>
          </p:nvSpPr>
          <p:spPr>
            <a:xfrm rot="2700000">
              <a:off x="5141539" y="2932279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4"/>
            <p:cNvSpPr/>
            <p:nvPr/>
          </p:nvSpPr>
          <p:spPr>
            <a:xfrm rot="2700000">
              <a:off x="5141539" y="3120204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4"/>
            <p:cNvSpPr/>
            <p:nvPr/>
          </p:nvSpPr>
          <p:spPr>
            <a:xfrm>
              <a:off x="4143113" y="2818775"/>
              <a:ext cx="665100" cy="66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26"/>
                <a:buFont typeface="Arial"/>
                <a:buNone/>
              </a:pPr>
              <a:r>
                <a:rPr b="0" i="0" lang="en" sz="2326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</a:t>
              </a:r>
              <a:endParaRPr b="0" i="0" sz="2326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4"/>
          <p:cNvGrpSpPr/>
          <p:nvPr/>
        </p:nvGrpSpPr>
        <p:grpSpPr>
          <a:xfrm>
            <a:off x="4453515" y="1638048"/>
            <a:ext cx="1761837" cy="1770512"/>
            <a:chOff x="3531935" y="2201737"/>
            <a:chExt cx="1893838" cy="1903163"/>
          </a:xfrm>
        </p:grpSpPr>
        <p:sp>
          <p:nvSpPr>
            <p:cNvPr id="1050" name="Google Shape;1050;p4"/>
            <p:cNvSpPr/>
            <p:nvPr/>
          </p:nvSpPr>
          <p:spPr>
            <a:xfrm>
              <a:off x="3692688" y="2366900"/>
              <a:ext cx="1568700" cy="1568700"/>
            </a:xfrm>
            <a:prstGeom prst="ellipse">
              <a:avLst/>
            </a:prstGeom>
            <a:noFill/>
            <a:ln cap="flat" cmpd="sng" w="17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3971988" y="2646198"/>
              <a:ext cx="1010100" cy="1010100"/>
            </a:xfrm>
            <a:prstGeom prst="ellipse">
              <a:avLst/>
            </a:prstGeom>
            <a:noFill/>
            <a:ln cap="flat" cmpd="sng" w="177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"/>
            <p:cNvSpPr/>
            <p:nvPr/>
          </p:nvSpPr>
          <p:spPr>
            <a:xfrm rot="2700000">
              <a:off x="4356332" y="2527972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4"/>
            <p:cNvSpPr/>
            <p:nvPr/>
          </p:nvSpPr>
          <p:spPr>
            <a:xfrm rot="2700000">
              <a:off x="4357871" y="3536294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"/>
            <p:cNvSpPr/>
            <p:nvPr/>
          </p:nvSpPr>
          <p:spPr>
            <a:xfrm rot="2700000">
              <a:off x="3580702" y="3037342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"/>
            <p:cNvSpPr/>
            <p:nvPr/>
          </p:nvSpPr>
          <p:spPr>
            <a:xfrm rot="2700000">
              <a:off x="4361635" y="3826300"/>
              <a:ext cx="230800" cy="230800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"/>
            <p:cNvSpPr/>
            <p:nvPr/>
          </p:nvSpPr>
          <p:spPr>
            <a:xfrm rot="2700000">
              <a:off x="4267457" y="2251734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"/>
            <p:cNvSpPr/>
            <p:nvPr/>
          </p:nvSpPr>
          <p:spPr>
            <a:xfrm rot="2700000">
              <a:off x="4446832" y="2251734"/>
              <a:ext cx="241406" cy="241406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"/>
            <p:cNvSpPr/>
            <p:nvPr/>
          </p:nvSpPr>
          <p:spPr>
            <a:xfrm rot="2700000">
              <a:off x="5141539" y="2932279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"/>
            <p:cNvSpPr/>
            <p:nvPr/>
          </p:nvSpPr>
          <p:spPr>
            <a:xfrm rot="2700000">
              <a:off x="5141539" y="3120204"/>
              <a:ext cx="235467" cy="235467"/>
            </a:xfrm>
            <a:prstGeom prst="mathPlus">
              <a:avLst>
                <a:gd fmla="val 7329" name="adj1"/>
              </a:avLst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050" lIns="85050" spcFirstLastPara="1" rIns="85050" wrap="square" tIns="85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2"/>
                <a:buFont typeface="Arial"/>
                <a:buNone/>
              </a:pPr>
              <a:r>
                <a:t/>
              </a:r>
              <a:endParaRPr b="0" i="0" sz="13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4143113" y="2818775"/>
              <a:ext cx="665100" cy="6651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26"/>
                <a:buFont typeface="Arial"/>
                <a:buNone/>
              </a:pPr>
              <a:r>
                <a:rPr b="0" i="0" lang="en" sz="2326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</a:t>
              </a:r>
              <a:endParaRPr b="0" i="0" sz="2326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1" name="Google Shape;1061;p4"/>
          <p:cNvSpPr/>
          <p:nvPr/>
        </p:nvSpPr>
        <p:spPr>
          <a:xfrm rot="-8084789">
            <a:off x="4559078" y="2306049"/>
            <a:ext cx="95885" cy="95885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2"/>
              <a:buFont typeface="Arial"/>
              <a:buNone/>
            </a:pPr>
            <a:r>
              <a:t/>
            </a:r>
            <a:endParaRPr b="0" i="0" sz="13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"/>
          <p:cNvSpPr/>
          <p:nvPr/>
        </p:nvSpPr>
        <p:spPr>
          <a:xfrm rot="-8084789">
            <a:off x="5419299" y="3206155"/>
            <a:ext cx="95885" cy="95885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2"/>
              <a:buFont typeface="Arial"/>
              <a:buNone/>
            </a:pPr>
            <a:r>
              <a:t/>
            </a:r>
            <a:endParaRPr b="0" i="0" sz="13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4"/>
          <p:cNvSpPr/>
          <p:nvPr/>
        </p:nvSpPr>
        <p:spPr>
          <a:xfrm>
            <a:off x="2623001" y="2487567"/>
            <a:ext cx="1343100" cy="31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2"/>
              <a:buFont typeface="Arial"/>
              <a:buNone/>
            </a:pPr>
            <a:r>
              <a:t/>
            </a:r>
            <a:endParaRPr b="0" i="0" sz="13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4"/>
          <p:cNvSpPr txBox="1"/>
          <p:nvPr/>
        </p:nvSpPr>
        <p:spPr>
          <a:xfrm>
            <a:off x="2380274" y="1638141"/>
            <a:ext cx="1902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50" lIns="85050" spcFirstLastPara="1" rIns="85050" wrap="square" tIns="8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8"/>
              <a:buFont typeface="Arial"/>
              <a:buNone/>
            </a:pPr>
            <a:r>
              <a:rPr b="0" i="0" lang="en" sz="1768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electrons   are gained from metal  atoms.</a:t>
            </a:r>
            <a:endParaRPr b="0" i="0" sz="1768" u="none" cap="none" strike="noStrike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5" name="Google Shape;1065;p4"/>
          <p:cNvSpPr/>
          <p:nvPr/>
        </p:nvSpPr>
        <p:spPr>
          <a:xfrm rot="-8084789">
            <a:off x="3540816" y="1813316"/>
            <a:ext cx="95885" cy="95885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2"/>
              <a:buFont typeface="Arial"/>
              <a:buNone/>
            </a:pPr>
            <a:r>
              <a:t/>
            </a:r>
            <a:endParaRPr b="0" i="0" sz="13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4"/>
          <p:cNvSpPr/>
          <p:nvPr/>
        </p:nvSpPr>
        <p:spPr>
          <a:xfrm>
            <a:off x="6301053" y="1558750"/>
            <a:ext cx="4008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2"/>
              <a:buFont typeface="Arial"/>
              <a:buNone/>
            </a:pPr>
            <a:r>
              <a:rPr b="0" i="0" lang="en" sz="1582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2–</a:t>
            </a:r>
            <a:endParaRPr b="0" i="0" sz="1582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4"/>
          <p:cNvSpPr txBox="1"/>
          <p:nvPr>
            <p:ph idx="4294967295" type="body"/>
          </p:nvPr>
        </p:nvSpPr>
        <p:spPr>
          <a:xfrm>
            <a:off x="6536781" y="2015850"/>
            <a:ext cx="19023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50" lIns="85050" spcFirstLastPara="1" rIns="85050" wrap="square" tIns="85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58"/>
              </a:spcBef>
              <a:spcAft>
                <a:spcPts val="0"/>
              </a:spcAft>
              <a:buSzPts val="2400"/>
              <a:buNone/>
            </a:pPr>
            <a:r>
              <a:rPr lang="en" sz="186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8 electrons in the outer shell of the ion.</a:t>
            </a:r>
            <a:endParaRPr sz="2233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4"/>
          <p:cNvSpPr/>
          <p:nvPr/>
        </p:nvSpPr>
        <p:spPr>
          <a:xfrm>
            <a:off x="4453664" y="1638174"/>
            <a:ext cx="278770" cy="1805551"/>
          </a:xfrm>
          <a:custGeom>
            <a:rect b="b" l="l" r="r" t="t"/>
            <a:pathLst>
              <a:path extrusionOk="0" h="86868" w="12192">
                <a:moveTo>
                  <a:pt x="11049" y="0"/>
                </a:moveTo>
                <a:lnTo>
                  <a:pt x="0" y="0"/>
                </a:lnTo>
                <a:lnTo>
                  <a:pt x="0" y="86868"/>
                </a:lnTo>
                <a:lnTo>
                  <a:pt x="12192" y="86868"/>
                </a:lnTo>
              </a:path>
            </a:pathLst>
          </a:custGeom>
          <a:noFill/>
          <a:ln cap="flat" cmpd="sng" w="177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p4"/>
          <p:cNvSpPr/>
          <p:nvPr/>
        </p:nvSpPr>
        <p:spPr>
          <a:xfrm rot="10800000">
            <a:off x="5985159" y="1637988"/>
            <a:ext cx="278770" cy="1789264"/>
          </a:xfrm>
          <a:custGeom>
            <a:rect b="b" l="l" r="r" t="t"/>
            <a:pathLst>
              <a:path extrusionOk="0" h="86868" w="12192">
                <a:moveTo>
                  <a:pt x="11049" y="0"/>
                </a:moveTo>
                <a:lnTo>
                  <a:pt x="0" y="0"/>
                </a:lnTo>
                <a:lnTo>
                  <a:pt x="0" y="86868"/>
                </a:lnTo>
                <a:lnTo>
                  <a:pt x="12192" y="86868"/>
                </a:lnTo>
              </a:path>
            </a:pathLst>
          </a:custGeom>
          <a:noFill/>
          <a:ln cap="flat" cmpd="sng" w="177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"/>
          <p:cNvSpPr txBox="1"/>
          <p:nvPr>
            <p:ph idx="4294967295" type="title"/>
          </p:nvPr>
        </p:nvSpPr>
        <p:spPr>
          <a:xfrm>
            <a:off x="800375" y="936300"/>
            <a:ext cx="5275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 u="sng">
                <a:solidFill>
                  <a:srgbClr val="197B8C"/>
                </a:solidFill>
                <a:latin typeface="Lato"/>
                <a:ea typeface="Lato"/>
                <a:cs typeface="Lato"/>
                <a:sym typeface="Lato"/>
              </a:rPr>
              <a:t>Lesson Objectives</a:t>
            </a:r>
            <a:endParaRPr sz="2200" u="sng">
              <a:solidFill>
                <a:srgbClr val="197B8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5" name="Google Shape;1075;p5"/>
          <p:cNvSpPr txBox="1"/>
          <p:nvPr/>
        </p:nvSpPr>
        <p:spPr>
          <a:xfrm>
            <a:off x="800375" y="1529775"/>
            <a:ext cx="77244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Lato"/>
              <a:buChar char="➠"/>
            </a:pP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explain how covalent bonds are formed.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Char char="➠"/>
            </a:pP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write the formulae of some covalent compounds.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6" name="Google Shape;1076;p5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0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Why elements react to form compounds</a:t>
            </a:r>
            <a:endParaRPr b="0" i="0" sz="26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CC3"/>
              </a:buClr>
              <a:buSzPts val="2600"/>
              <a:buFont typeface="Lato"/>
              <a:buChar char="-"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covalent bonding</a:t>
            </a:r>
            <a:endParaRPr b="1" i="0" sz="26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7" name="Google Shape;1077;p5"/>
          <p:cNvPicPr preferRelativeResize="0"/>
          <p:nvPr/>
        </p:nvPicPr>
        <p:blipFill rotWithShape="1">
          <a:blip r:embed="rId3">
            <a:alphaModFix/>
          </a:blip>
          <a:srcRect b="24994" l="18122" r="17866" t="18239"/>
          <a:stretch/>
        </p:blipFill>
        <p:spPr>
          <a:xfrm>
            <a:off x="857325" y="2776125"/>
            <a:ext cx="1193325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5"/>
          <p:cNvSpPr txBox="1"/>
          <p:nvPr/>
        </p:nvSpPr>
        <p:spPr>
          <a:xfrm>
            <a:off x="2098275" y="2577975"/>
            <a:ext cx="6188400" cy="1877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 your mini-whiteboards: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Draw a diagram, with </a:t>
            </a:r>
            <a:r>
              <a:rPr b="1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outer electrons only</a:t>
            </a: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to show how the </a:t>
            </a:r>
            <a:r>
              <a:rPr b="1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electrons are transferred</a:t>
            </a: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when </a:t>
            </a:r>
            <a:r>
              <a:rPr b="1" i="0" lang="en" sz="2200" u="none" cap="none" strike="noStrike">
                <a:solidFill>
                  <a:srgbClr val="65BB48"/>
                </a:solidFill>
                <a:latin typeface="Lato"/>
                <a:ea typeface="Lato"/>
                <a:cs typeface="Lato"/>
                <a:sym typeface="Lato"/>
              </a:rPr>
              <a:t>magnesium chloride MgCl</a:t>
            </a:r>
            <a:r>
              <a:rPr b="1" baseline="-25000" i="0" lang="en" sz="2200" u="none" cap="none" strike="noStrike">
                <a:solidFill>
                  <a:srgbClr val="65BB48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formed from its elements.</a:t>
            </a:r>
            <a:endParaRPr b="0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9" name="Google Shape;1079;p5"/>
          <p:cNvSpPr txBox="1"/>
          <p:nvPr/>
        </p:nvSpPr>
        <p:spPr>
          <a:xfrm>
            <a:off x="1304925" y="4524375"/>
            <a:ext cx="660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Keywords: </a:t>
            </a:r>
            <a:r>
              <a:rPr b="0" i="0" lang="en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dot-and-cross diagram, non-metal, covalent bonding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409d7869241_0_0"/>
          <p:cNvSpPr/>
          <p:nvPr/>
        </p:nvSpPr>
        <p:spPr>
          <a:xfrm>
            <a:off x="8439150" y="4343400"/>
            <a:ext cx="3810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5" name="Google Shape;1085;g409d7869241_0_0"/>
          <p:cNvGraphicFramePr/>
          <p:nvPr/>
        </p:nvGraphicFramePr>
        <p:xfrm>
          <a:off x="390525" y="62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{266D1680-255D-42BF-BAA4-CC7F1559A385}</a:tableStyleId>
              </a:tblPr>
              <a:tblGrid>
                <a:gridCol w="2709950"/>
                <a:gridCol w="2841075"/>
                <a:gridCol w="2811925"/>
              </a:tblGrid>
              <a:tr h="5272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Covalent</a:t>
                      </a:r>
                      <a:r>
                        <a:rPr lang="en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bonding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84F"/>
                    </a:solidFill>
                  </a:tcPr>
                </a:tc>
                <a:tc hMerge="1"/>
                <a:tc hMerge="1"/>
              </a:tr>
              <a:tr h="52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Meeting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Exceeding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Mastering</a:t>
                      </a:r>
                      <a:endParaRPr sz="2000" u="none" cap="none" strike="noStrik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684F"/>
                    </a:solidFill>
                  </a:tcPr>
                </a:tc>
              </a:tr>
              <a:tr h="110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 can </a:t>
                      </a: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describe covalent bonding as the combining of two or more nonmetal atoms.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 can explain </a:t>
                      </a: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atoms will share valence electrons and form covalent molecules.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 can </a:t>
                      </a: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use the periodic table to draw accurate dot and cross diagrams of single, double or triple covalent bonds.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ea28146d7f_0_79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1" name="Google Shape;1091;g3ea28146d7f_0_798" title="Screenshot 2026-06-08 at 2.2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25" y="0"/>
            <a:ext cx="7966524" cy="48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g3ea28146d7f_0_798"/>
          <p:cNvSpPr/>
          <p:nvPr/>
        </p:nvSpPr>
        <p:spPr>
          <a:xfrm>
            <a:off x="224250" y="3963500"/>
            <a:ext cx="7818900" cy="856200"/>
          </a:xfrm>
          <a:prstGeom prst="rect">
            <a:avLst/>
          </a:prstGeom>
          <a:noFill/>
          <a:ln cap="flat" cmpd="sng" w="38100">
            <a:solidFill>
              <a:srgbClr val="FFA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Google Shape;1097;p6"/>
          <p:cNvPicPr preferRelativeResize="0"/>
          <p:nvPr/>
        </p:nvPicPr>
        <p:blipFill rotWithShape="1">
          <a:blip r:embed="rId3">
            <a:alphaModFix/>
          </a:blip>
          <a:srcRect b="24994" l="18122" r="17866" t="18239"/>
          <a:stretch/>
        </p:blipFill>
        <p:spPr>
          <a:xfrm>
            <a:off x="1246470" y="192975"/>
            <a:ext cx="696625" cy="667246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6"/>
          <p:cNvSpPr txBox="1"/>
          <p:nvPr/>
        </p:nvSpPr>
        <p:spPr>
          <a:xfrm>
            <a:off x="2028813" y="218800"/>
            <a:ext cx="60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Draw a diagram, with </a:t>
            </a:r>
            <a:r>
              <a:rPr b="1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outer electrons only</a:t>
            </a:r>
            <a:r>
              <a:rPr b="0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to show how the </a:t>
            </a:r>
            <a:r>
              <a:rPr b="1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electrons are transferred</a:t>
            </a:r>
            <a:r>
              <a:rPr b="0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when </a:t>
            </a:r>
            <a:r>
              <a:rPr b="1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magnesium chloride MgCl</a:t>
            </a:r>
            <a:r>
              <a:rPr b="1" baseline="-25000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is formed from its elements.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99" name="Google Shape;1099;p6"/>
          <p:cNvPicPr preferRelativeResize="0"/>
          <p:nvPr/>
        </p:nvPicPr>
        <p:blipFill rotWithShape="1">
          <a:blip r:embed="rId4">
            <a:alphaModFix/>
          </a:blip>
          <a:srcRect b="0" l="0" r="22046" t="0"/>
          <a:stretch/>
        </p:blipFill>
        <p:spPr>
          <a:xfrm>
            <a:off x="964077" y="1088313"/>
            <a:ext cx="7215850" cy="29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7"/>
          <p:cNvPicPr preferRelativeResize="0"/>
          <p:nvPr/>
        </p:nvPicPr>
        <p:blipFill rotWithShape="1">
          <a:blip r:embed="rId3">
            <a:alphaModFix/>
          </a:blip>
          <a:srcRect b="2660" l="0" r="0" t="12096"/>
          <a:stretch/>
        </p:blipFill>
        <p:spPr>
          <a:xfrm>
            <a:off x="114300" y="781000"/>
            <a:ext cx="4717650" cy="41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7"/>
          <p:cNvSpPr txBox="1"/>
          <p:nvPr/>
        </p:nvSpPr>
        <p:spPr>
          <a:xfrm>
            <a:off x="4972050" y="647700"/>
            <a:ext cx="41145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Atoms are more </a:t>
            </a:r>
            <a:r>
              <a:rPr b="1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stable</a:t>
            </a: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when the outermost electron shell is completely full of electrons.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react to </a:t>
            </a:r>
            <a:r>
              <a:rPr b="1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</a:t>
            </a: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compounds</a:t>
            </a: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do this. The elements are held together by chemical bonds by: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Atoms losing or gaining electrons (</a:t>
            </a:r>
            <a:r>
              <a:rPr b="1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ionic bond</a:t>
            </a: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b="0" i="0" lang="en" sz="2200" u="none" cap="none" strike="noStrike">
                <a:solidFill>
                  <a:schemeClr val="dk1"/>
                </a:solidFill>
                <a:highlight>
                  <a:srgbClr val="BBCD00"/>
                </a:highlight>
                <a:latin typeface="Roboto"/>
                <a:ea typeface="Roboto"/>
                <a:cs typeface="Roboto"/>
                <a:sym typeface="Roboto"/>
              </a:rPr>
              <a:t>Atoms sharing electrons (</a:t>
            </a: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BBCD00"/>
                </a:highlight>
                <a:latin typeface="Roboto"/>
                <a:ea typeface="Roboto"/>
                <a:cs typeface="Roboto"/>
                <a:sym typeface="Roboto"/>
              </a:rPr>
              <a:t>covalent bond</a:t>
            </a:r>
            <a:r>
              <a:rPr b="0" i="0" lang="en" sz="2200" u="none" cap="none" strike="noStrike">
                <a:solidFill>
                  <a:schemeClr val="dk1"/>
                </a:solidFill>
                <a:highlight>
                  <a:srgbClr val="BBCD00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2200" u="none" cap="none" strike="noStrike">
              <a:solidFill>
                <a:schemeClr val="dk1"/>
              </a:solidFill>
              <a:highlight>
                <a:srgbClr val="BBCD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7"/>
          <p:cNvSpPr txBox="1"/>
          <p:nvPr>
            <p:ph idx="4294967295" type="ctrTitle"/>
          </p:nvPr>
        </p:nvSpPr>
        <p:spPr>
          <a:xfrm>
            <a:off x="1440150" y="1373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and covalent bonding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nding_cartoon_v2" id="1111" name="Google Shape;1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2" y="0"/>
            <a:ext cx="90358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9"/>
          <p:cNvPicPr preferRelativeResize="0"/>
          <p:nvPr/>
        </p:nvPicPr>
        <p:blipFill rotWithShape="1">
          <a:blip r:embed="rId3">
            <a:alphaModFix/>
          </a:blip>
          <a:srcRect b="3752" l="0" r="0" t="19206"/>
          <a:stretch/>
        </p:blipFill>
        <p:spPr>
          <a:xfrm>
            <a:off x="142875" y="703525"/>
            <a:ext cx="5038725" cy="26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"/>
          <p:cNvSpPr txBox="1"/>
          <p:nvPr/>
        </p:nvSpPr>
        <p:spPr>
          <a:xfrm>
            <a:off x="2857500" y="2919925"/>
            <a:ext cx="281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Compounds that have covalent bonds are known as covalent compounds.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8" name="Google Shape;1118;p9"/>
          <p:cNvPicPr preferRelativeResize="0"/>
          <p:nvPr/>
        </p:nvPicPr>
        <p:blipFill rotWithShape="1">
          <a:blip r:embed="rId4">
            <a:alphaModFix/>
          </a:blip>
          <a:srcRect b="2963" l="0" r="0" t="80555"/>
          <a:stretch/>
        </p:blipFill>
        <p:spPr>
          <a:xfrm>
            <a:off x="142875" y="3944175"/>
            <a:ext cx="4216001" cy="84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"/>
          <p:cNvSpPr txBox="1"/>
          <p:nvPr/>
        </p:nvSpPr>
        <p:spPr>
          <a:xfrm>
            <a:off x="647700" y="3944175"/>
            <a:ext cx="5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0" name="Google Shape;11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8875" y="3986758"/>
            <a:ext cx="1259858" cy="7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9"/>
          <p:cNvSpPr txBox="1"/>
          <p:nvPr/>
        </p:nvSpPr>
        <p:spPr>
          <a:xfrm>
            <a:off x="5800725" y="789888"/>
            <a:ext cx="3181200" cy="3740400"/>
          </a:xfrm>
          <a:prstGeom prst="rect">
            <a:avLst/>
          </a:prstGeom>
          <a:noFill/>
          <a:ln cap="flat" cmpd="sng" w="19050">
            <a:solidFill>
              <a:srgbClr val="00A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When a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non-metal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forms compounds with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other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non-metals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they do so by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sharing electrons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fill their outermost electron shells to form a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covalent bond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Covalent bonds are </a:t>
            </a:r>
            <a:r>
              <a:rPr b="1" i="0" lang="en" sz="2100" u="none" cap="none" strike="noStrike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strong</a:t>
            </a:r>
            <a:r>
              <a:rPr b="0" i="0" lang="en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a lot of energy is needed to break them.</a:t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2" name="Google Shape;1122;p9"/>
          <p:cNvSpPr txBox="1"/>
          <p:nvPr>
            <p:ph idx="4294967295" type="ctrTitle"/>
          </p:nvPr>
        </p:nvSpPr>
        <p:spPr>
          <a:xfrm>
            <a:off x="1440150" y="1373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Covalent bonding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0"/>
          <p:cNvPicPr preferRelativeResize="0"/>
          <p:nvPr/>
        </p:nvPicPr>
        <p:blipFill rotWithShape="1">
          <a:blip r:embed="rId3">
            <a:alphaModFix/>
          </a:blip>
          <a:srcRect b="14966" l="19691" r="18911" t="12873"/>
          <a:stretch/>
        </p:blipFill>
        <p:spPr>
          <a:xfrm>
            <a:off x="138800" y="886387"/>
            <a:ext cx="4208502" cy="279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0"/>
          <p:cNvSpPr txBox="1"/>
          <p:nvPr/>
        </p:nvSpPr>
        <p:spPr>
          <a:xfrm>
            <a:off x="138806" y="3770075"/>
            <a:ext cx="446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hydrogen atom with 1 electron and a chlorine atom with 17 electrons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9" name="Google Shape;1129;p10"/>
          <p:cNvPicPr preferRelativeResize="0"/>
          <p:nvPr/>
        </p:nvPicPr>
        <p:blipFill rotWithShape="1">
          <a:blip r:embed="rId4">
            <a:alphaModFix/>
          </a:blip>
          <a:srcRect b="13654" l="23003" r="20700" t="13908"/>
          <a:stretch/>
        </p:blipFill>
        <p:spPr>
          <a:xfrm>
            <a:off x="4905156" y="793413"/>
            <a:ext cx="4100043" cy="29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10"/>
          <p:cNvPicPr preferRelativeResize="0"/>
          <p:nvPr/>
        </p:nvPicPr>
        <p:blipFill rotWithShape="1">
          <a:blip r:embed="rId5">
            <a:alphaModFix/>
          </a:blip>
          <a:srcRect b="10562" l="0" r="0" t="13119"/>
          <a:stretch/>
        </p:blipFill>
        <p:spPr>
          <a:xfrm>
            <a:off x="4478101" y="1730918"/>
            <a:ext cx="848250" cy="647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10"/>
          <p:cNvSpPr txBox="1"/>
          <p:nvPr/>
        </p:nvSpPr>
        <p:spPr>
          <a:xfrm>
            <a:off x="4905150" y="3770075"/>
            <a:ext cx="420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hydrogen atom has bonded with the chlorine atom, meaning there is now a shared pair of electrons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0"/>
          <p:cNvSpPr txBox="1"/>
          <p:nvPr>
            <p:ph idx="4294967295" type="ctrTitle"/>
          </p:nvPr>
        </p:nvSpPr>
        <p:spPr>
          <a:xfrm>
            <a:off x="1440150" y="1373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Covalent bonding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20"/>
          <p:cNvSpPr txBox="1"/>
          <p:nvPr/>
        </p:nvSpPr>
        <p:spPr>
          <a:xfrm>
            <a:off x="144750" y="57450"/>
            <a:ext cx="8854500" cy="5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4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Draw covalent molecules for:</a:t>
            </a:r>
            <a:endParaRPr b="1" i="0" sz="24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10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1. Hydrogen (H</a:t>
            </a:r>
            <a:r>
              <a:rPr b="1" baseline="-25000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)  </a:t>
            </a:r>
            <a:r>
              <a:rPr b="1" i="0" lang="en" sz="2400" u="none" cap="none" strike="noStrike">
                <a:solidFill>
                  <a:srgbClr val="374957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endParaRPr b="1" i="0" sz="2400" u="none" cap="none" strike="noStrike">
              <a:solidFill>
                <a:srgbClr val="374957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 = Group 1 in the Periodic table</a:t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2. Oxygen (O</a:t>
            </a:r>
            <a:r>
              <a:rPr b="1" baseline="-25000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i="0" sz="2800" u="none" cap="none" strike="noStrike">
              <a:solidFill>
                <a:srgbClr val="BD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 = Group 6</a:t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3. Water (H</a:t>
            </a:r>
            <a:r>
              <a:rPr b="1" baseline="-25000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O)</a:t>
            </a:r>
            <a:endParaRPr b="1" i="0" sz="2800" u="none" cap="none" strike="noStrike">
              <a:solidFill>
                <a:srgbClr val="BD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b="0" i="0" lang="en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 = </a:t>
            </a: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Group 1 </a:t>
            </a:r>
            <a:r>
              <a:rPr b="0" i="0" lang="en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O = </a:t>
            </a: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Group 6</a:t>
            </a:r>
            <a:endParaRPr b="0" i="0" sz="18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4. Methane (CH</a:t>
            </a:r>
            <a:r>
              <a:rPr b="1" baseline="-25000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i="0" sz="2800" u="none" cap="none" strike="noStrike">
              <a:solidFill>
                <a:srgbClr val="BD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 = with 6 electrons in outer shell, </a:t>
            </a: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 = Group 1</a:t>
            </a:r>
            <a:endParaRPr b="0" i="0" sz="2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5. Ammonia (NH</a:t>
            </a:r>
            <a:r>
              <a:rPr b="1" baseline="-25000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i="0" lang="en" sz="2800" u="none" cap="none" strike="noStrike">
                <a:solidFill>
                  <a:srgbClr val="BD2A35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i="0" sz="2800" u="none" cap="none" strike="noStrike">
              <a:solidFill>
                <a:srgbClr val="BD2A3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 = with 7 electrons in outer shell, H = Group 1</a:t>
            </a:r>
            <a:endParaRPr b="0" i="0" sz="1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Countdown timer with the flip sounds and the bell sound beeps at the start ,the end and a last 10 seconds 🌸&#10;&#10;✔️ 10 Hours Timer&#10;https://youtu.be/YeL9BM7bapc&#10;&#10;✔️ 9 Hours Timer&#10;https://youtu.be/Kw9EG1c4ZMI&#10;&#10;✔️ 8 Hours Timer&#10;https://youtu.be/fkFQfB7QMb8&#10;&#10;✔️ 7 Hours Timer&#10;https://youtu.be/hq_e1_2c5L0&#10;&#10;✔️ 6 Hours Timer&#10;https://youtu.be/Jnjl0JiuCQA&#10;&#10;✔️ 5 Hours Timer&#10;https://youtu.be/XDO1xbd4D3s&#10;&#10;✔️ 4 Hours 30 Minutes Timer&#10;https://youtu.be/UoQPr0Mr0I8&#10;&#10;✔️ 4 Hours Timer&#10;https://youtu.be/1lVa1Rd9dQk&#10;&#10;✔️ 3 Hours 30 Minutes Timer&#10;https://youtu.be/An_GDvR5pkc&#10;&#10;✔️ 3 Hours Timer&#10;https://youtu.be/QdMGnEEMHyU&#10;&#10;✔️ 2 Hours 45 Minutes Timer&#10;https://youtu.be/p3oXxydu9Kc&#10;&#10;✔️ 2 Hours 30 Minutes Timer&#10;https://youtu.be/GiPb1CrAptc&#10;&#10;✔️ 2 Hours Timer&#10;https://youtu.be/9m0S0zk0gDg&#10;&#10;✔️ 1 Hour 40 Minutes Timer&#10;https://youtu.be/KZeSQfnJMH4&#10;&#10;✔️ 90 Minutes Timer&#10;https://youtu.be/GZ88Jfse_UI&#10;&#10;✔️ 80 Minutes Timer&#10;https://youtu.be/ayvQAaxrpco&#10;&#10;✔️ 75 Minutes Timer&#10;https://youtu.be/YFVup7iDcAA&#10;&#10;✔️ 70 Minutes Timer&#10;https://youtu.be/JdJYeqFtTGE&#10;&#10;✔️ 60 Minutes Timer&#10;https://youtu.be/SjbtPguSLlU&#10;&#10;✔️ 55 Minutes Timer&#10;https://youtu.be/i9Y7ioTwUXg&#10;&#10;✔️ 50 Minutes Timer&#10;https://youtu.be/_kl-gnRXDX0&#10;&#10;✔️ 45 Minutes Timer&#10;https://youtu.be/koldybjMFzQ&#10;&#10;✔️ 40 Minutes Timer&#10;https://youtu.be/LPTWMih9qfI&#10;&#10;✔️ 35 Minutes Timer&#10;https://youtu.be/GT03BzhgJ7M&#10;&#10;✔️ 30 Minutes Timer&#10;https://youtu.be/KR89hv_p41Y&#10;&#10;✔️ 25 Minutes Timer&#10;https://youtu.be/inc1TfTvsY0&#10;&#10;💘 20 Minutes Timer&#10;https://youtu.be/dhLj_dohK_E&#10;&#10;✔️ 15 Minutes Timer&#10;https://youtu.be/VH3UIZMGDWg&#10;&#10;✔️ 13 Minutes Timer&#10;https://youtu.be/D3RxKNetW6k&#10;&#10;✔️ 12 Minutes Timer&#10;https://youtu.be/FRcRuyUKNTU&#10;&#10;✔️ 11 Minutes Timer&#10;https://youtu.be/wNAqmjrdIH0&#10;&#10;✔️ 10 Minutes Timer&#10;https://youtu.be/JFmN9ULMPms&#10;&#10;✔️ 9 Minutes Timer&#10;https://youtu.be/GnKqoYNKR44&#10;&#10;✔️ 8 Minutes Timer&#10;https://youtu.be/9202Iwhpsow&#10;&#10;✔️ 7 Minutes Timer&#10;https://youtu.be/DYdbV0aCIaM&#10;&#10;✔️ 6 Minutes Timer&#10;https://youtu.be/WcauDwE4mTg&#10;&#10;✔️ 5 Minutes Timer&#10;https://youtu.be/SyPOM9bl3gM&#10;&#10;✔️ 4 Minutes Timer&#10;https://youtu.be/fJBzdEsonkk&#10;&#10;✔️ 3 Minutes Timer&#10;https://youtu.be/Yyyd6lcCgkc&#10;&#10;✔️ 2 Minutes Timer&#10;https://youtu.be/fLnjyBq04Ro&#10;&#10;✔️ 1 Minute [ VR / 360° ] Countdown Timer &amp; Countup Timer&#10;https://youtu.be/1rGE6R4KTNk&#10;&#10;☑️ 🌸 Sakura Pink 🌸 Flip Clock Timers [ PLAYLIST ]&#10;https://youtube.com/playlist?list=PL7oy-W4T92tJup149Ck9985a5Kj4aiY_h&#10;&#10;☑️ 20 Min Countdown Timers  [ PLAYLIST ]&#10;https://youtube.com/playlist?list=PL7oy-W4T92tIpuz5YPVxK-ZEtnuXdRbXJ" id="1138" name="Google Shape;1138;p20" title="20 Min Countdown Flip Clock Timer / Simple Beeps 🌸🔔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8325" y="265068"/>
            <a:ext cx="3357000" cy="1888307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20"/>
          <p:cNvSpPr/>
          <p:nvPr/>
        </p:nvSpPr>
        <p:spPr>
          <a:xfrm>
            <a:off x="5648325" y="2266950"/>
            <a:ext cx="3357000" cy="2695800"/>
          </a:xfrm>
          <a:prstGeom prst="rect">
            <a:avLst/>
          </a:prstGeom>
          <a:solidFill>
            <a:srgbClr val="E8004C">
              <a:alpha val="8666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Extension: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 Learner’s book page 76 + 77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 </a:t>
            </a:r>
            <a:r>
              <a:rPr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0" i="0" lang="en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xercise 2.4A in Workbook (page 39)</a:t>
            </a:r>
            <a:endParaRPr b="0" i="0" sz="2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1"/>
          <p:cNvSpPr txBox="1"/>
          <p:nvPr>
            <p:ph idx="12" type="sldNum"/>
          </p:nvPr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5" name="Google Shape;1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200" y="414026"/>
            <a:ext cx="8680218" cy="431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2"/>
          <p:cNvSpPr txBox="1"/>
          <p:nvPr/>
        </p:nvSpPr>
        <p:spPr>
          <a:xfrm>
            <a:off x="1390650" y="228600"/>
            <a:ext cx="165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Oxygen: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1" name="Google Shape;1151;p22" title="Screenshot 2025-10-29 at 6.23.2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9075" y="2796400"/>
            <a:ext cx="733425" cy="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22" title="Screenshot 2025-10-29 at 6.23.20 PM.png"/>
          <p:cNvPicPr preferRelativeResize="0"/>
          <p:nvPr/>
        </p:nvPicPr>
        <p:blipFill rotWithShape="1">
          <a:blip r:embed="rId3">
            <a:alphaModFix/>
          </a:blip>
          <a:srcRect b="15182" l="58441" r="0" t="0"/>
          <a:stretch/>
        </p:blipFill>
        <p:spPr>
          <a:xfrm>
            <a:off x="7581900" y="2823188"/>
            <a:ext cx="304800" cy="2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944375"/>
            <a:ext cx="5153025" cy="31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/>
          <p:nvPr/>
        </p:nvSpPr>
        <p:spPr>
          <a:xfrm>
            <a:off x="1133325" y="4109525"/>
            <a:ext cx="7159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Oxygen can share two electrons with another oxygen atom. This creates a </a:t>
            </a:r>
            <a:r>
              <a:rPr b="1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double bond</a:t>
            </a:r>
            <a:r>
              <a:rPr b="0" i="0" lang="en" sz="2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5" name="Google Shape;1155;p22" title="Screenshot 2025-10-29 at 6.23.20 PM.png"/>
          <p:cNvPicPr preferRelativeResize="0"/>
          <p:nvPr/>
        </p:nvPicPr>
        <p:blipFill rotWithShape="1">
          <a:blip r:embed="rId3">
            <a:alphaModFix/>
          </a:blip>
          <a:srcRect b="30809" l="0" r="39599" t="32937"/>
          <a:stretch/>
        </p:blipFill>
        <p:spPr>
          <a:xfrm>
            <a:off x="7839075" y="3018200"/>
            <a:ext cx="453750" cy="131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75651"/>
            <a:ext cx="8839199" cy="3605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688" y="152400"/>
            <a:ext cx="674061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5"/>
          <p:cNvSpPr txBox="1"/>
          <p:nvPr>
            <p:ph idx="12" type="sldNum"/>
          </p:nvPr>
        </p:nvSpPr>
        <p:spPr>
          <a:xfrm>
            <a:off x="8456478" y="129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1" name="Google Shape;1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63" y="129650"/>
            <a:ext cx="8151679" cy="460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6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7" name="Google Shape;1177;p26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6"/>
          <p:cNvSpPr txBox="1"/>
          <p:nvPr/>
        </p:nvSpPr>
        <p:spPr>
          <a:xfrm>
            <a:off x="2972850" y="1740600"/>
            <a:ext cx="3198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NaCl</a:t>
            </a:r>
            <a:endParaRPr b="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9" name="Google Shape;1179;p26"/>
          <p:cNvSpPr txBox="1"/>
          <p:nvPr/>
        </p:nvSpPr>
        <p:spPr>
          <a:xfrm>
            <a:off x="3109125" y="332985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IONIC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7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5" name="Google Shape;1185;p27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7"/>
          <p:cNvSpPr txBox="1"/>
          <p:nvPr/>
        </p:nvSpPr>
        <p:spPr>
          <a:xfrm>
            <a:off x="2586600" y="1740600"/>
            <a:ext cx="397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MgBr</a:t>
            </a:r>
            <a:r>
              <a:rPr b="0" baseline="-2500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7" name="Google Shape;1187;p27"/>
          <p:cNvSpPr txBox="1"/>
          <p:nvPr/>
        </p:nvSpPr>
        <p:spPr>
          <a:xfrm>
            <a:off x="3109125" y="332985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IONIC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28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3" name="Google Shape;1193;p28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8"/>
          <p:cNvSpPr txBox="1"/>
          <p:nvPr/>
        </p:nvSpPr>
        <p:spPr>
          <a:xfrm>
            <a:off x="3698425" y="1740600"/>
            <a:ext cx="262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5" name="Google Shape;1195;p28"/>
          <p:cNvSpPr txBox="1"/>
          <p:nvPr/>
        </p:nvSpPr>
        <p:spPr>
          <a:xfrm>
            <a:off x="3525325" y="353205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COVALENT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9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1" name="Google Shape;1201;p29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9"/>
          <p:cNvSpPr txBox="1"/>
          <p:nvPr/>
        </p:nvSpPr>
        <p:spPr>
          <a:xfrm>
            <a:off x="2220600" y="1740600"/>
            <a:ext cx="4702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baseline="-2500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b="0" baseline="-2500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b="0" baseline="-25000" i="0" sz="96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3" name="Google Shape;1203;p29"/>
          <p:cNvSpPr txBox="1"/>
          <p:nvPr/>
        </p:nvSpPr>
        <p:spPr>
          <a:xfrm>
            <a:off x="3238200" y="352100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COVALENT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0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9" name="Google Shape;1209;p30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0"/>
          <p:cNvSpPr txBox="1"/>
          <p:nvPr/>
        </p:nvSpPr>
        <p:spPr>
          <a:xfrm>
            <a:off x="3551475" y="1740600"/>
            <a:ext cx="300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1" name="Google Shape;1211;p30"/>
          <p:cNvSpPr txBox="1"/>
          <p:nvPr/>
        </p:nvSpPr>
        <p:spPr>
          <a:xfrm>
            <a:off x="3238200" y="3473791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IONIC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1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7" name="Google Shape;1217;p31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31"/>
          <p:cNvSpPr txBox="1"/>
          <p:nvPr/>
        </p:nvSpPr>
        <p:spPr>
          <a:xfrm>
            <a:off x="2963625" y="1740600"/>
            <a:ext cx="3355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CuCl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9" name="Google Shape;1219;p31"/>
          <p:cNvSpPr txBox="1"/>
          <p:nvPr/>
        </p:nvSpPr>
        <p:spPr>
          <a:xfrm>
            <a:off x="3109125" y="332985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IONIC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2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5" name="Google Shape;1225;p32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2"/>
          <p:cNvSpPr txBox="1"/>
          <p:nvPr/>
        </p:nvSpPr>
        <p:spPr>
          <a:xfrm>
            <a:off x="3698425" y="1740600"/>
            <a:ext cx="262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7" name="Google Shape;1227;p32"/>
          <p:cNvSpPr txBox="1"/>
          <p:nvPr/>
        </p:nvSpPr>
        <p:spPr>
          <a:xfrm>
            <a:off x="3238200" y="3521000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COVALENT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33"/>
          <p:cNvSpPr txBox="1"/>
          <p:nvPr>
            <p:ph idx="4294967295" type="ctrTitle"/>
          </p:nvPr>
        </p:nvSpPr>
        <p:spPr>
          <a:xfrm>
            <a:off x="1440150" y="213525"/>
            <a:ext cx="62637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7A86"/>
              </a:buClr>
              <a:buSzPts val="4800"/>
              <a:buFont typeface="Nixie One"/>
              <a:buNone/>
            </a:pPr>
            <a:r>
              <a:rPr b="1" i="0" lang="en" sz="2600" u="none" cap="none" strike="noStrike">
                <a:solidFill>
                  <a:srgbClr val="00ACC3"/>
                </a:solidFill>
                <a:latin typeface="Lato"/>
                <a:ea typeface="Lato"/>
                <a:cs typeface="Lato"/>
                <a:sym typeface="Lato"/>
              </a:rPr>
              <a:t>Ionic or covalent?!</a:t>
            </a:r>
            <a:endParaRPr b="1" i="0" sz="1800" u="none" cap="none" strike="noStrike">
              <a:solidFill>
                <a:srgbClr val="00AC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3" name="Google Shape;1233;p33"/>
          <p:cNvSpPr txBox="1"/>
          <p:nvPr/>
        </p:nvSpPr>
        <p:spPr>
          <a:xfrm>
            <a:off x="1340997" y="4566100"/>
            <a:ext cx="646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D4A00"/>
                </a:solidFill>
                <a:latin typeface="Lato"/>
                <a:ea typeface="Lato"/>
                <a:cs typeface="Lato"/>
                <a:sym typeface="Lato"/>
              </a:rPr>
              <a:t>Think:</a:t>
            </a:r>
            <a:r>
              <a:rPr b="0" i="0" lang="en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How do I know if a compound is ionic or covalent?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3"/>
          <p:cNvSpPr txBox="1"/>
          <p:nvPr/>
        </p:nvSpPr>
        <p:spPr>
          <a:xfrm>
            <a:off x="3698425" y="1740600"/>
            <a:ext cx="2620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" sz="9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</a:t>
            </a:r>
            <a:r>
              <a:rPr b="0" baseline="-25000" i="0" lang="en" sz="9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0" baseline="-25000" i="0" sz="9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5" name="Google Shape;1235;p33"/>
          <p:cNvSpPr txBox="1"/>
          <p:nvPr/>
        </p:nvSpPr>
        <p:spPr>
          <a:xfrm>
            <a:off x="3420525" y="3530575"/>
            <a:ext cx="2667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D2A35"/>
                </a:solidFill>
                <a:latin typeface="Varela Round"/>
                <a:ea typeface="Varela Round"/>
                <a:cs typeface="Varela Round"/>
                <a:sym typeface="Varela Round"/>
              </a:rPr>
              <a:t>COVALENT</a:t>
            </a:r>
            <a:endParaRPr b="1" sz="2400">
              <a:solidFill>
                <a:srgbClr val="BD2A3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ea28146d7f_0_159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1" name="Google Shape;1241;g3ea28146d7f_0_1594" title="Screenshot 2026-06-08 at 2.2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25" y="0"/>
            <a:ext cx="7966524" cy="48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g3ea28146d7f_0_1594"/>
          <p:cNvSpPr/>
          <p:nvPr/>
        </p:nvSpPr>
        <p:spPr>
          <a:xfrm>
            <a:off x="224250" y="3963500"/>
            <a:ext cx="7818900" cy="856200"/>
          </a:xfrm>
          <a:prstGeom prst="rect">
            <a:avLst/>
          </a:prstGeom>
          <a:noFill/>
          <a:ln cap="flat" cmpd="sng" w="38100">
            <a:solidFill>
              <a:srgbClr val="FFA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u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