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16"/>
  </p:notesMasterIdLst>
  <p:sldIdLst>
    <p:sldId id="256" r:id="rId3"/>
    <p:sldId id="257" r:id="rId4"/>
    <p:sldId id="258" r:id="rId5"/>
    <p:sldId id="259" r:id="rId6"/>
    <p:sldId id="260" r:id="rId7"/>
    <p:sldId id="261" r:id="rId8"/>
    <p:sldId id="262" r:id="rId9"/>
    <p:sldId id="267" r:id="rId10"/>
    <p:sldId id="268" r:id="rId11"/>
    <p:sldId id="269" r:id="rId12"/>
    <p:sldId id="270" r:id="rId13"/>
    <p:sldId id="271" r:id="rId14"/>
    <p:sldId id="272" r:id="rId15"/>
  </p:sldIdLst>
  <p:sldSz cx="9144000" cy="5143500" type="screen16x9"/>
  <p:notesSz cx="6858000" cy="9144000"/>
  <p:embeddedFontLst>
    <p:embeddedFont>
      <p:font typeface="Aladin" panose="02000506000000020004" pitchFamily="2" charset="77"/>
      <p:regular r:id="rId17"/>
    </p:embeddedFont>
    <p:embeddedFont>
      <p:font typeface="Baumans" panose="02000506020000020003" pitchFamily="2" charset="0"/>
      <p:regular r:id="rId18"/>
    </p:embeddedFont>
    <p:embeddedFont>
      <p:font typeface="Century Gothic" panose="020B0502020202020204" pitchFamily="34" charset="0"/>
      <p:regular r:id="rId19"/>
      <p:bold r:id="rId20"/>
      <p:italic r:id="rId21"/>
      <p:boldItalic r:id="rId22"/>
    </p:embeddedFont>
    <p:embeddedFont>
      <p:font typeface="Comfortaa" pitchFamily="2" charset="0"/>
      <p:regular r:id="rId23"/>
      <p:bold r:id="rId24"/>
    </p:embeddedFont>
    <p:embeddedFont>
      <p:font typeface="Comic Sans MS" panose="030F0902030302020204" pitchFamily="66" charset="0"/>
      <p:regular r:id="rId25"/>
    </p:embeddedFont>
    <p:embeddedFont>
      <p:font typeface="Delius" panose="02000603000000000000" pitchFamily="2" charset="0"/>
      <p:regular r:id="rId26"/>
    </p:embeddedFont>
    <p:embeddedFont>
      <p:font typeface="Luckiest Guy" panose="02000506000000020004" pitchFamily="2" charset="0"/>
      <p:regular r:id="rId27"/>
    </p:embeddedFont>
    <p:embeddedFont>
      <p:font typeface="Patrick Hand" pitchFamily="2" charset="77"/>
      <p:regular r:id="rId28"/>
    </p:embeddedFont>
    <p:embeddedFont>
      <p:font typeface="Patrick Hand SC" pitchFamily="2" charset="77"/>
      <p:regular r:id="rId29"/>
    </p:embeddedFont>
    <p:embeddedFont>
      <p:font typeface="Poppins" pitchFamily="2" charset="77"/>
      <p:regular r:id="rId30"/>
      <p:bold r:id="rId31"/>
      <p:italic r:id="rId32"/>
      <p:boldItalic r:id="rId33"/>
    </p:embeddedFont>
    <p:embeddedFont>
      <p:font typeface="Tahoma" panose="020B0604030504040204" pitchFamily="3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46"/>
    <p:restoredTop sz="94675"/>
  </p:normalViewPr>
  <p:slideViewPr>
    <p:cSldViewPr snapToGrid="0">
      <p:cViewPr varScale="1">
        <p:scale>
          <a:sx n="102" d="100"/>
          <a:sy n="102" d="100"/>
        </p:scale>
        <p:origin x="200" y="10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ableStyles" Target="tableStyles.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MH-poqMomhk"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youtube.com/watch?v=hLE-5ElGlP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9klE-iUxX0c"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744e07221f_0_2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g3744e07221f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44e07221f_0_2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g3744e07221f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744e07221f_0_2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 sz="1200" u="sng">
                <a:solidFill>
                  <a:schemeClr val="hlink"/>
                </a:solidFill>
                <a:hlinkClick r:id="rId3"/>
              </a:rPr>
              <a:t>https://www.youtube.com/watch?v=MH-poqMomhk</a:t>
            </a:r>
            <a:r>
              <a:rPr lang="en" sz="1200"/>
              <a:t> </a:t>
            </a:r>
            <a:endParaRPr/>
          </a:p>
        </p:txBody>
      </p:sp>
      <p:sp>
        <p:nvSpPr>
          <p:cNvPr id="107" name="Google Shape;107;g3744e07221f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744e07221f_0_2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744e07221f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44e07221f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44e07221f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https://www.youtube.com/watch?v=hLE-5ElGlPM</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44e07221f_0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44e07221f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44e07221f_0_27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3744e07221f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44e07221f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744e07221f_0_3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744e07221f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3744e07221f_0_3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82ca730aa1_0_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82ca730aa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A3 Print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44e07221f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744e07221f_0_3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744e07221f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744e07221f_0_48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u="sng">
                <a:solidFill>
                  <a:schemeClr val="hlink"/>
                </a:solidFill>
                <a:hlinkClick r:id="rId3"/>
              </a:rPr>
              <a:t>https://www.youtube.com/watch?v=9klE-iUxX0c</a:t>
            </a:r>
            <a:r>
              <a:rPr lang="en" sz="1200"/>
              <a:t> </a:t>
            </a:r>
            <a:endParaRP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744e07221f_0_4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p>
        </p:txBody>
      </p:sp>
      <p:sp>
        <p:nvSpPr>
          <p:cNvPr id="260" name="Google Shape;260;g3744e07221f_0_4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685800" y="1497806"/>
            <a:ext cx="7772400" cy="1074000"/>
          </a:xfrm>
          <a:prstGeom prst="rect">
            <a:avLst/>
          </a:prstGeom>
          <a:noFill/>
          <a:ln>
            <a:noFill/>
          </a:ln>
        </p:spPr>
        <p:txBody>
          <a:bodyPr spcFirstLastPara="1" wrap="square" lIns="45700" tIns="45700" rIns="45700" bIns="45700" anchor="b" anchorCtr="0">
            <a:noAutofit/>
          </a:bodyPr>
          <a:lstStyle>
            <a:lvl1pPr lvl="0" algn="ctr">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a:endParaRPr/>
          </a:p>
        </p:txBody>
      </p:sp>
      <p:sp>
        <p:nvSpPr>
          <p:cNvPr id="56" name="Google Shape;56;p14"/>
          <p:cNvSpPr txBox="1">
            <a:spLocks noGrp="1"/>
          </p:cNvSpPr>
          <p:nvPr>
            <p:ph type="body" idx="1"/>
          </p:nvPr>
        </p:nvSpPr>
        <p:spPr>
          <a:xfrm>
            <a:off x="1371600" y="2914650"/>
            <a:ext cx="6400800" cy="1314600"/>
          </a:xfrm>
          <a:prstGeom prst="rect">
            <a:avLst/>
          </a:prstGeom>
          <a:noFill/>
          <a:ln>
            <a:noFill/>
          </a:ln>
        </p:spPr>
        <p:txBody>
          <a:bodyPr spcFirstLastPara="1" wrap="square" lIns="45700" tIns="45700" rIns="45700" bIns="45700" anchor="t" anchorCtr="0">
            <a:noAutofit/>
          </a:bodyPr>
          <a:lstStyle>
            <a:lvl1pPr marL="457200" lvl="0" indent="-228600" algn="ctr">
              <a:lnSpc>
                <a:spcPct val="100000"/>
              </a:lnSpc>
              <a:spcBef>
                <a:spcPts val="700"/>
              </a:spcBef>
              <a:spcAft>
                <a:spcPts val="0"/>
              </a:spcAft>
              <a:buClr>
                <a:srgbClr val="FFFFFF"/>
              </a:buClr>
              <a:buSzPts val="1800"/>
              <a:buNone/>
              <a:defRPr/>
            </a:lvl1pPr>
            <a:lvl2pPr marL="914400" lvl="1" indent="-228600" algn="ctr">
              <a:lnSpc>
                <a:spcPct val="100000"/>
              </a:lnSpc>
              <a:spcBef>
                <a:spcPts val="700"/>
              </a:spcBef>
              <a:spcAft>
                <a:spcPts val="0"/>
              </a:spcAft>
              <a:buClr>
                <a:srgbClr val="FFFFFF"/>
              </a:buClr>
              <a:buSzPts val="1800"/>
              <a:buNone/>
              <a:defRPr/>
            </a:lvl2pPr>
            <a:lvl3pPr marL="1371600" lvl="2" indent="-228600" algn="ctr">
              <a:lnSpc>
                <a:spcPct val="100000"/>
              </a:lnSpc>
              <a:spcBef>
                <a:spcPts val="700"/>
              </a:spcBef>
              <a:spcAft>
                <a:spcPts val="0"/>
              </a:spcAft>
              <a:buClr>
                <a:srgbClr val="FFFFFF"/>
              </a:buClr>
              <a:buSzPts val="1800"/>
              <a:buNone/>
              <a:defRPr/>
            </a:lvl3pPr>
            <a:lvl4pPr marL="1828800" lvl="3" indent="-228600" algn="ctr">
              <a:lnSpc>
                <a:spcPct val="100000"/>
              </a:lnSpc>
              <a:spcBef>
                <a:spcPts val="700"/>
              </a:spcBef>
              <a:spcAft>
                <a:spcPts val="0"/>
              </a:spcAft>
              <a:buClr>
                <a:srgbClr val="FFFFFF"/>
              </a:buClr>
              <a:buSzPts val="1800"/>
              <a:buNone/>
              <a:defRPr/>
            </a:lvl4pPr>
            <a:lvl5pPr marL="2286000" lvl="4" indent="-228600" algn="ctr">
              <a:lnSpc>
                <a:spcPct val="100000"/>
              </a:lnSpc>
              <a:spcBef>
                <a:spcPts val="700"/>
              </a:spcBef>
              <a:spcAft>
                <a:spcPts val="0"/>
              </a:spcAft>
              <a:buClr>
                <a:srgbClr val="FFFFFF"/>
              </a:buClr>
              <a:buSzPts val="1800"/>
              <a:buNone/>
              <a:defRPr/>
            </a:lvl5pPr>
            <a:lvl6pPr marL="2743200" lvl="5" indent="-320040" algn="l">
              <a:lnSpc>
                <a:spcPct val="100000"/>
              </a:lnSpc>
              <a:spcBef>
                <a:spcPts val="700"/>
              </a:spcBef>
              <a:spcAft>
                <a:spcPts val="0"/>
              </a:spcAft>
              <a:buSzPts val="1440"/>
              <a:buChar char="●"/>
              <a:defRPr/>
            </a:lvl6pPr>
            <a:lvl7pPr marL="3200400" lvl="6" indent="-320040" algn="l">
              <a:lnSpc>
                <a:spcPct val="100000"/>
              </a:lnSpc>
              <a:spcBef>
                <a:spcPts val="700"/>
              </a:spcBef>
              <a:spcAft>
                <a:spcPts val="0"/>
              </a:spcAft>
              <a:buSzPts val="1440"/>
              <a:buChar char="●"/>
              <a:defRPr/>
            </a:lvl7pPr>
            <a:lvl8pPr marL="3657600" lvl="7" indent="-320040" algn="l">
              <a:lnSpc>
                <a:spcPct val="100000"/>
              </a:lnSpc>
              <a:spcBef>
                <a:spcPts val="700"/>
              </a:spcBef>
              <a:spcAft>
                <a:spcPts val="0"/>
              </a:spcAft>
              <a:buSzPts val="1440"/>
              <a:buChar char="●"/>
              <a:defRPr/>
            </a:lvl8pPr>
            <a:lvl9pPr marL="4114800" lvl="8" indent="-320040" algn="l">
              <a:lnSpc>
                <a:spcPct val="100000"/>
              </a:lnSpc>
              <a:spcBef>
                <a:spcPts val="700"/>
              </a:spcBef>
              <a:spcAft>
                <a:spcPts val="0"/>
              </a:spcAft>
              <a:buSzPts val="1440"/>
              <a:buChar char="●"/>
              <a:defRPr/>
            </a:lvl9pPr>
          </a:lstStyle>
          <a:p>
            <a:endParaRPr/>
          </a:p>
        </p:txBody>
      </p:sp>
      <p:sp>
        <p:nvSpPr>
          <p:cNvPr id="57" name="Google Shape;57;p14"/>
          <p:cNvSpPr/>
          <p:nvPr/>
        </p:nvSpPr>
        <p:spPr>
          <a:xfrm>
            <a:off x="285750" y="2102644"/>
            <a:ext cx="0" cy="2276478"/>
          </a:xfrm>
          <a:custGeom>
            <a:avLst/>
            <a:gdLst/>
            <a:ahLst/>
            <a:cxnLst/>
            <a:rect l="l" t="t" r="r" b="b"/>
            <a:pathLst>
              <a:path w="120000" h="21600" extrusionOk="0">
                <a:moveTo>
                  <a:pt x="0" y="0"/>
                </a:moveTo>
                <a:lnTo>
                  <a:pt x="0" y="21600"/>
                </a:lnTo>
                <a:lnTo>
                  <a:pt x="0" y="0"/>
                </a:lnTo>
                <a:close/>
              </a:path>
            </a:pathLst>
          </a:custGeom>
          <a:no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8" name="Google Shape;58;p14"/>
          <p:cNvSpPr txBox="1">
            <a:spLocks noGrp="1"/>
          </p:cNvSpPr>
          <p:nvPr>
            <p:ph type="sldNum" idx="12"/>
          </p:nvPr>
        </p:nvSpPr>
        <p:spPr>
          <a:xfrm>
            <a:off x="8384892" y="4824488"/>
            <a:ext cx="301800" cy="216600"/>
          </a:xfrm>
          <a:prstGeom prst="rect">
            <a:avLst/>
          </a:prstGeom>
          <a:noFill/>
          <a:ln>
            <a:noFill/>
          </a:ln>
        </p:spPr>
        <p:txBody>
          <a:bodyPr spcFirstLastPara="1" wrap="square" lIns="45700" tIns="45700" rIns="45700" bIns="45700" anchor="b" anchorCtr="0">
            <a:noAutofit/>
          </a:bodyPr>
          <a:lstStyle>
            <a:lvl1pPr marL="0" marR="0" lvl="0"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type="tx">
  <p:cSld name="TITLE_AND_BODY">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200" y="219075"/>
            <a:ext cx="8229600" cy="1038300"/>
          </a:xfrm>
          <a:prstGeom prst="rect">
            <a:avLst/>
          </a:prstGeom>
          <a:noFill/>
          <a:ln>
            <a:noFill/>
          </a:ln>
        </p:spPr>
        <p:txBody>
          <a:bodyPr spcFirstLastPara="1" wrap="square" lIns="45700" tIns="45700" rIns="45700" bIns="45700" anchor="ctr" anchorCtr="0">
            <a:noAutofit/>
          </a:bodyPr>
          <a:lstStyle>
            <a:lvl1pPr lvl="0" algn="l">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a:endParaRPr/>
          </a:p>
        </p:txBody>
      </p:sp>
      <p:sp>
        <p:nvSpPr>
          <p:cNvPr id="61" name="Google Shape;61;p15"/>
          <p:cNvSpPr txBox="1">
            <a:spLocks noGrp="1"/>
          </p:cNvSpPr>
          <p:nvPr>
            <p:ph type="body" idx="1"/>
          </p:nvPr>
        </p:nvSpPr>
        <p:spPr>
          <a:xfrm>
            <a:off x="457200" y="1428750"/>
            <a:ext cx="8229600" cy="3086100"/>
          </a:xfrm>
          <a:prstGeom prst="rect">
            <a:avLst/>
          </a:prstGeom>
          <a:noFill/>
          <a:ln>
            <a:noFill/>
          </a:ln>
        </p:spPr>
        <p:txBody>
          <a:bodyPr spcFirstLastPara="1" wrap="square" lIns="45700" tIns="45700" rIns="45700" bIns="45700" anchor="t" anchorCtr="0">
            <a:noAutofit/>
          </a:bodyPr>
          <a:lstStyle>
            <a:lvl1pPr marL="457200" lvl="0" indent="-365760" algn="l">
              <a:lnSpc>
                <a:spcPct val="100000"/>
              </a:lnSpc>
              <a:spcBef>
                <a:spcPts val="700"/>
              </a:spcBef>
              <a:spcAft>
                <a:spcPts val="0"/>
              </a:spcAft>
              <a:buSzPts val="2160"/>
              <a:buChar char="❖"/>
              <a:defRPr/>
            </a:lvl1pPr>
            <a:lvl2pPr marL="914400" lvl="1" indent="-342900" algn="l">
              <a:lnSpc>
                <a:spcPct val="100000"/>
              </a:lnSpc>
              <a:spcBef>
                <a:spcPts val="700"/>
              </a:spcBef>
              <a:spcAft>
                <a:spcPts val="0"/>
              </a:spcAft>
              <a:buSzPts val="1800"/>
              <a:buChar char="–"/>
              <a:defRPr/>
            </a:lvl2pPr>
            <a:lvl3pPr marL="1371600" lvl="2" indent="-365760" algn="l">
              <a:lnSpc>
                <a:spcPct val="100000"/>
              </a:lnSpc>
              <a:spcBef>
                <a:spcPts val="700"/>
              </a:spcBef>
              <a:spcAft>
                <a:spcPts val="0"/>
              </a:spcAft>
              <a:buSzPts val="2160"/>
              <a:buChar char="•"/>
              <a:defRPr/>
            </a:lvl3pPr>
            <a:lvl4pPr marL="1828800" lvl="3" indent="-342900" algn="l">
              <a:lnSpc>
                <a:spcPct val="100000"/>
              </a:lnSpc>
              <a:spcBef>
                <a:spcPts val="700"/>
              </a:spcBef>
              <a:spcAft>
                <a:spcPts val="0"/>
              </a:spcAft>
              <a:buSzPts val="1800"/>
              <a:buChar char="–"/>
              <a:defRPr/>
            </a:lvl4pPr>
            <a:lvl5pPr marL="2286000" lvl="4" indent="-320040" algn="l">
              <a:lnSpc>
                <a:spcPct val="100000"/>
              </a:lnSpc>
              <a:spcBef>
                <a:spcPts val="700"/>
              </a:spcBef>
              <a:spcAft>
                <a:spcPts val="0"/>
              </a:spcAft>
              <a:buSzPts val="1440"/>
              <a:buChar char="❖"/>
              <a:defRPr/>
            </a:lvl5pPr>
            <a:lvl6pPr marL="2743200" lvl="5" indent="-320040" algn="l">
              <a:lnSpc>
                <a:spcPct val="100000"/>
              </a:lnSpc>
              <a:spcBef>
                <a:spcPts val="700"/>
              </a:spcBef>
              <a:spcAft>
                <a:spcPts val="0"/>
              </a:spcAft>
              <a:buSzPts val="1440"/>
              <a:buChar char="●"/>
              <a:defRPr/>
            </a:lvl6pPr>
            <a:lvl7pPr marL="3200400" lvl="6" indent="-320040" algn="l">
              <a:lnSpc>
                <a:spcPct val="100000"/>
              </a:lnSpc>
              <a:spcBef>
                <a:spcPts val="700"/>
              </a:spcBef>
              <a:spcAft>
                <a:spcPts val="0"/>
              </a:spcAft>
              <a:buSzPts val="1440"/>
              <a:buChar char="●"/>
              <a:defRPr/>
            </a:lvl7pPr>
            <a:lvl8pPr marL="3657600" lvl="7" indent="-320040" algn="l">
              <a:lnSpc>
                <a:spcPct val="100000"/>
              </a:lnSpc>
              <a:spcBef>
                <a:spcPts val="700"/>
              </a:spcBef>
              <a:spcAft>
                <a:spcPts val="0"/>
              </a:spcAft>
              <a:buSzPts val="1440"/>
              <a:buChar char="●"/>
              <a:defRPr/>
            </a:lvl8pPr>
            <a:lvl9pPr marL="4114800" lvl="8" indent="-320040" algn="l">
              <a:lnSpc>
                <a:spcPct val="100000"/>
              </a:lnSpc>
              <a:spcBef>
                <a:spcPts val="700"/>
              </a:spcBef>
              <a:spcAft>
                <a:spcPts val="0"/>
              </a:spcAft>
              <a:buSzPts val="1440"/>
              <a:buChar char="●"/>
              <a:defRPr/>
            </a:lvl9pPr>
          </a:lstStyle>
          <a:p>
            <a:endParaRPr/>
          </a:p>
        </p:txBody>
      </p:sp>
      <p:sp>
        <p:nvSpPr>
          <p:cNvPr id="62" name="Google Shape;62;p15"/>
          <p:cNvSpPr txBox="1">
            <a:spLocks noGrp="1"/>
          </p:cNvSpPr>
          <p:nvPr>
            <p:ph type="sldNum" idx="12"/>
          </p:nvPr>
        </p:nvSpPr>
        <p:spPr>
          <a:xfrm>
            <a:off x="8384892" y="4824488"/>
            <a:ext cx="301800" cy="216600"/>
          </a:xfrm>
          <a:prstGeom prst="rect">
            <a:avLst/>
          </a:prstGeom>
          <a:noFill/>
          <a:ln>
            <a:noFill/>
          </a:ln>
        </p:spPr>
        <p:txBody>
          <a:bodyPr spcFirstLastPara="1" wrap="square" lIns="45700" tIns="45700" rIns="45700" bIns="45700" anchor="b" anchorCtr="0">
            <a:noAutofit/>
          </a:bodyPr>
          <a:lstStyle>
            <a:lvl1pPr marL="0" marR="0" lvl="0"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type="blank">
  <p:cSld name="BLANK">
    <p:bg>
      <p:bgPr>
        <a:solidFill>
          <a:srgbClr val="EFEFEF"/>
        </a:solid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5" name="Google Shape;65;p1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7"/>
        <p:cNvGrpSpPr/>
        <p:nvPr/>
      </p:nvGrpSpPr>
      <p:grpSpPr>
        <a:xfrm>
          <a:off x="0" y="0"/>
          <a:ext cx="0" cy="0"/>
          <a:chOff x="0" y="0"/>
          <a:chExt cx="0" cy="0"/>
        </a:xfrm>
      </p:grpSpPr>
      <p:pic>
        <p:nvPicPr>
          <p:cNvPr id="68" name="Google Shape;68;p17" descr="Powepoint_PDST_Graphics-02.png"/>
          <p:cNvPicPr preferRelativeResize="0"/>
          <p:nvPr/>
        </p:nvPicPr>
        <p:blipFill rotWithShape="1">
          <a:blip r:embed="rId2">
            <a:alphaModFix/>
          </a:blip>
          <a:srcRect/>
          <a:stretch/>
        </p:blipFill>
        <p:spPr>
          <a:xfrm>
            <a:off x="0" y="0"/>
            <a:ext cx="6858002" cy="5143499"/>
          </a:xfrm>
          <a:prstGeom prst="rect">
            <a:avLst/>
          </a:prstGeom>
          <a:noFill/>
          <a:ln>
            <a:noFill/>
          </a:ln>
        </p:spPr>
      </p:pic>
      <p:sp>
        <p:nvSpPr>
          <p:cNvPr id="69" name="Google Shape;69;p17"/>
          <p:cNvSpPr txBox="1">
            <a:spLocks noGrp="1"/>
          </p:cNvSpPr>
          <p:nvPr>
            <p:ph type="sldNum" idx="12"/>
          </p:nvPr>
        </p:nvSpPr>
        <p:spPr>
          <a:xfrm>
            <a:off x="4419600" y="4629150"/>
            <a:ext cx="2133600" cy="276300"/>
          </a:xfrm>
          <a:prstGeom prst="rect">
            <a:avLst/>
          </a:prstGeom>
          <a:noFill/>
          <a:ln>
            <a:noFill/>
          </a:ln>
        </p:spPr>
        <p:txBody>
          <a:bodyPr spcFirstLastPara="1" wrap="square" lIns="45700" tIns="45700" rIns="45700" bIns="45700" anchor="ctr" anchorCtr="0">
            <a:noAutofit/>
          </a:bodyPr>
          <a:lstStyle>
            <a:lvl1pPr marL="0" marR="0" lvl="0"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1pPr>
            <a:lvl2pPr marL="0" marR="0" lvl="1"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2pPr>
            <a:lvl3pPr marL="0" marR="0" lvl="2"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3pPr>
            <a:lvl4pPr marL="0" marR="0" lvl="3"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4pPr>
            <a:lvl5pPr marL="0" marR="0" lvl="4"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5pPr>
            <a:lvl6pPr marL="0" marR="0" lvl="5"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6pPr>
            <a:lvl7pPr marL="0" marR="0" lvl="6"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7pPr>
            <a:lvl8pPr marL="0" marR="0" lvl="7"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8pPr>
            <a:lvl9pPr marL="0" marR="0" lvl="8" indent="0" algn="r">
              <a:lnSpc>
                <a:spcPct val="100000"/>
              </a:lnSpc>
              <a:spcBef>
                <a:spcPts val="0"/>
              </a:spcBef>
              <a:spcAft>
                <a:spcPts val="0"/>
              </a:spcAft>
              <a:buClr>
                <a:srgbClr val="000000"/>
              </a:buClr>
              <a:buSzPts val="1200"/>
              <a:buFont typeface="Comic Sans MS"/>
              <a:buNone/>
              <a:defRPr sz="1200" b="0" i="0" u="none" strike="noStrike" cap="none">
                <a:solidFill>
                  <a:srgbClr val="000000"/>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
              <a:t>‹#›</a:t>
            </a:fld>
            <a:endParaRPr sz="1400">
              <a:solidFill>
                <a:srgbClr val="FFFFFF"/>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fault">
  <p:cSld name="Default 2">
    <p:spTree>
      <p:nvGrpSpPr>
        <p:cNvPr id="1" name="Shape 70"/>
        <p:cNvGrpSpPr/>
        <p:nvPr/>
      </p:nvGrpSpPr>
      <p:grpSpPr>
        <a:xfrm>
          <a:off x="0" y="0"/>
          <a:ext cx="0" cy="0"/>
          <a:chOff x="0" y="0"/>
          <a:chExt cx="0" cy="0"/>
        </a:xfrm>
      </p:grpSpPr>
      <p:sp>
        <p:nvSpPr>
          <p:cNvPr id="71" name="Google Shape;71;p18"/>
          <p:cNvSpPr txBox="1">
            <a:spLocks noGrp="1"/>
          </p:cNvSpPr>
          <p:nvPr>
            <p:ph type="sldNum" idx="12"/>
          </p:nvPr>
        </p:nvSpPr>
        <p:spPr>
          <a:xfrm>
            <a:off x="8384892" y="4683919"/>
            <a:ext cx="301800" cy="216600"/>
          </a:xfrm>
          <a:prstGeom prst="rect">
            <a:avLst/>
          </a:prstGeom>
          <a:noFill/>
          <a:ln>
            <a:noFill/>
          </a:ln>
        </p:spPr>
        <p:txBody>
          <a:bodyPr spcFirstLastPara="1" wrap="square" lIns="45700" tIns="45700" rIns="45700"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FFFFFF"/>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efault">
  <p:cSld name="Default 3">
    <p:spTree>
      <p:nvGrpSpPr>
        <p:cNvPr id="1" name="Shape 72"/>
        <p:cNvGrpSpPr/>
        <p:nvPr/>
      </p:nvGrpSpPr>
      <p:grpSpPr>
        <a:xfrm>
          <a:off x="0" y="0"/>
          <a:ext cx="0" cy="0"/>
          <a:chOff x="0" y="0"/>
          <a:chExt cx="0" cy="0"/>
        </a:xfrm>
      </p:grpSpPr>
      <p:sp>
        <p:nvSpPr>
          <p:cNvPr id="73" name="Google Shape;73;p19"/>
          <p:cNvSpPr txBox="1">
            <a:spLocks noGrp="1"/>
          </p:cNvSpPr>
          <p:nvPr>
            <p:ph type="sldNum" idx="12"/>
          </p:nvPr>
        </p:nvSpPr>
        <p:spPr>
          <a:xfrm>
            <a:off x="8384892" y="4824488"/>
            <a:ext cx="301800" cy="216600"/>
          </a:xfrm>
          <a:prstGeom prst="rect">
            <a:avLst/>
          </a:prstGeom>
          <a:noFill/>
          <a:ln>
            <a:noFill/>
          </a:ln>
        </p:spPr>
        <p:txBody>
          <a:bodyPr spcFirstLastPara="1" wrap="square" lIns="45700" tIns="45700" rIns="45700" bIns="45700" anchor="b" anchorCtr="0">
            <a:noAutofit/>
          </a:bodyPr>
          <a:lstStyle>
            <a:lvl1pPr marL="0" marR="0" lvl="0"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74"/>
        <p:cNvGrpSpPr/>
        <p:nvPr/>
      </p:nvGrpSpPr>
      <p:grpSpPr>
        <a:xfrm>
          <a:off x="0" y="0"/>
          <a:ext cx="0" cy="0"/>
          <a:chOff x="0" y="0"/>
          <a:chExt cx="0" cy="0"/>
        </a:xfrm>
      </p:grpSpPr>
      <p:sp>
        <p:nvSpPr>
          <p:cNvPr id="75" name="Google Shape;75;p20"/>
          <p:cNvSpPr txBox="1">
            <a:spLocks noGrp="1"/>
          </p:cNvSpPr>
          <p:nvPr>
            <p:ph type="ctrTitle"/>
          </p:nvPr>
        </p:nvSpPr>
        <p:spPr>
          <a:xfrm>
            <a:off x="311708" y="744575"/>
            <a:ext cx="8520600" cy="2052600"/>
          </a:xfrm>
          <a:prstGeom prst="rect">
            <a:avLst/>
          </a:prstGeom>
        </p:spPr>
        <p:txBody>
          <a:bodyPr spcFirstLastPara="1" wrap="square" lIns="45700" tIns="45700" rIns="45700" bIns="4570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76" name="Google Shape;76;p20"/>
          <p:cNvSpPr txBox="1">
            <a:spLocks noGrp="1"/>
          </p:cNvSpPr>
          <p:nvPr>
            <p:ph type="subTitle" idx="1"/>
          </p:nvPr>
        </p:nvSpPr>
        <p:spPr>
          <a:xfrm>
            <a:off x="311700" y="2834125"/>
            <a:ext cx="8520600" cy="792600"/>
          </a:xfrm>
          <a:prstGeom prst="rect">
            <a:avLst/>
          </a:prstGeom>
        </p:spPr>
        <p:txBody>
          <a:bodyPr spcFirstLastPara="1" wrap="square" lIns="45700" tIns="45700" rIns="45700" bIns="45700" anchor="t" anchorCtr="0">
            <a:noAutofit/>
          </a:bodyPr>
          <a:lstStyle>
            <a:lvl1pPr lvl="0" algn="ctr">
              <a:lnSpc>
                <a:spcPct val="100000"/>
              </a:lnSpc>
              <a:spcBef>
                <a:spcPts val="700"/>
              </a:spcBef>
              <a:spcAft>
                <a:spcPts val="0"/>
              </a:spcAft>
              <a:buSzPts val="2800"/>
              <a:buNone/>
              <a:defRPr sz="2800"/>
            </a:lvl1pPr>
            <a:lvl2pPr lvl="1" algn="ctr">
              <a:lnSpc>
                <a:spcPct val="100000"/>
              </a:lnSpc>
              <a:spcBef>
                <a:spcPts val="700"/>
              </a:spcBef>
              <a:spcAft>
                <a:spcPts val="0"/>
              </a:spcAft>
              <a:buSzPts val="2800"/>
              <a:buNone/>
              <a:defRPr sz="2800"/>
            </a:lvl2pPr>
            <a:lvl3pPr lvl="2" algn="ctr">
              <a:lnSpc>
                <a:spcPct val="100000"/>
              </a:lnSpc>
              <a:spcBef>
                <a:spcPts val="700"/>
              </a:spcBef>
              <a:spcAft>
                <a:spcPts val="0"/>
              </a:spcAft>
              <a:buSzPts val="2800"/>
              <a:buNone/>
              <a:defRPr sz="2800"/>
            </a:lvl3pPr>
            <a:lvl4pPr lvl="3" algn="ctr">
              <a:lnSpc>
                <a:spcPct val="100000"/>
              </a:lnSpc>
              <a:spcBef>
                <a:spcPts val="700"/>
              </a:spcBef>
              <a:spcAft>
                <a:spcPts val="0"/>
              </a:spcAft>
              <a:buSzPts val="2800"/>
              <a:buNone/>
              <a:defRPr sz="2800"/>
            </a:lvl4pPr>
            <a:lvl5pPr lvl="4" algn="ctr">
              <a:lnSpc>
                <a:spcPct val="100000"/>
              </a:lnSpc>
              <a:spcBef>
                <a:spcPts val="700"/>
              </a:spcBef>
              <a:spcAft>
                <a:spcPts val="0"/>
              </a:spcAft>
              <a:buSzPts val="2800"/>
              <a:buNone/>
              <a:defRPr sz="2800"/>
            </a:lvl5pPr>
            <a:lvl6pPr lvl="5" algn="ctr">
              <a:lnSpc>
                <a:spcPct val="100000"/>
              </a:lnSpc>
              <a:spcBef>
                <a:spcPts val="700"/>
              </a:spcBef>
              <a:spcAft>
                <a:spcPts val="0"/>
              </a:spcAft>
              <a:buSzPts val="2800"/>
              <a:buNone/>
              <a:defRPr sz="2800"/>
            </a:lvl6pPr>
            <a:lvl7pPr lvl="6" algn="ctr">
              <a:lnSpc>
                <a:spcPct val="100000"/>
              </a:lnSpc>
              <a:spcBef>
                <a:spcPts val="700"/>
              </a:spcBef>
              <a:spcAft>
                <a:spcPts val="0"/>
              </a:spcAft>
              <a:buSzPts val="2800"/>
              <a:buNone/>
              <a:defRPr sz="2800"/>
            </a:lvl7pPr>
            <a:lvl8pPr lvl="7" algn="ctr">
              <a:lnSpc>
                <a:spcPct val="100000"/>
              </a:lnSpc>
              <a:spcBef>
                <a:spcPts val="700"/>
              </a:spcBef>
              <a:spcAft>
                <a:spcPts val="0"/>
              </a:spcAft>
              <a:buSzPts val="2800"/>
              <a:buNone/>
              <a:defRPr sz="2800"/>
            </a:lvl8pPr>
            <a:lvl9pPr lvl="8" algn="ctr">
              <a:lnSpc>
                <a:spcPct val="100000"/>
              </a:lnSpc>
              <a:spcBef>
                <a:spcPts val="700"/>
              </a:spcBef>
              <a:spcAft>
                <a:spcPts val="0"/>
              </a:spcAft>
              <a:buSzPts val="2800"/>
              <a:buNone/>
              <a:defRPr sz="2800"/>
            </a:lvl9pPr>
          </a:lstStyle>
          <a:p>
            <a:endParaRPr/>
          </a:p>
        </p:txBody>
      </p:sp>
      <p:sp>
        <p:nvSpPr>
          <p:cNvPr id="77" name="Google Shape;77;p20"/>
          <p:cNvSpPr txBox="1">
            <a:spLocks noGrp="1"/>
          </p:cNvSpPr>
          <p:nvPr>
            <p:ph type="sldNum" idx="12"/>
          </p:nvPr>
        </p:nvSpPr>
        <p:spPr>
          <a:xfrm>
            <a:off x="8472458" y="4663217"/>
            <a:ext cx="548700" cy="393600"/>
          </a:xfrm>
          <a:prstGeom prst="rect">
            <a:avLst/>
          </a:prstGeom>
        </p:spPr>
        <p:txBody>
          <a:bodyPr spcFirstLastPara="1" wrap="square" lIns="45700" tIns="45700" rIns="45700" bIns="457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TITLE_2">
    <p:spTree>
      <p:nvGrpSpPr>
        <p:cNvPr id="1" name="Shape 78"/>
        <p:cNvGrpSpPr/>
        <p:nvPr/>
      </p:nvGrpSpPr>
      <p:grpSpPr>
        <a:xfrm>
          <a:off x="0" y="0"/>
          <a:ext cx="0" cy="0"/>
          <a:chOff x="0" y="0"/>
          <a:chExt cx="0" cy="0"/>
        </a:xfrm>
      </p:grpSpPr>
      <p:sp>
        <p:nvSpPr>
          <p:cNvPr id="79" name="Google Shape;79;p2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0" name="Google Shape;80;p2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1" name="Google Shape;8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1">
  <p:cSld name="TITLE_3">
    <p:spTree>
      <p:nvGrpSpPr>
        <p:cNvPr id="1" name="Shape 82"/>
        <p:cNvGrpSpPr/>
        <p:nvPr/>
      </p:nvGrpSpPr>
      <p:grpSpPr>
        <a:xfrm>
          <a:off x="0" y="0"/>
          <a:ext cx="0" cy="0"/>
          <a:chOff x="0" y="0"/>
          <a:chExt cx="0" cy="0"/>
        </a:xfrm>
      </p:grpSpPr>
      <p:sp>
        <p:nvSpPr>
          <p:cNvPr id="83" name="Google Shape;83;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4" name="Google Shape;84;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5" name="Google Shape;8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69056"/>
            <a:ext cx="8229600" cy="1131000"/>
          </a:xfrm>
          <a:prstGeom prst="rect">
            <a:avLst/>
          </a:prstGeom>
          <a:noFill/>
          <a:ln>
            <a:noFill/>
          </a:ln>
        </p:spPr>
        <p:txBody>
          <a:bodyPr spcFirstLastPara="1" wrap="square" lIns="45700" tIns="45700" rIns="45700" bIns="45700" anchor="ctr" anchorCtr="0">
            <a:noAutofit/>
          </a:bodyPr>
          <a:lstStyle>
            <a:lvl1pPr marR="0" lvl="0"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1pPr>
            <a:lvl2pPr marR="0" lvl="1"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2pPr>
            <a:lvl3pPr marR="0" lvl="2"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3pPr>
            <a:lvl4pPr marR="0" lvl="3"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4pPr>
            <a:lvl5pPr marR="0" lvl="4"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5pPr>
            <a:lvl6pPr marR="0" lvl="5"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6pPr>
            <a:lvl7pPr marR="0" lvl="6"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7pPr>
            <a:lvl8pPr marR="0" lvl="7"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8pPr>
            <a:lvl9pPr marR="0" lvl="8" algn="l">
              <a:lnSpc>
                <a:spcPct val="100000"/>
              </a:lnSpc>
              <a:spcBef>
                <a:spcPts val="0"/>
              </a:spcBef>
              <a:spcAft>
                <a:spcPts val="0"/>
              </a:spcAft>
              <a:buClr>
                <a:srgbClr val="FFFFFF"/>
              </a:buClr>
              <a:buSzPts val="4400"/>
              <a:buFont typeface="Tahoma"/>
              <a:buNone/>
              <a:defRPr sz="4400" b="0" i="0" u="none" strike="noStrike" cap="none">
                <a:solidFill>
                  <a:srgbClr val="FFFFFF"/>
                </a:solidFill>
                <a:latin typeface="Tahoma"/>
                <a:ea typeface="Tahoma"/>
                <a:cs typeface="Tahoma"/>
                <a:sym typeface="Tahoma"/>
              </a:defRPr>
            </a:lvl9pPr>
          </a:lstStyle>
          <a:p>
            <a:endParaRPr/>
          </a:p>
        </p:txBody>
      </p:sp>
      <p:sp>
        <p:nvSpPr>
          <p:cNvPr id="52" name="Google Shape;52;p13"/>
          <p:cNvSpPr txBox="1">
            <a:spLocks noGrp="1"/>
          </p:cNvSpPr>
          <p:nvPr>
            <p:ph type="body" idx="1"/>
          </p:nvPr>
        </p:nvSpPr>
        <p:spPr>
          <a:xfrm>
            <a:off x="457200" y="1200150"/>
            <a:ext cx="8229600" cy="3943200"/>
          </a:xfrm>
          <a:prstGeom prst="rect">
            <a:avLst/>
          </a:prstGeom>
          <a:noFill/>
          <a:ln>
            <a:noFill/>
          </a:ln>
        </p:spPr>
        <p:txBody>
          <a:bodyPr spcFirstLastPara="1" wrap="square" lIns="45700" tIns="45700" rIns="45700" bIns="45700" anchor="t" anchorCtr="0">
            <a:noAutofit/>
          </a:bodyPr>
          <a:lstStyle>
            <a:lvl1pPr marL="457200" marR="0" lvl="0" indent="-472440" algn="l">
              <a:lnSpc>
                <a:spcPct val="100000"/>
              </a:lnSpc>
              <a:spcBef>
                <a:spcPts val="700"/>
              </a:spcBef>
              <a:spcAft>
                <a:spcPts val="0"/>
              </a:spcAft>
              <a:buClr>
                <a:srgbClr val="FFCC00"/>
              </a:buClr>
              <a:buSzPts val="3840"/>
              <a:buFont typeface="Tahoma"/>
              <a:buChar char="❖"/>
              <a:defRPr sz="3200" b="0" i="0" u="none" strike="noStrike" cap="none">
                <a:solidFill>
                  <a:srgbClr val="FFFFFF"/>
                </a:solidFill>
                <a:latin typeface="Tahoma"/>
                <a:ea typeface="Tahoma"/>
                <a:cs typeface="Tahoma"/>
                <a:sym typeface="Tahoma"/>
              </a:defRPr>
            </a:lvl1pPr>
            <a:lvl2pPr marL="914400" marR="0" lvl="1" indent="-431800" algn="l">
              <a:lnSpc>
                <a:spcPct val="100000"/>
              </a:lnSpc>
              <a:spcBef>
                <a:spcPts val="700"/>
              </a:spcBef>
              <a:spcAft>
                <a:spcPts val="0"/>
              </a:spcAft>
              <a:buClr>
                <a:srgbClr val="FFCC00"/>
              </a:buClr>
              <a:buSzPts val="3200"/>
              <a:buFont typeface="Tahoma"/>
              <a:buChar char="–"/>
              <a:defRPr sz="3200" b="0" i="0" u="none" strike="noStrike" cap="none">
                <a:solidFill>
                  <a:srgbClr val="FFFFFF"/>
                </a:solidFill>
                <a:latin typeface="Tahoma"/>
                <a:ea typeface="Tahoma"/>
                <a:cs typeface="Tahoma"/>
                <a:sym typeface="Tahoma"/>
              </a:defRPr>
            </a:lvl2pPr>
            <a:lvl3pPr marL="1371600" marR="0" lvl="2" indent="-472440" algn="l">
              <a:lnSpc>
                <a:spcPct val="100000"/>
              </a:lnSpc>
              <a:spcBef>
                <a:spcPts val="700"/>
              </a:spcBef>
              <a:spcAft>
                <a:spcPts val="0"/>
              </a:spcAft>
              <a:buClr>
                <a:srgbClr val="FFCC00"/>
              </a:buClr>
              <a:buSzPts val="3840"/>
              <a:buFont typeface="Tahoma"/>
              <a:buChar char="•"/>
              <a:defRPr sz="3200" b="0" i="0" u="none" strike="noStrike" cap="none">
                <a:solidFill>
                  <a:srgbClr val="FFFFFF"/>
                </a:solidFill>
                <a:latin typeface="Tahoma"/>
                <a:ea typeface="Tahoma"/>
                <a:cs typeface="Tahoma"/>
                <a:sym typeface="Tahoma"/>
              </a:defRPr>
            </a:lvl3pPr>
            <a:lvl4pPr marL="1828800" marR="0" lvl="3" indent="-431800" algn="l">
              <a:lnSpc>
                <a:spcPct val="100000"/>
              </a:lnSpc>
              <a:spcBef>
                <a:spcPts val="700"/>
              </a:spcBef>
              <a:spcAft>
                <a:spcPts val="0"/>
              </a:spcAft>
              <a:buClr>
                <a:srgbClr val="FFCC00"/>
              </a:buClr>
              <a:buSzPts val="3200"/>
              <a:buFont typeface="Tahoma"/>
              <a:buChar char="–"/>
              <a:defRPr sz="3200" b="0" i="0" u="none" strike="noStrike" cap="none">
                <a:solidFill>
                  <a:srgbClr val="FFFFFF"/>
                </a:solidFill>
                <a:latin typeface="Tahoma"/>
                <a:ea typeface="Tahoma"/>
                <a:cs typeface="Tahoma"/>
                <a:sym typeface="Tahoma"/>
              </a:defRPr>
            </a:lvl4pPr>
            <a:lvl5pPr marL="2286000" marR="0" lvl="4" indent="-391160" algn="l">
              <a:lnSpc>
                <a:spcPct val="100000"/>
              </a:lnSpc>
              <a:spcBef>
                <a:spcPts val="700"/>
              </a:spcBef>
              <a:spcAft>
                <a:spcPts val="0"/>
              </a:spcAft>
              <a:buClr>
                <a:srgbClr val="FFCC00"/>
              </a:buClr>
              <a:buSzPts val="2560"/>
              <a:buFont typeface="Tahoma"/>
              <a:buChar char="❖"/>
              <a:defRPr sz="3200" b="0" i="0" u="none" strike="noStrike" cap="none">
                <a:solidFill>
                  <a:srgbClr val="FFFFFF"/>
                </a:solidFill>
                <a:latin typeface="Tahoma"/>
                <a:ea typeface="Tahoma"/>
                <a:cs typeface="Tahoma"/>
                <a:sym typeface="Tahoma"/>
              </a:defRPr>
            </a:lvl5pPr>
            <a:lvl6pPr marL="2743200" marR="0" lvl="5" indent="-391160" algn="l">
              <a:lnSpc>
                <a:spcPct val="100000"/>
              </a:lnSpc>
              <a:spcBef>
                <a:spcPts val="700"/>
              </a:spcBef>
              <a:spcAft>
                <a:spcPts val="0"/>
              </a:spcAft>
              <a:buClr>
                <a:srgbClr val="FFCC00"/>
              </a:buClr>
              <a:buSzPts val="2560"/>
              <a:buFont typeface="Tahoma"/>
              <a:buChar char="●"/>
              <a:defRPr sz="3200" b="0" i="0" u="none" strike="noStrike" cap="none">
                <a:solidFill>
                  <a:srgbClr val="FFFFFF"/>
                </a:solidFill>
                <a:latin typeface="Tahoma"/>
                <a:ea typeface="Tahoma"/>
                <a:cs typeface="Tahoma"/>
                <a:sym typeface="Tahoma"/>
              </a:defRPr>
            </a:lvl6pPr>
            <a:lvl7pPr marL="3200400" marR="0" lvl="6" indent="-391160" algn="l">
              <a:lnSpc>
                <a:spcPct val="100000"/>
              </a:lnSpc>
              <a:spcBef>
                <a:spcPts val="700"/>
              </a:spcBef>
              <a:spcAft>
                <a:spcPts val="0"/>
              </a:spcAft>
              <a:buClr>
                <a:srgbClr val="FFCC00"/>
              </a:buClr>
              <a:buSzPts val="2560"/>
              <a:buFont typeface="Tahoma"/>
              <a:buChar char="●"/>
              <a:defRPr sz="3200" b="0" i="0" u="none" strike="noStrike" cap="none">
                <a:solidFill>
                  <a:srgbClr val="FFFFFF"/>
                </a:solidFill>
                <a:latin typeface="Tahoma"/>
                <a:ea typeface="Tahoma"/>
                <a:cs typeface="Tahoma"/>
                <a:sym typeface="Tahoma"/>
              </a:defRPr>
            </a:lvl7pPr>
            <a:lvl8pPr marL="3657600" marR="0" lvl="7" indent="-391160" algn="l">
              <a:lnSpc>
                <a:spcPct val="100000"/>
              </a:lnSpc>
              <a:spcBef>
                <a:spcPts val="700"/>
              </a:spcBef>
              <a:spcAft>
                <a:spcPts val="0"/>
              </a:spcAft>
              <a:buClr>
                <a:srgbClr val="FFCC00"/>
              </a:buClr>
              <a:buSzPts val="2560"/>
              <a:buFont typeface="Tahoma"/>
              <a:buChar char="●"/>
              <a:defRPr sz="3200" b="0" i="0" u="none" strike="noStrike" cap="none">
                <a:solidFill>
                  <a:srgbClr val="FFFFFF"/>
                </a:solidFill>
                <a:latin typeface="Tahoma"/>
                <a:ea typeface="Tahoma"/>
                <a:cs typeface="Tahoma"/>
                <a:sym typeface="Tahoma"/>
              </a:defRPr>
            </a:lvl8pPr>
            <a:lvl9pPr marL="4114800" marR="0" lvl="8" indent="-391160" algn="l">
              <a:lnSpc>
                <a:spcPct val="100000"/>
              </a:lnSpc>
              <a:spcBef>
                <a:spcPts val="700"/>
              </a:spcBef>
              <a:spcAft>
                <a:spcPts val="0"/>
              </a:spcAft>
              <a:buClr>
                <a:srgbClr val="FFCC00"/>
              </a:buClr>
              <a:buSzPts val="2560"/>
              <a:buFont typeface="Tahoma"/>
              <a:buChar char="●"/>
              <a:defRPr sz="3200" b="0" i="0" u="none" strike="noStrike" cap="none">
                <a:solidFill>
                  <a:srgbClr val="FFFFFF"/>
                </a:solidFill>
                <a:latin typeface="Tahoma"/>
                <a:ea typeface="Tahoma"/>
                <a:cs typeface="Tahoma"/>
                <a:sym typeface="Tahoma"/>
              </a:defRPr>
            </a:lvl9pPr>
          </a:lstStyle>
          <a:p>
            <a:endParaRPr/>
          </a:p>
        </p:txBody>
      </p:sp>
      <p:sp>
        <p:nvSpPr>
          <p:cNvPr id="53" name="Google Shape;53;p13"/>
          <p:cNvSpPr txBox="1">
            <a:spLocks noGrp="1"/>
          </p:cNvSpPr>
          <p:nvPr>
            <p:ph type="sldNum" idx="12"/>
          </p:nvPr>
        </p:nvSpPr>
        <p:spPr>
          <a:xfrm>
            <a:off x="8384892" y="4824488"/>
            <a:ext cx="301800" cy="216600"/>
          </a:xfrm>
          <a:prstGeom prst="rect">
            <a:avLst/>
          </a:prstGeom>
          <a:noFill/>
          <a:ln>
            <a:noFill/>
          </a:ln>
        </p:spPr>
        <p:txBody>
          <a:bodyPr spcFirstLastPara="1" wrap="square" lIns="45700" tIns="45700" rIns="45700" bIns="45700" anchor="b" anchorCtr="0">
            <a:noAutofit/>
          </a:bodyPr>
          <a:lstStyle>
            <a:lvl1pPr marL="0" marR="0" lvl="0"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400"/>
              <a:buFont typeface="Arial"/>
              <a:buNone/>
              <a:defRPr sz="14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hyperlink" Target="https://dashboard.blooket.com/set/68995ed4237ec264f45f01ef"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video" Target="https://www.youtube.com/embed/MH-poqMomhk?feature=oembed" TargetMode="Externa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video" Target="https://www.youtube.com/embed/hLE-5ElGlPM?feature=oembed" TargetMode="Externa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9klE-iUxX0c" TargetMode="External"/><Relationship Id="rId2" Type="http://schemas.openxmlformats.org/officeDocument/2006/relationships/notesSlide" Target="../notesSlides/notesSlide12.xml"/><Relationship Id="rId1" Type="http://schemas.openxmlformats.org/officeDocument/2006/relationships/slideLayout" Target="../slideLayouts/slideLayout20.xml"/><Relationship Id="rId5" Type="http://schemas.openxmlformats.org/officeDocument/2006/relationships/image" Target="../media/image7.pn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3"/>
          <p:cNvPicPr preferRelativeResize="0"/>
          <p:nvPr/>
        </p:nvPicPr>
        <p:blipFill rotWithShape="1">
          <a:blip r:embed="rId3">
            <a:alphaModFix/>
          </a:blip>
          <a:srcRect/>
          <a:stretch/>
        </p:blipFill>
        <p:spPr>
          <a:xfrm>
            <a:off x="185272" y="186900"/>
            <a:ext cx="1288075" cy="924475"/>
          </a:xfrm>
          <a:prstGeom prst="rect">
            <a:avLst/>
          </a:prstGeom>
          <a:noFill/>
          <a:ln>
            <a:noFill/>
          </a:ln>
        </p:spPr>
      </p:pic>
      <p:pic>
        <p:nvPicPr>
          <p:cNvPr id="91" name="Google Shape;91;p23"/>
          <p:cNvPicPr preferRelativeResize="0"/>
          <p:nvPr/>
        </p:nvPicPr>
        <p:blipFill rotWithShape="1">
          <a:blip r:embed="rId4">
            <a:alphaModFix/>
          </a:blip>
          <a:srcRect/>
          <a:stretch/>
        </p:blipFill>
        <p:spPr>
          <a:xfrm>
            <a:off x="185275" y="1566263"/>
            <a:ext cx="4692275" cy="2010975"/>
          </a:xfrm>
          <a:prstGeom prst="rect">
            <a:avLst/>
          </a:prstGeom>
          <a:noFill/>
          <a:ln>
            <a:noFill/>
          </a:ln>
        </p:spPr>
      </p:pic>
      <p:sp>
        <p:nvSpPr>
          <p:cNvPr id="92" name="Google Shape;92;p23"/>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93" name="Google Shape;93;p23"/>
          <p:cNvSpPr txBox="1"/>
          <p:nvPr/>
        </p:nvSpPr>
        <p:spPr>
          <a:xfrm>
            <a:off x="185275" y="3829075"/>
            <a:ext cx="8674800" cy="55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400" b="1">
                <a:latin typeface="Baumans"/>
                <a:ea typeface="Baumans"/>
                <a:cs typeface="Baumans"/>
                <a:sym typeface="Baumans"/>
              </a:rPr>
              <a:t>What can you remember about Y7 &amp; 8 History?</a:t>
            </a:r>
            <a:endParaRPr sz="2000"/>
          </a:p>
        </p:txBody>
      </p:sp>
      <p:pic>
        <p:nvPicPr>
          <p:cNvPr id="94" name="Google Shape;94;p23">
            <a:hlinkClick r:id="rId5"/>
          </p:cNvPr>
          <p:cNvPicPr preferRelativeResize="0"/>
          <p:nvPr/>
        </p:nvPicPr>
        <p:blipFill>
          <a:blip r:embed="rId6">
            <a:alphaModFix/>
          </a:blip>
          <a:stretch>
            <a:fillRect/>
          </a:stretch>
        </p:blipFill>
        <p:spPr>
          <a:xfrm>
            <a:off x="5512450" y="2081758"/>
            <a:ext cx="3314701" cy="9799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a:spLocks noGrp="1"/>
          </p:cNvSpPr>
          <p:nvPr>
            <p:ph type="subTitle" idx="4294967295"/>
          </p:nvPr>
        </p:nvSpPr>
        <p:spPr>
          <a:xfrm>
            <a:off x="339550" y="2081100"/>
            <a:ext cx="5211000" cy="1582800"/>
          </a:xfrm>
          <a:prstGeom prst="rect">
            <a:avLst/>
          </a:prstGeom>
          <a:noFill/>
          <a:ln>
            <a:noFill/>
          </a:ln>
        </p:spPr>
        <p:txBody>
          <a:bodyPr spcFirstLastPara="1" wrap="square" lIns="45700" tIns="45700" rIns="45700" bIns="45700" anchor="t" anchorCtr="0">
            <a:noAutofit/>
          </a:bodyPr>
          <a:lstStyle/>
          <a:p>
            <a:pPr marL="609600" marR="0" lvl="0" indent="-609600" algn="l" rtl="0">
              <a:lnSpc>
                <a:spcPct val="115000"/>
              </a:lnSpc>
              <a:spcBef>
                <a:spcPts val="0"/>
              </a:spcBef>
              <a:spcAft>
                <a:spcPts val="0"/>
              </a:spcAft>
              <a:buClr>
                <a:srgbClr val="FFFFFF"/>
              </a:buClr>
              <a:buSzPts val="2800"/>
              <a:buFont typeface="Tahoma"/>
              <a:buNone/>
            </a:pPr>
            <a:r>
              <a:rPr lang="en" sz="2000" b="1" i="0" u="none" strike="noStrike" cap="none">
                <a:solidFill>
                  <a:srgbClr val="000000"/>
                </a:solidFill>
                <a:latin typeface="Baumans"/>
                <a:ea typeface="Baumans"/>
                <a:cs typeface="Baumans"/>
                <a:sym typeface="Baumans"/>
              </a:rPr>
              <a:t>Learning Objectives:</a:t>
            </a:r>
            <a:endParaRPr sz="2000" b="1" i="0" u="none" strike="noStrike" cap="none">
              <a:solidFill>
                <a:srgbClr val="000000"/>
              </a:solidFill>
              <a:latin typeface="Baumans"/>
              <a:ea typeface="Baumans"/>
              <a:cs typeface="Baumans"/>
              <a:sym typeface="Baumans"/>
            </a:endParaRPr>
          </a:p>
          <a:p>
            <a:pPr marL="609600" marR="0" lvl="0" indent="-523240" algn="l" rtl="0">
              <a:lnSpc>
                <a:spcPct val="115000"/>
              </a:lnSpc>
              <a:spcBef>
                <a:spcPts val="600"/>
              </a:spcBef>
              <a:spcAft>
                <a:spcPts val="0"/>
              </a:spcAft>
              <a:buClr>
                <a:srgbClr val="000000"/>
              </a:buClr>
              <a:buSzPts val="2000"/>
              <a:buFont typeface="Baumans"/>
              <a:buChar char="●"/>
            </a:pPr>
            <a:r>
              <a:rPr lang="en" sz="2000" b="0" i="0" u="none" strike="noStrike" cap="none">
                <a:solidFill>
                  <a:srgbClr val="000000"/>
                </a:solidFill>
                <a:latin typeface="Baumans"/>
                <a:ea typeface="Baumans"/>
                <a:cs typeface="Baumans"/>
                <a:sym typeface="Baumans"/>
              </a:rPr>
              <a:t>To </a:t>
            </a:r>
            <a:r>
              <a:rPr lang="en" sz="2000">
                <a:solidFill>
                  <a:srgbClr val="000000"/>
                </a:solidFill>
                <a:latin typeface="Baumans"/>
                <a:ea typeface="Baumans"/>
                <a:cs typeface="Baumans"/>
                <a:sym typeface="Baumans"/>
              </a:rPr>
              <a:t>recap the skills that we use in History.</a:t>
            </a:r>
            <a:endParaRPr sz="2000">
              <a:solidFill>
                <a:srgbClr val="000000"/>
              </a:solidFill>
              <a:latin typeface="Baumans"/>
              <a:ea typeface="Baumans"/>
              <a:cs typeface="Baumans"/>
              <a:sym typeface="Baumans"/>
            </a:endParaRPr>
          </a:p>
          <a:p>
            <a:pPr marL="609600" marR="0" lvl="0" indent="-523240" algn="l" rtl="0">
              <a:lnSpc>
                <a:spcPct val="115000"/>
              </a:lnSpc>
              <a:spcBef>
                <a:spcPts val="600"/>
              </a:spcBef>
              <a:spcAft>
                <a:spcPts val="0"/>
              </a:spcAft>
              <a:buClr>
                <a:srgbClr val="000000"/>
              </a:buClr>
              <a:buSzPts val="2000"/>
              <a:buFont typeface="Baumans"/>
              <a:buChar char="●"/>
            </a:pPr>
            <a:r>
              <a:rPr lang="en" sz="2000">
                <a:solidFill>
                  <a:srgbClr val="000000"/>
                </a:solidFill>
                <a:latin typeface="Baumans"/>
                <a:ea typeface="Baumans"/>
                <a:cs typeface="Baumans"/>
                <a:sym typeface="Baumans"/>
              </a:rPr>
              <a:t>To examine evidence to carry out a historical investigation.</a:t>
            </a:r>
            <a:endParaRPr sz="2000">
              <a:solidFill>
                <a:srgbClr val="000000"/>
              </a:solidFill>
              <a:latin typeface="Baumans"/>
              <a:ea typeface="Baumans"/>
              <a:cs typeface="Baumans"/>
              <a:sym typeface="Baumans"/>
            </a:endParaRPr>
          </a:p>
        </p:txBody>
      </p:sp>
      <p:pic>
        <p:nvPicPr>
          <p:cNvPr id="100" name="Google Shape;100;p24"/>
          <p:cNvPicPr preferRelativeResize="0"/>
          <p:nvPr/>
        </p:nvPicPr>
        <p:blipFill rotWithShape="1">
          <a:blip r:embed="rId3">
            <a:alphaModFix/>
          </a:blip>
          <a:srcRect/>
          <a:stretch/>
        </p:blipFill>
        <p:spPr>
          <a:xfrm>
            <a:off x="6330750" y="1871312"/>
            <a:ext cx="1708925" cy="1792675"/>
          </a:xfrm>
          <a:prstGeom prst="rect">
            <a:avLst/>
          </a:prstGeom>
          <a:noFill/>
          <a:ln>
            <a:noFill/>
          </a:ln>
        </p:spPr>
      </p:pic>
      <p:sp>
        <p:nvSpPr>
          <p:cNvPr id="101" name="Google Shape;101;p24"/>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02" name="Google Shape;102;p24"/>
          <p:cNvSpPr txBox="1"/>
          <p:nvPr/>
        </p:nvSpPr>
        <p:spPr>
          <a:xfrm>
            <a:off x="226950" y="977875"/>
            <a:ext cx="8520600" cy="7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000000"/>
                </a:solidFill>
                <a:highlight>
                  <a:srgbClr val="FFFFFF"/>
                </a:highlight>
                <a:latin typeface="Baumans"/>
                <a:ea typeface="Baumans"/>
                <a:cs typeface="Baumans"/>
                <a:sym typeface="Baumans"/>
              </a:rPr>
              <a:t>Enquiry question:</a:t>
            </a:r>
            <a:r>
              <a:rPr lang="en" sz="2000">
                <a:solidFill>
                  <a:srgbClr val="000000"/>
                </a:solidFill>
                <a:highlight>
                  <a:srgbClr val="FFFFFF"/>
                </a:highlight>
                <a:latin typeface="Baumans"/>
                <a:ea typeface="Baumans"/>
                <a:cs typeface="Baumans"/>
                <a:sym typeface="Baumans"/>
              </a:rPr>
              <a:t> </a:t>
            </a:r>
            <a:r>
              <a:rPr lang="en" sz="2000">
                <a:highlight>
                  <a:srgbClr val="FFFFFF"/>
                </a:highlight>
                <a:latin typeface="Baumans"/>
                <a:ea typeface="Baumans"/>
                <a:cs typeface="Baumans"/>
                <a:sym typeface="Baumans"/>
              </a:rPr>
              <a:t>How does studying the past help us understand ourselves, our communities and our role in shaping the future?</a:t>
            </a:r>
            <a:endParaRPr sz="2000">
              <a:solidFill>
                <a:srgbClr val="000000"/>
              </a:solidFill>
              <a:highlight>
                <a:srgbClr val="FFFFFF"/>
              </a:highlight>
              <a:latin typeface="Baumans"/>
              <a:ea typeface="Baumans"/>
              <a:cs typeface="Baumans"/>
              <a:sym typeface="Baumans"/>
            </a:endParaRPr>
          </a:p>
        </p:txBody>
      </p:sp>
      <p:pic>
        <p:nvPicPr>
          <p:cNvPr id="103" name="Google Shape;103;p24"/>
          <p:cNvPicPr preferRelativeResize="0"/>
          <p:nvPr/>
        </p:nvPicPr>
        <p:blipFill rotWithShape="1">
          <a:blip r:embed="rId4">
            <a:alphaModFix/>
          </a:blip>
          <a:srcRect l="21185" t="9642" r="22635" b="8645"/>
          <a:stretch/>
        </p:blipFill>
        <p:spPr>
          <a:xfrm>
            <a:off x="253875" y="3764825"/>
            <a:ext cx="1289225" cy="970600"/>
          </a:xfrm>
          <a:prstGeom prst="rect">
            <a:avLst/>
          </a:prstGeom>
          <a:noFill/>
          <a:ln>
            <a:noFill/>
          </a:ln>
        </p:spPr>
      </p:pic>
      <p:sp>
        <p:nvSpPr>
          <p:cNvPr id="104" name="Google Shape;104;p24"/>
          <p:cNvSpPr txBox="1"/>
          <p:nvPr/>
        </p:nvSpPr>
        <p:spPr>
          <a:xfrm>
            <a:off x="1543100" y="3880675"/>
            <a:ext cx="71775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a:latin typeface="Century Gothic"/>
                <a:ea typeface="Century Gothic"/>
                <a:cs typeface="Century Gothic"/>
                <a:sym typeface="Century Gothic"/>
              </a:rPr>
              <a:t>History: </a:t>
            </a:r>
            <a:r>
              <a:rPr lang="en" sz="1800">
                <a:latin typeface="Century Gothic"/>
                <a:ea typeface="Century Gothic"/>
                <a:cs typeface="Century Gothic"/>
                <a:sym typeface="Century Gothic"/>
              </a:rPr>
              <a:t>The study of the past, telling the stories of people, places, and events.</a:t>
            </a:r>
            <a:endParaRPr sz="1800" i="0" u="none" strike="noStrike" cap="none">
              <a:solidFill>
                <a:srgbClr val="000000"/>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5"/>
          <p:cNvSpPr txBox="1"/>
          <p:nvPr/>
        </p:nvSpPr>
        <p:spPr>
          <a:xfrm>
            <a:off x="4374525" y="1132700"/>
            <a:ext cx="4671000" cy="3051574"/>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SzPts val="1800"/>
              <a:buFont typeface="Baumans"/>
              <a:buAutoNum type="arabicPeriod"/>
            </a:pPr>
            <a:r>
              <a:rPr lang="en" sz="1800" dirty="0">
                <a:latin typeface="Baumans"/>
                <a:ea typeface="Baumans"/>
                <a:cs typeface="Baumans"/>
                <a:sym typeface="Baumans"/>
              </a:rPr>
              <a:t>How can studying past events help us make better decisions for the future?</a:t>
            </a:r>
            <a:endParaRPr sz="1800" dirty="0">
              <a:latin typeface="Baumans"/>
              <a:ea typeface="Baumans"/>
              <a:cs typeface="Baumans"/>
              <a:sym typeface="Baumans"/>
            </a:endParaRPr>
          </a:p>
          <a:p>
            <a:pPr marL="800100" marR="0" lvl="0" indent="-342900" algn="l" rtl="0">
              <a:lnSpc>
                <a:spcPct val="115000"/>
              </a:lnSpc>
              <a:spcBef>
                <a:spcPts val="0"/>
              </a:spcBef>
              <a:spcAft>
                <a:spcPts val="0"/>
              </a:spcAft>
              <a:buFont typeface="+mj-lt"/>
              <a:buAutoNum type="arabicPeriod"/>
            </a:pPr>
            <a:endParaRPr sz="1800" dirty="0">
              <a:latin typeface="Baumans"/>
              <a:ea typeface="Baumans"/>
              <a:cs typeface="Baumans"/>
              <a:sym typeface="Baumans"/>
            </a:endParaRPr>
          </a:p>
          <a:p>
            <a:pPr marL="457200" marR="0" lvl="0" indent="-342900" algn="l" rtl="0">
              <a:lnSpc>
                <a:spcPct val="115000"/>
              </a:lnSpc>
              <a:spcBef>
                <a:spcPts val="0"/>
              </a:spcBef>
              <a:spcAft>
                <a:spcPts val="0"/>
              </a:spcAft>
              <a:buSzPts val="1800"/>
              <a:buFont typeface="Baumans"/>
              <a:buAutoNum type="arabicPeriod"/>
            </a:pPr>
            <a:r>
              <a:rPr lang="en" sz="1800" dirty="0">
                <a:latin typeface="Baumans"/>
                <a:ea typeface="Baumans"/>
                <a:cs typeface="Baumans"/>
                <a:sym typeface="Baumans"/>
              </a:rPr>
              <a:t>Can ordinary people have a big impact on history? Why/why not?</a:t>
            </a:r>
            <a:endParaRPr sz="1800" dirty="0">
              <a:latin typeface="Baumans"/>
              <a:ea typeface="Baumans"/>
              <a:cs typeface="Baumans"/>
              <a:sym typeface="Baumans"/>
            </a:endParaRPr>
          </a:p>
          <a:p>
            <a:pPr marL="800100" marR="0" lvl="0" indent="-342900" algn="l" rtl="0">
              <a:lnSpc>
                <a:spcPct val="115000"/>
              </a:lnSpc>
              <a:spcBef>
                <a:spcPts val="0"/>
              </a:spcBef>
              <a:spcAft>
                <a:spcPts val="0"/>
              </a:spcAft>
              <a:buFont typeface="+mj-lt"/>
              <a:buAutoNum type="arabicPeriod"/>
            </a:pPr>
            <a:endParaRPr sz="1800" dirty="0">
              <a:latin typeface="Baumans"/>
              <a:ea typeface="Baumans"/>
              <a:cs typeface="Baumans"/>
              <a:sym typeface="Baumans"/>
            </a:endParaRPr>
          </a:p>
          <a:p>
            <a:pPr marL="457200" marR="0" lvl="0" indent="-342900" algn="l" rtl="0">
              <a:lnSpc>
                <a:spcPct val="115000"/>
              </a:lnSpc>
              <a:spcBef>
                <a:spcPts val="0"/>
              </a:spcBef>
              <a:spcAft>
                <a:spcPts val="0"/>
              </a:spcAft>
              <a:buSzPts val="1800"/>
              <a:buFont typeface="Baumans"/>
              <a:buAutoNum type="arabicPeriod"/>
            </a:pPr>
            <a:r>
              <a:rPr lang="en" sz="1800" dirty="0">
                <a:latin typeface="Baumans"/>
                <a:ea typeface="Baumans"/>
                <a:cs typeface="Baumans"/>
                <a:sym typeface="Baumans"/>
              </a:rPr>
              <a:t>In what ways might understanding history help you make sense of problems or issues in today’s world?</a:t>
            </a:r>
            <a:endParaRPr sz="1800" dirty="0">
              <a:latin typeface="Baumans"/>
              <a:ea typeface="Baumans"/>
              <a:cs typeface="Baumans"/>
              <a:sym typeface="Baumans"/>
            </a:endParaRPr>
          </a:p>
        </p:txBody>
      </p:sp>
      <p:sp>
        <p:nvSpPr>
          <p:cNvPr id="110" name="Google Shape;110;p25"/>
          <p:cNvSpPr txBox="1"/>
          <p:nvPr/>
        </p:nvSpPr>
        <p:spPr>
          <a:xfrm>
            <a:off x="169200" y="4083775"/>
            <a:ext cx="86580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Font typeface="Comic Sans MS"/>
              <a:buAutoNum type="arabicPeriod"/>
            </a:pPr>
            <a:r>
              <a:rPr lang="en">
                <a:highlight>
                  <a:srgbClr val="FEF7F0"/>
                </a:highlight>
                <a:latin typeface="Comic Sans MS"/>
                <a:ea typeface="Comic Sans MS"/>
                <a:cs typeface="Comic Sans MS"/>
                <a:sym typeface="Comic Sans MS"/>
              </a:rPr>
              <a:t>By showing us what worked and what didn’t in the past.</a:t>
            </a:r>
            <a:endParaRPr>
              <a:highlight>
                <a:srgbClr val="FEF7F0"/>
              </a:highlight>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AutoNum type="arabicPeriod"/>
            </a:pPr>
            <a:r>
              <a:rPr lang="en">
                <a:highlight>
                  <a:srgbClr val="FEF7F0"/>
                </a:highlight>
                <a:latin typeface="Comic Sans MS"/>
                <a:ea typeface="Comic Sans MS"/>
                <a:cs typeface="Comic Sans MS"/>
                <a:sym typeface="Comic Sans MS"/>
              </a:rPr>
              <a:t>Everyone can! Through protests, inventions, or community action</a:t>
            </a:r>
            <a:endParaRPr>
              <a:highlight>
                <a:srgbClr val="FEF7F0"/>
              </a:highlight>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AutoNum type="arabicPeriod"/>
            </a:pPr>
            <a:r>
              <a:rPr lang="en">
                <a:highlight>
                  <a:srgbClr val="FEF7F0"/>
                </a:highlight>
                <a:latin typeface="Comic Sans MS"/>
                <a:ea typeface="Comic Sans MS"/>
                <a:cs typeface="Comic Sans MS"/>
                <a:sym typeface="Comic Sans MS"/>
              </a:rPr>
              <a:t>It helps spot patterns and connections between past and present</a:t>
            </a:r>
            <a:endParaRPr>
              <a:highlight>
                <a:srgbClr val="FEF7F0"/>
              </a:highlight>
              <a:latin typeface="Comic Sans MS"/>
              <a:ea typeface="Comic Sans MS"/>
              <a:cs typeface="Comic Sans MS"/>
              <a:sym typeface="Comic Sans MS"/>
            </a:endParaRPr>
          </a:p>
        </p:txBody>
      </p:sp>
      <p:sp>
        <p:nvSpPr>
          <p:cNvPr id="111" name="Google Shape;111;p25"/>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12" name="Google Shape;112;p25"/>
          <p:cNvSpPr txBox="1"/>
          <p:nvPr/>
        </p:nvSpPr>
        <p:spPr>
          <a:xfrm>
            <a:off x="510100" y="792600"/>
            <a:ext cx="56730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Why should we study history?</a:t>
            </a:r>
            <a:endParaRPr sz="2400" b="1" u="sng">
              <a:latin typeface="Patrick Hand SC"/>
              <a:ea typeface="Patrick Hand SC"/>
              <a:cs typeface="Patrick Hand SC"/>
              <a:sym typeface="Patrick Hand SC"/>
            </a:endParaRPr>
          </a:p>
        </p:txBody>
      </p:sp>
      <p:pic>
        <p:nvPicPr>
          <p:cNvPr id="113" name="Google Shape;113;p25"/>
          <p:cNvPicPr preferRelativeResize="0"/>
          <p:nvPr/>
        </p:nvPicPr>
        <p:blipFill>
          <a:blip r:embed="rId4">
            <a:alphaModFix/>
          </a:blip>
          <a:stretch>
            <a:fillRect/>
          </a:stretch>
        </p:blipFill>
        <p:spPr>
          <a:xfrm>
            <a:off x="154125" y="890913"/>
            <a:ext cx="355974" cy="355974"/>
          </a:xfrm>
          <a:prstGeom prst="rect">
            <a:avLst/>
          </a:prstGeom>
          <a:noFill/>
          <a:ln>
            <a:noFill/>
          </a:ln>
        </p:spPr>
      </p:pic>
      <p:pic>
        <p:nvPicPr>
          <p:cNvPr id="2" name="Online Media 1" descr="Why Study History?">
            <a:hlinkClick r:id="" action="ppaction://media"/>
            <a:extLst>
              <a:ext uri="{FF2B5EF4-FFF2-40B4-BE49-F238E27FC236}">
                <a16:creationId xmlns:a16="http://schemas.microsoft.com/office/drawing/2014/main" id="{8FA0DD23-1F15-B511-5FD6-5747BF5CC636}"/>
              </a:ext>
            </a:extLst>
          </p:cNvPr>
          <p:cNvPicPr>
            <a:picLocks noRot="1" noChangeAspect="1"/>
          </p:cNvPicPr>
          <p:nvPr>
            <a:videoFile r:link="rId1"/>
          </p:nvPr>
        </p:nvPicPr>
        <p:blipFill>
          <a:blip r:embed="rId5"/>
          <a:stretch>
            <a:fillRect/>
          </a:stretch>
        </p:blipFill>
        <p:spPr>
          <a:xfrm>
            <a:off x="169200" y="1391750"/>
            <a:ext cx="4213142" cy="2380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seq concurrent="1" nextAc="seek">
              <p:cTn id="20" restart="whenNotActive" fill="hold" evtFilter="cancelBubble" nodeType="interactiveSeq">
                <p:stCondLst>
                  <p:cond evt="onClick" delay="0">
                    <p:tgtEl>
                      <p:spTgt spid="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6"/>
          <p:cNvSpPr txBox="1"/>
          <p:nvPr/>
        </p:nvSpPr>
        <p:spPr>
          <a:xfrm>
            <a:off x="1869150" y="4497000"/>
            <a:ext cx="84876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0" i="0" u="none" strike="noStrike" cap="none">
              <a:solidFill>
                <a:srgbClr val="0000FF"/>
              </a:solidFill>
              <a:latin typeface="Arial"/>
              <a:ea typeface="Arial"/>
              <a:cs typeface="Arial"/>
              <a:sym typeface="Arial"/>
            </a:endParaRPr>
          </a:p>
        </p:txBody>
      </p:sp>
      <p:sp>
        <p:nvSpPr>
          <p:cNvPr id="121" name="Google Shape;121;p26"/>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22" name="Google Shape;122;p26"/>
          <p:cNvSpPr txBox="1"/>
          <p:nvPr/>
        </p:nvSpPr>
        <p:spPr>
          <a:xfrm>
            <a:off x="510100" y="792600"/>
            <a:ext cx="56730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Why should we study history?</a:t>
            </a:r>
            <a:endParaRPr sz="2400" b="1" u="sng">
              <a:latin typeface="Patrick Hand SC"/>
              <a:ea typeface="Patrick Hand SC"/>
              <a:cs typeface="Patrick Hand SC"/>
              <a:sym typeface="Patrick Hand SC"/>
            </a:endParaRPr>
          </a:p>
        </p:txBody>
      </p:sp>
      <p:pic>
        <p:nvPicPr>
          <p:cNvPr id="123" name="Google Shape;123;p26"/>
          <p:cNvPicPr preferRelativeResize="0"/>
          <p:nvPr/>
        </p:nvPicPr>
        <p:blipFill>
          <a:blip r:embed="rId3">
            <a:alphaModFix/>
          </a:blip>
          <a:stretch>
            <a:fillRect/>
          </a:stretch>
        </p:blipFill>
        <p:spPr>
          <a:xfrm>
            <a:off x="154125" y="890913"/>
            <a:ext cx="355974" cy="355974"/>
          </a:xfrm>
          <a:prstGeom prst="rect">
            <a:avLst/>
          </a:prstGeom>
          <a:noFill/>
          <a:ln>
            <a:noFill/>
          </a:ln>
        </p:spPr>
      </p:pic>
      <p:sp>
        <p:nvSpPr>
          <p:cNvPr id="124" name="Google Shape;124;p26"/>
          <p:cNvSpPr txBox="1"/>
          <p:nvPr/>
        </p:nvSpPr>
        <p:spPr>
          <a:xfrm>
            <a:off x="4283075" y="973988"/>
            <a:ext cx="4512000" cy="3370123"/>
          </a:xfrm>
          <a:prstGeom prst="rect">
            <a:avLst/>
          </a:prstGeom>
          <a:noFill/>
          <a:ln>
            <a:noFill/>
          </a:ln>
        </p:spPr>
        <p:txBody>
          <a:bodyPr spcFirstLastPara="1" wrap="square" lIns="91425" tIns="91425" rIns="91425" bIns="91425" anchor="t" anchorCtr="0">
            <a:spAutoFit/>
          </a:bodyPr>
          <a:lstStyle/>
          <a:p>
            <a:pPr marL="285750" indent="-285750">
              <a:lnSpc>
                <a:spcPct val="115000"/>
              </a:lnSpc>
              <a:buSzPts val="4400"/>
              <a:buFont typeface="Arial" panose="020B0604020202020204" pitchFamily="34" charset="0"/>
              <a:buChar char="•"/>
            </a:pPr>
            <a:r>
              <a:rPr lang="en" sz="1800" dirty="0">
                <a:solidFill>
                  <a:schemeClr val="tx2"/>
                </a:solidFill>
                <a:latin typeface="Baumans"/>
                <a:ea typeface="Baumans"/>
                <a:cs typeface="Baumans"/>
                <a:sym typeface="Baumans"/>
              </a:rPr>
              <a:t>The history we share brings people together and helps us feel part of the same community. </a:t>
            </a:r>
          </a:p>
          <a:p>
            <a:pPr marL="285750" indent="-285750">
              <a:lnSpc>
                <a:spcPct val="115000"/>
              </a:lnSpc>
              <a:buSzPts val="4400"/>
              <a:buFont typeface="Arial" panose="020B0604020202020204" pitchFamily="34" charset="0"/>
              <a:buChar char="•"/>
            </a:pPr>
            <a:r>
              <a:rPr lang="en" sz="1800" dirty="0">
                <a:solidFill>
                  <a:schemeClr val="tx2"/>
                </a:solidFill>
                <a:latin typeface="Baumans"/>
                <a:ea typeface="Baumans"/>
                <a:cs typeface="Baumans"/>
                <a:sym typeface="Baumans"/>
              </a:rPr>
              <a:t>Helps us understand and fix the problems we face today.</a:t>
            </a:r>
          </a:p>
          <a:p>
            <a:pPr marL="285750" lvl="0" indent="-285750" algn="l" rtl="0">
              <a:lnSpc>
                <a:spcPct val="115000"/>
              </a:lnSpc>
              <a:spcBef>
                <a:spcPts val="0"/>
              </a:spcBef>
              <a:spcAft>
                <a:spcPts val="0"/>
              </a:spcAft>
              <a:buFont typeface="Arial" panose="020B0604020202020204" pitchFamily="34" charset="0"/>
              <a:buChar char="•"/>
            </a:pPr>
            <a:r>
              <a:rPr lang="en" sz="1800" dirty="0">
                <a:solidFill>
                  <a:schemeClr val="tx2"/>
                </a:solidFill>
                <a:latin typeface="Baumans"/>
                <a:ea typeface="Baumans"/>
                <a:cs typeface="Baumans"/>
                <a:sym typeface="Baumans"/>
              </a:rPr>
              <a:t>Studying history improves our </a:t>
            </a:r>
            <a:r>
              <a:rPr lang="en" sz="1800" dirty="0" err="1">
                <a:solidFill>
                  <a:schemeClr val="tx2"/>
                </a:solidFill>
                <a:latin typeface="Baumans"/>
                <a:ea typeface="Baumans"/>
                <a:cs typeface="Baumans"/>
                <a:sym typeface="Baumans"/>
              </a:rPr>
              <a:t>organisational</a:t>
            </a:r>
            <a:r>
              <a:rPr lang="en" sz="1800" dirty="0">
                <a:solidFill>
                  <a:schemeClr val="tx2"/>
                </a:solidFill>
                <a:latin typeface="Baumans"/>
                <a:ea typeface="Baumans"/>
                <a:cs typeface="Baumans"/>
                <a:sym typeface="Baumans"/>
              </a:rPr>
              <a:t> skills and teaches us how to think carefully and critically. </a:t>
            </a:r>
          </a:p>
          <a:p>
            <a:pPr marL="285750" lvl="0" indent="-285750" algn="l" rtl="0">
              <a:lnSpc>
                <a:spcPct val="115000"/>
              </a:lnSpc>
              <a:spcBef>
                <a:spcPts val="0"/>
              </a:spcBef>
              <a:spcAft>
                <a:spcPts val="0"/>
              </a:spcAft>
              <a:buFont typeface="Arial" panose="020B0604020202020204" pitchFamily="34" charset="0"/>
              <a:buChar char="•"/>
            </a:pPr>
            <a:r>
              <a:rPr lang="en" sz="1800" dirty="0">
                <a:solidFill>
                  <a:schemeClr val="tx2"/>
                </a:solidFill>
                <a:latin typeface="Baumans"/>
                <a:ea typeface="Baumans"/>
                <a:cs typeface="Baumans"/>
                <a:sym typeface="Baumans"/>
              </a:rPr>
              <a:t>It gives us greater respect and understanding for the people around us</a:t>
            </a:r>
            <a:r>
              <a:rPr lang="en" sz="1800" dirty="0">
                <a:latin typeface="Baumans"/>
                <a:ea typeface="Baumans"/>
                <a:cs typeface="Baumans"/>
                <a:sym typeface="Baumans"/>
              </a:rPr>
              <a:t>.</a:t>
            </a:r>
            <a:endParaRPr sz="1800" dirty="0"/>
          </a:p>
        </p:txBody>
      </p:sp>
      <p:pic>
        <p:nvPicPr>
          <p:cNvPr id="125" name="Google Shape;125;p26" title="Screenshot 2025-08-08 at 12.18.03 PM.png"/>
          <p:cNvPicPr preferRelativeResize="0"/>
          <p:nvPr/>
        </p:nvPicPr>
        <p:blipFill>
          <a:blip r:embed="rId4">
            <a:alphaModFix/>
          </a:blip>
          <a:stretch>
            <a:fillRect/>
          </a:stretch>
        </p:blipFill>
        <p:spPr>
          <a:xfrm>
            <a:off x="154125" y="1316700"/>
            <a:ext cx="4030026" cy="33953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7"/>
          <p:cNvSpPr txBox="1"/>
          <p:nvPr/>
        </p:nvSpPr>
        <p:spPr>
          <a:xfrm>
            <a:off x="4574975" y="1316700"/>
            <a:ext cx="4401900" cy="120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000000"/>
                </a:solidFill>
                <a:highlight>
                  <a:srgbClr val="00FF00"/>
                </a:highlight>
                <a:latin typeface="Delius"/>
                <a:ea typeface="Delius"/>
                <a:cs typeface="Delius"/>
                <a:sym typeface="Delius"/>
              </a:rPr>
              <a:t>Activity:</a:t>
            </a:r>
            <a:r>
              <a:rPr lang="en" sz="1800">
                <a:solidFill>
                  <a:srgbClr val="000000"/>
                </a:solidFill>
                <a:latin typeface="Delius"/>
                <a:ea typeface="Delius"/>
                <a:cs typeface="Delius"/>
                <a:sym typeface="Delius"/>
              </a:rPr>
              <a:t> Complete the multiple choice questions whilst watching the video</a:t>
            </a:r>
            <a:r>
              <a:rPr lang="en" sz="1800">
                <a:latin typeface="Delius"/>
                <a:ea typeface="Delius"/>
                <a:cs typeface="Delius"/>
                <a:sym typeface="Delius"/>
              </a:rPr>
              <a:t>:</a:t>
            </a:r>
            <a:r>
              <a:rPr lang="en" sz="1800">
                <a:solidFill>
                  <a:srgbClr val="000000"/>
                </a:solidFill>
                <a:latin typeface="Delius"/>
                <a:ea typeface="Delius"/>
                <a:cs typeface="Delius"/>
                <a:sym typeface="Delius"/>
              </a:rPr>
              <a:t> </a:t>
            </a:r>
            <a:endParaRPr sz="1800">
              <a:latin typeface="Delius"/>
              <a:ea typeface="Delius"/>
              <a:cs typeface="Delius"/>
              <a:sym typeface="Delius"/>
            </a:endParaRPr>
          </a:p>
          <a:p>
            <a:pPr marL="0" lvl="0" indent="0" algn="ctr" rtl="0">
              <a:spcBef>
                <a:spcPts val="0"/>
              </a:spcBef>
              <a:spcAft>
                <a:spcPts val="0"/>
              </a:spcAft>
              <a:buNone/>
            </a:pPr>
            <a:r>
              <a:rPr lang="en" sz="1800" b="1">
                <a:latin typeface="Delius"/>
                <a:ea typeface="Delius"/>
                <a:cs typeface="Delius"/>
                <a:sym typeface="Delius"/>
              </a:rPr>
              <a:t>‘How do we know what happened in History?’</a:t>
            </a:r>
            <a:endParaRPr sz="1800" b="1">
              <a:latin typeface="Delius"/>
              <a:ea typeface="Delius"/>
              <a:cs typeface="Delius"/>
              <a:sym typeface="Delius"/>
            </a:endParaRPr>
          </a:p>
        </p:txBody>
      </p:sp>
      <p:sp>
        <p:nvSpPr>
          <p:cNvPr id="131" name="Google Shape;131;p27"/>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32" name="Google Shape;132;p27"/>
          <p:cNvSpPr txBox="1"/>
          <p:nvPr/>
        </p:nvSpPr>
        <p:spPr>
          <a:xfrm>
            <a:off x="510100" y="792600"/>
            <a:ext cx="56730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How can Historians find out about the past?</a:t>
            </a:r>
            <a:endParaRPr sz="2400" b="1" u="sng">
              <a:latin typeface="Patrick Hand SC"/>
              <a:ea typeface="Patrick Hand SC"/>
              <a:cs typeface="Patrick Hand SC"/>
              <a:sym typeface="Patrick Hand SC"/>
            </a:endParaRPr>
          </a:p>
        </p:txBody>
      </p:sp>
      <p:pic>
        <p:nvPicPr>
          <p:cNvPr id="133" name="Google Shape;133;p27"/>
          <p:cNvPicPr preferRelativeResize="0"/>
          <p:nvPr/>
        </p:nvPicPr>
        <p:blipFill>
          <a:blip r:embed="rId4">
            <a:alphaModFix/>
          </a:blip>
          <a:stretch>
            <a:fillRect/>
          </a:stretch>
        </p:blipFill>
        <p:spPr>
          <a:xfrm>
            <a:off x="154125" y="890913"/>
            <a:ext cx="355974" cy="355974"/>
          </a:xfrm>
          <a:prstGeom prst="rect">
            <a:avLst/>
          </a:prstGeom>
          <a:noFill/>
          <a:ln>
            <a:noFill/>
          </a:ln>
        </p:spPr>
      </p:pic>
      <p:pic>
        <p:nvPicPr>
          <p:cNvPr id="135" name="Google Shape;135;p27" title="Screenshot 2025-08-11 at 11.21.58 AM.png"/>
          <p:cNvPicPr preferRelativeResize="0"/>
          <p:nvPr/>
        </p:nvPicPr>
        <p:blipFill>
          <a:blip r:embed="rId5">
            <a:alphaModFix/>
          </a:blip>
          <a:stretch>
            <a:fillRect/>
          </a:stretch>
        </p:blipFill>
        <p:spPr>
          <a:xfrm>
            <a:off x="5166625" y="2521800"/>
            <a:ext cx="3194070" cy="2427301"/>
          </a:xfrm>
          <a:prstGeom prst="rect">
            <a:avLst/>
          </a:prstGeom>
          <a:noFill/>
          <a:ln>
            <a:noFill/>
          </a:ln>
        </p:spPr>
      </p:pic>
      <p:pic>
        <p:nvPicPr>
          <p:cNvPr id="2" name="Online Media 1" descr="What is History for?">
            <a:hlinkClick r:id="" action="ppaction://media"/>
            <a:extLst>
              <a:ext uri="{FF2B5EF4-FFF2-40B4-BE49-F238E27FC236}">
                <a16:creationId xmlns:a16="http://schemas.microsoft.com/office/drawing/2014/main" id="{69799BCA-0728-EF5A-5EB5-94E50478719D}"/>
              </a:ext>
            </a:extLst>
          </p:cNvPr>
          <p:cNvPicPr>
            <a:picLocks noRot="1" noChangeAspect="1"/>
          </p:cNvPicPr>
          <p:nvPr>
            <a:videoFile r:link="rId1"/>
          </p:nvPr>
        </p:nvPicPr>
        <p:blipFill>
          <a:blip r:embed="rId6"/>
          <a:stretch>
            <a:fillRect/>
          </a:stretch>
        </p:blipFill>
        <p:spPr>
          <a:xfrm>
            <a:off x="167125" y="2085175"/>
            <a:ext cx="4309825" cy="24350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8"/>
          <p:cNvSpPr txBox="1"/>
          <p:nvPr/>
        </p:nvSpPr>
        <p:spPr>
          <a:xfrm>
            <a:off x="56019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41" name="Google Shape;141;p28"/>
          <p:cNvSpPr txBox="1"/>
          <p:nvPr/>
        </p:nvSpPr>
        <p:spPr>
          <a:xfrm>
            <a:off x="154125" y="1316700"/>
            <a:ext cx="5455500" cy="3716400"/>
          </a:xfrm>
          <a:prstGeom prst="rect">
            <a:avLst/>
          </a:prstGeom>
          <a:noFill/>
          <a:ln>
            <a:noFill/>
          </a:ln>
        </p:spPr>
        <p:txBody>
          <a:bodyPr spcFirstLastPara="1" wrap="square" lIns="91425" tIns="91425" rIns="91425" bIns="91425" anchor="t" anchorCtr="0">
            <a:spAutoFit/>
          </a:bodyPr>
          <a:lstStyle/>
          <a:p>
            <a:pPr marL="762000" lvl="0" indent="-330200" algn="l" rtl="0">
              <a:lnSpc>
                <a:spcPct val="1334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It is not relevant to the present.</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Solutions to present problems.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The history of the Levellers.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Things can change over time.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Learning from the past is important.</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By showing us how bad things were.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Like a doctor treats a medicine cabinet.</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Solving present issues with past knowledge.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They are less significant than historical challenges.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History can provide solutions for today.</a:t>
            </a:r>
            <a:endParaRPr sz="1600" b="1">
              <a:solidFill>
                <a:srgbClr val="38761D"/>
              </a:solidFill>
              <a:latin typeface="Delius"/>
              <a:ea typeface="Delius"/>
              <a:cs typeface="Delius"/>
              <a:sym typeface="Delius"/>
            </a:endParaRPr>
          </a:p>
        </p:txBody>
      </p:sp>
      <p:sp>
        <p:nvSpPr>
          <p:cNvPr id="142" name="Google Shape;142;p28"/>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43" name="Google Shape;143;p28"/>
          <p:cNvSpPr txBox="1"/>
          <p:nvPr/>
        </p:nvSpPr>
        <p:spPr>
          <a:xfrm>
            <a:off x="510100" y="792600"/>
            <a:ext cx="56730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How can Historians find out about the past?</a:t>
            </a:r>
            <a:endParaRPr sz="2400" b="1" u="sng">
              <a:latin typeface="Patrick Hand SC"/>
              <a:ea typeface="Patrick Hand SC"/>
              <a:cs typeface="Patrick Hand SC"/>
              <a:sym typeface="Patrick Hand SC"/>
            </a:endParaRPr>
          </a:p>
        </p:txBody>
      </p:sp>
      <p:pic>
        <p:nvPicPr>
          <p:cNvPr id="144" name="Google Shape;144;p28"/>
          <p:cNvPicPr preferRelativeResize="0"/>
          <p:nvPr/>
        </p:nvPicPr>
        <p:blipFill>
          <a:blip r:embed="rId3">
            <a:alphaModFix/>
          </a:blip>
          <a:stretch>
            <a:fillRect/>
          </a:stretch>
        </p:blipFill>
        <p:spPr>
          <a:xfrm>
            <a:off x="154125" y="890913"/>
            <a:ext cx="355974" cy="355974"/>
          </a:xfrm>
          <a:prstGeom prst="rect">
            <a:avLst/>
          </a:prstGeom>
          <a:noFill/>
          <a:ln>
            <a:noFill/>
          </a:ln>
        </p:spPr>
      </p:pic>
      <p:pic>
        <p:nvPicPr>
          <p:cNvPr id="145" name="Google Shape;145;p28" title="Screenshot 2025-08-11 at 11.21.58 AM.png"/>
          <p:cNvPicPr preferRelativeResize="0"/>
          <p:nvPr/>
        </p:nvPicPr>
        <p:blipFill>
          <a:blip r:embed="rId4">
            <a:alphaModFix/>
          </a:blip>
          <a:stretch>
            <a:fillRect/>
          </a:stretch>
        </p:blipFill>
        <p:spPr>
          <a:xfrm>
            <a:off x="5752812" y="1908275"/>
            <a:ext cx="3194070" cy="24273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9"/>
          <p:cNvSpPr txBox="1">
            <a:spLocks noGrp="1"/>
          </p:cNvSpPr>
          <p:nvPr>
            <p:ph type="title" idx="4294967295"/>
          </p:nvPr>
        </p:nvSpPr>
        <p:spPr>
          <a:xfrm>
            <a:off x="2058675" y="1395925"/>
            <a:ext cx="6768600" cy="771000"/>
          </a:xfrm>
          <a:prstGeom prst="rect">
            <a:avLst/>
          </a:prstGeom>
          <a:noFill/>
          <a:ln>
            <a:noFill/>
          </a:ln>
        </p:spPr>
        <p:txBody>
          <a:bodyPr spcFirstLastPara="1" wrap="square" lIns="45700" tIns="45700" rIns="45700" bIns="45700" anchor="t" anchorCtr="0">
            <a:noAutofit/>
          </a:bodyPr>
          <a:lstStyle/>
          <a:p>
            <a:pPr marL="0" lvl="0" indent="0" algn="l" rtl="0">
              <a:lnSpc>
                <a:spcPct val="115000"/>
              </a:lnSpc>
              <a:spcBef>
                <a:spcPts val="0"/>
              </a:spcBef>
              <a:spcAft>
                <a:spcPts val="0"/>
              </a:spcAft>
              <a:buSzPts val="4400"/>
              <a:buNone/>
            </a:pPr>
            <a:r>
              <a:rPr lang="en" sz="2000">
                <a:solidFill>
                  <a:srgbClr val="000000"/>
                </a:solidFill>
                <a:latin typeface="Baumans"/>
                <a:ea typeface="Baumans"/>
                <a:cs typeface="Baumans"/>
                <a:sym typeface="Baumans"/>
              </a:rPr>
              <a:t>Historians are like detectives who gather information or evidence to put together the story of the past.</a:t>
            </a:r>
            <a:endParaRPr sz="2000">
              <a:solidFill>
                <a:srgbClr val="000000"/>
              </a:solidFill>
              <a:latin typeface="Baumans"/>
              <a:ea typeface="Baumans"/>
              <a:cs typeface="Baumans"/>
              <a:sym typeface="Baumans"/>
            </a:endParaRPr>
          </a:p>
        </p:txBody>
      </p:sp>
      <p:sp>
        <p:nvSpPr>
          <p:cNvPr id="151" name="Google Shape;151;p29"/>
          <p:cNvSpPr txBox="1"/>
          <p:nvPr/>
        </p:nvSpPr>
        <p:spPr>
          <a:xfrm>
            <a:off x="154120" y="3096988"/>
            <a:ext cx="4875300" cy="1954351"/>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2400"/>
              <a:buFont typeface="Arial"/>
              <a:buNone/>
            </a:pPr>
            <a:r>
              <a:rPr lang="en" sz="2000" b="0" i="0" u="none" strike="noStrike" cap="none" dirty="0">
                <a:solidFill>
                  <a:srgbClr val="000000"/>
                </a:solidFill>
                <a:latin typeface="Baumans"/>
                <a:ea typeface="Baumans"/>
                <a:cs typeface="Baumans"/>
                <a:sym typeface="Baumans"/>
              </a:rPr>
              <a:t>They gather evidence from different </a:t>
            </a:r>
            <a:r>
              <a:rPr lang="en" sz="2000" b="1" i="0" u="none" strike="noStrike" cap="none" dirty="0">
                <a:solidFill>
                  <a:srgbClr val="0000FF"/>
                </a:solidFill>
                <a:latin typeface="Baumans"/>
                <a:ea typeface="Baumans"/>
                <a:cs typeface="Baumans"/>
                <a:sym typeface="Baumans"/>
              </a:rPr>
              <a:t>sources</a:t>
            </a:r>
            <a:r>
              <a:rPr lang="en" sz="2000" b="0" i="0" u="none" strike="noStrike" cap="none" dirty="0">
                <a:solidFill>
                  <a:srgbClr val="000000"/>
                </a:solidFill>
                <a:latin typeface="Baumans"/>
                <a:ea typeface="Baumans"/>
                <a:cs typeface="Baumans"/>
                <a:sym typeface="Baumans"/>
              </a:rPr>
              <a:t> e.g. archaeological digs, manuscripts or search the internet</a:t>
            </a:r>
          </a:p>
          <a:p>
            <a:pPr lvl="0" algn="ctr">
              <a:lnSpc>
                <a:spcPct val="115000"/>
              </a:lnSpc>
              <a:buSzPts val="2400"/>
            </a:pPr>
            <a:r>
              <a:rPr lang="ja-JP" altLang="en-US" sz="2000">
                <a:latin typeface="Baumans"/>
                <a:ea typeface="Baumans"/>
                <a:cs typeface="Baumans"/>
                <a:sym typeface="Baumans"/>
              </a:rPr>
              <a:t>他们从不同来源收集证据，例如考古发掘、手稿或在网上搜索</a:t>
            </a:r>
            <a:endParaRPr sz="2000" b="0" i="0" u="none" strike="noStrike" cap="none" dirty="0">
              <a:solidFill>
                <a:srgbClr val="000000"/>
              </a:solidFill>
              <a:latin typeface="Baumans"/>
              <a:ea typeface="Baumans"/>
              <a:cs typeface="Baumans"/>
              <a:sym typeface="Baumans"/>
            </a:endParaRPr>
          </a:p>
        </p:txBody>
      </p:sp>
      <p:sp>
        <p:nvSpPr>
          <p:cNvPr id="152" name="Google Shape;152;p29"/>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153" name="Google Shape;153;p29"/>
          <p:cNvSpPr txBox="1"/>
          <p:nvPr/>
        </p:nvSpPr>
        <p:spPr>
          <a:xfrm>
            <a:off x="510100" y="792600"/>
            <a:ext cx="56730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How can Historians find out about the past?</a:t>
            </a:r>
            <a:endParaRPr sz="2400" b="1" u="sng">
              <a:latin typeface="Patrick Hand SC"/>
              <a:ea typeface="Patrick Hand SC"/>
              <a:cs typeface="Patrick Hand SC"/>
              <a:sym typeface="Patrick Hand SC"/>
            </a:endParaRPr>
          </a:p>
        </p:txBody>
      </p:sp>
      <p:pic>
        <p:nvPicPr>
          <p:cNvPr id="154" name="Google Shape;154;p29"/>
          <p:cNvPicPr preferRelativeResize="0"/>
          <p:nvPr/>
        </p:nvPicPr>
        <p:blipFill>
          <a:blip r:embed="rId3">
            <a:alphaModFix/>
          </a:blip>
          <a:stretch>
            <a:fillRect/>
          </a:stretch>
        </p:blipFill>
        <p:spPr>
          <a:xfrm>
            <a:off x="154125" y="890913"/>
            <a:ext cx="355974" cy="355974"/>
          </a:xfrm>
          <a:prstGeom prst="rect">
            <a:avLst/>
          </a:prstGeom>
          <a:noFill/>
          <a:ln>
            <a:noFill/>
          </a:ln>
        </p:spPr>
      </p:pic>
      <p:pic>
        <p:nvPicPr>
          <p:cNvPr id="155" name="Google Shape;155;p29" title="a cartoon of perry the platypus says i 'm on the case (Provided by Tenor)"/>
          <p:cNvPicPr preferRelativeResize="0"/>
          <p:nvPr/>
        </p:nvPicPr>
        <p:blipFill rotWithShape="1">
          <a:blip r:embed="rId4">
            <a:alphaModFix/>
          </a:blip>
          <a:srcRect/>
          <a:stretch/>
        </p:blipFill>
        <p:spPr>
          <a:xfrm>
            <a:off x="154125" y="1291975"/>
            <a:ext cx="1904539" cy="1063175"/>
          </a:xfrm>
          <a:prstGeom prst="rect">
            <a:avLst/>
          </a:prstGeom>
          <a:noFill/>
          <a:ln>
            <a:noFill/>
          </a:ln>
        </p:spPr>
      </p:pic>
      <p:pic>
        <p:nvPicPr>
          <p:cNvPr id="156" name="Google Shape;156;p29"/>
          <p:cNvPicPr preferRelativeResize="0"/>
          <p:nvPr/>
        </p:nvPicPr>
        <p:blipFill>
          <a:blip r:embed="rId5">
            <a:alphaModFix/>
          </a:blip>
          <a:stretch>
            <a:fillRect/>
          </a:stretch>
        </p:blipFill>
        <p:spPr>
          <a:xfrm>
            <a:off x="5248225" y="2355153"/>
            <a:ext cx="3579050" cy="2684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txBox="1"/>
          <p:nvPr/>
        </p:nvSpPr>
        <p:spPr>
          <a:xfrm>
            <a:off x="226950" y="1443175"/>
            <a:ext cx="8605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Baumans"/>
              <a:ea typeface="Baumans"/>
              <a:cs typeface="Baumans"/>
              <a:sym typeface="Baumans"/>
            </a:endParaRPr>
          </a:p>
        </p:txBody>
      </p:sp>
      <p:sp>
        <p:nvSpPr>
          <p:cNvPr id="216" name="Google Shape;216;p34"/>
          <p:cNvSpPr txBox="1"/>
          <p:nvPr/>
        </p:nvSpPr>
        <p:spPr>
          <a:xfrm>
            <a:off x="154125" y="1482900"/>
            <a:ext cx="5016300" cy="203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a:latin typeface="Baumans"/>
                <a:ea typeface="Baumans"/>
                <a:cs typeface="Baumans"/>
                <a:sym typeface="Baumans"/>
              </a:rPr>
              <a:t>In 79 CE, Mount Vesuvius erupted, burying Pompeii under metres of ash and pumice. The city was lost for almost 1,700 years before its rediscovery. Archaeologists have uncovered streets, buildings, food, art and even people frozen in their final moments. </a:t>
            </a:r>
            <a:endParaRPr sz="2000" b="0" i="0" u="none" strike="noStrike" cap="none">
              <a:solidFill>
                <a:srgbClr val="000000"/>
              </a:solidFill>
              <a:latin typeface="Baumans"/>
              <a:ea typeface="Baumans"/>
              <a:cs typeface="Baumans"/>
              <a:sym typeface="Baumans"/>
            </a:endParaRPr>
          </a:p>
        </p:txBody>
      </p:sp>
      <p:sp>
        <p:nvSpPr>
          <p:cNvPr id="217" name="Google Shape;217;p34"/>
          <p:cNvSpPr txBox="1"/>
          <p:nvPr/>
        </p:nvSpPr>
        <p:spPr>
          <a:xfrm>
            <a:off x="510100" y="792600"/>
            <a:ext cx="83766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A Historical Investigation - Pompeii – Life Before Disaster</a:t>
            </a:r>
            <a:endParaRPr sz="2400" b="1" u="sng">
              <a:latin typeface="Patrick Hand SC"/>
              <a:ea typeface="Patrick Hand SC"/>
              <a:cs typeface="Patrick Hand SC"/>
              <a:sym typeface="Patrick Hand SC"/>
            </a:endParaRPr>
          </a:p>
        </p:txBody>
      </p:sp>
      <p:pic>
        <p:nvPicPr>
          <p:cNvPr id="218" name="Google Shape;218;p34"/>
          <p:cNvPicPr preferRelativeResize="0"/>
          <p:nvPr/>
        </p:nvPicPr>
        <p:blipFill>
          <a:blip r:embed="rId3">
            <a:alphaModFix/>
          </a:blip>
          <a:stretch>
            <a:fillRect/>
          </a:stretch>
        </p:blipFill>
        <p:spPr>
          <a:xfrm>
            <a:off x="154125" y="890913"/>
            <a:ext cx="355974" cy="355974"/>
          </a:xfrm>
          <a:prstGeom prst="rect">
            <a:avLst/>
          </a:prstGeom>
          <a:noFill/>
          <a:ln>
            <a:noFill/>
          </a:ln>
        </p:spPr>
      </p:pic>
      <p:sp>
        <p:nvSpPr>
          <p:cNvPr id="219" name="Google Shape;219;p34"/>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220" name="Google Shape;220;p34"/>
          <p:cNvSpPr txBox="1"/>
          <p:nvPr/>
        </p:nvSpPr>
        <p:spPr>
          <a:xfrm>
            <a:off x="154125" y="3909350"/>
            <a:ext cx="86055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Baumans"/>
                <a:ea typeface="Baumans"/>
                <a:cs typeface="Baumans"/>
                <a:sym typeface="Baumans"/>
              </a:rPr>
              <a:t>Your challenge is to use the following evidence to investigate: What was life like in Pompeii in the hours before the eruption?</a:t>
            </a:r>
            <a:endParaRPr sz="2000">
              <a:latin typeface="Baumans"/>
              <a:ea typeface="Baumans"/>
              <a:cs typeface="Baumans"/>
              <a:sym typeface="Baumans"/>
            </a:endParaRPr>
          </a:p>
        </p:txBody>
      </p:sp>
      <p:pic>
        <p:nvPicPr>
          <p:cNvPr id="221" name="Google Shape;221;p34"/>
          <p:cNvPicPr preferRelativeResize="0"/>
          <p:nvPr/>
        </p:nvPicPr>
        <p:blipFill>
          <a:blip r:embed="rId4">
            <a:alphaModFix/>
          </a:blip>
          <a:stretch>
            <a:fillRect/>
          </a:stretch>
        </p:blipFill>
        <p:spPr>
          <a:xfrm>
            <a:off x="5170425" y="1516075"/>
            <a:ext cx="3697125" cy="2111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5"/>
          <p:cNvSpPr txBox="1"/>
          <p:nvPr/>
        </p:nvSpPr>
        <p:spPr>
          <a:xfrm>
            <a:off x="226950" y="1443175"/>
            <a:ext cx="8605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Baumans"/>
              <a:ea typeface="Baumans"/>
              <a:cs typeface="Baumans"/>
              <a:sym typeface="Baumans"/>
            </a:endParaRPr>
          </a:p>
        </p:txBody>
      </p:sp>
      <p:sp>
        <p:nvSpPr>
          <p:cNvPr id="227" name="Google Shape;227;p35"/>
          <p:cNvSpPr txBox="1"/>
          <p:nvPr/>
        </p:nvSpPr>
        <p:spPr>
          <a:xfrm>
            <a:off x="3057325" y="1475750"/>
            <a:ext cx="5673000" cy="3324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rgbClr val="000000"/>
                </a:solidFill>
                <a:highlight>
                  <a:srgbClr val="00FF00"/>
                </a:highlight>
                <a:latin typeface="Baumans"/>
                <a:ea typeface="Baumans"/>
                <a:cs typeface="Baumans"/>
                <a:sym typeface="Baumans"/>
              </a:rPr>
              <a:t>Activities:</a:t>
            </a:r>
            <a:endParaRPr sz="2000" b="0" i="0" u="none" strike="noStrike" cap="none">
              <a:solidFill>
                <a:srgbClr val="000000"/>
              </a:solidFill>
              <a:highlight>
                <a:srgbClr val="00FF00"/>
              </a:highlight>
              <a:latin typeface="Baumans"/>
              <a:ea typeface="Baumans"/>
              <a:cs typeface="Baumans"/>
              <a:sym typeface="Baumans"/>
            </a:endParaRPr>
          </a:p>
          <a:p>
            <a:pPr marL="457200" marR="0" lvl="0" indent="-355600" algn="l" rtl="0">
              <a:lnSpc>
                <a:spcPct val="115000"/>
              </a:lnSpc>
              <a:spcBef>
                <a:spcPts val="0"/>
              </a:spcBef>
              <a:spcAft>
                <a:spcPts val="0"/>
              </a:spcAft>
              <a:buClr>
                <a:srgbClr val="000000"/>
              </a:buClr>
              <a:buSzPts val="2000"/>
              <a:buFont typeface="Baumans"/>
              <a:buAutoNum type="arabicPeriod"/>
            </a:pPr>
            <a:r>
              <a:rPr lang="en" sz="2000" b="0" i="0" u="none" strike="noStrike" cap="none">
                <a:solidFill>
                  <a:srgbClr val="000000"/>
                </a:solidFill>
                <a:latin typeface="Baumans"/>
                <a:ea typeface="Baumans"/>
                <a:cs typeface="Baumans"/>
                <a:sym typeface="Baumans"/>
              </a:rPr>
              <a:t>In </a:t>
            </a:r>
            <a:r>
              <a:rPr lang="en" sz="2000">
                <a:latin typeface="Baumans"/>
                <a:ea typeface="Baumans"/>
                <a:cs typeface="Baumans"/>
                <a:sym typeface="Baumans"/>
              </a:rPr>
              <a:t>pairs</a:t>
            </a:r>
            <a:r>
              <a:rPr lang="en" sz="2000" b="0" i="0" u="none" strike="noStrike" cap="none">
                <a:solidFill>
                  <a:srgbClr val="000000"/>
                </a:solidFill>
                <a:latin typeface="Baumans"/>
                <a:ea typeface="Baumans"/>
                <a:cs typeface="Baumans"/>
                <a:sym typeface="Baumans"/>
              </a:rPr>
              <a:t>, you will use your evidence packs to answer </a:t>
            </a:r>
            <a:r>
              <a:rPr lang="en" sz="2000">
                <a:latin typeface="Baumans"/>
                <a:ea typeface="Baumans"/>
                <a:cs typeface="Baumans"/>
                <a:sym typeface="Baumans"/>
              </a:rPr>
              <a:t>the “Questions to think about” </a:t>
            </a:r>
            <a:r>
              <a:rPr lang="en" sz="2000" b="0" i="0" u="none" strike="noStrike" cap="none">
                <a:solidFill>
                  <a:srgbClr val="000000"/>
                </a:solidFill>
                <a:latin typeface="Baumans"/>
                <a:ea typeface="Baumans"/>
                <a:cs typeface="Baumans"/>
                <a:sym typeface="Baumans"/>
              </a:rPr>
              <a:t>to review and summarise the evidence.</a:t>
            </a:r>
            <a:endParaRPr sz="1600">
              <a:latin typeface="Century Gothic"/>
              <a:ea typeface="Century Gothic"/>
              <a:cs typeface="Century Gothic"/>
              <a:sym typeface="Century Gothic"/>
            </a:endParaRPr>
          </a:p>
          <a:p>
            <a:pPr marL="457200" marR="0" lvl="0" indent="-355600" algn="l" rtl="0">
              <a:lnSpc>
                <a:spcPct val="115000"/>
              </a:lnSpc>
              <a:spcBef>
                <a:spcPts val="0"/>
              </a:spcBef>
              <a:spcAft>
                <a:spcPts val="0"/>
              </a:spcAft>
              <a:buSzPts val="2000"/>
              <a:buFont typeface="Baumans"/>
              <a:buAutoNum type="arabicPeriod"/>
            </a:pPr>
            <a:r>
              <a:rPr lang="en" sz="2000">
                <a:latin typeface="Baumans"/>
                <a:ea typeface="Baumans"/>
                <a:cs typeface="Baumans"/>
                <a:sym typeface="Baumans"/>
              </a:rPr>
              <a:t>After reviewing the evidence, decide what you think life in Pompeii was like before the disaster.</a:t>
            </a:r>
            <a:endParaRPr sz="2000">
              <a:latin typeface="Baumans"/>
              <a:ea typeface="Baumans"/>
              <a:cs typeface="Baumans"/>
              <a:sym typeface="Baumans"/>
            </a:endParaRPr>
          </a:p>
          <a:p>
            <a:pPr marL="457200" marR="0" lvl="0" indent="-355600" algn="l" rtl="0">
              <a:lnSpc>
                <a:spcPct val="115000"/>
              </a:lnSpc>
              <a:spcBef>
                <a:spcPts val="0"/>
              </a:spcBef>
              <a:spcAft>
                <a:spcPts val="0"/>
              </a:spcAft>
              <a:buClr>
                <a:srgbClr val="000000"/>
              </a:buClr>
              <a:buSzPts val="2000"/>
              <a:buFont typeface="Baumans"/>
              <a:buAutoNum type="arabicPeriod"/>
            </a:pPr>
            <a:r>
              <a:rPr lang="en" sz="2000" b="0" i="0" u="none" strike="noStrike" cap="none">
                <a:solidFill>
                  <a:srgbClr val="000000"/>
                </a:solidFill>
                <a:latin typeface="Baumans"/>
                <a:ea typeface="Baumans"/>
                <a:cs typeface="Baumans"/>
                <a:sym typeface="Baumans"/>
              </a:rPr>
              <a:t>In your books, complete the open ended questions to come up with your theory.</a:t>
            </a:r>
            <a:endParaRPr sz="2000" b="0" i="0" u="none" strike="noStrike" cap="none">
              <a:solidFill>
                <a:srgbClr val="000000"/>
              </a:solidFill>
              <a:latin typeface="Baumans"/>
              <a:ea typeface="Baumans"/>
              <a:cs typeface="Baumans"/>
              <a:sym typeface="Baumans"/>
            </a:endParaRPr>
          </a:p>
        </p:txBody>
      </p:sp>
      <p:pic>
        <p:nvPicPr>
          <p:cNvPr id="228" name="Google Shape;228;p35"/>
          <p:cNvPicPr preferRelativeResize="0"/>
          <p:nvPr/>
        </p:nvPicPr>
        <p:blipFill>
          <a:blip r:embed="rId3">
            <a:alphaModFix/>
          </a:blip>
          <a:stretch>
            <a:fillRect/>
          </a:stretch>
        </p:blipFill>
        <p:spPr>
          <a:xfrm>
            <a:off x="154125" y="890913"/>
            <a:ext cx="355974" cy="355974"/>
          </a:xfrm>
          <a:prstGeom prst="rect">
            <a:avLst/>
          </a:prstGeom>
          <a:noFill/>
          <a:ln>
            <a:noFill/>
          </a:ln>
        </p:spPr>
      </p:pic>
      <p:sp>
        <p:nvSpPr>
          <p:cNvPr id="229" name="Google Shape;229;p35"/>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230" name="Google Shape;230;p35"/>
          <p:cNvSpPr txBox="1"/>
          <p:nvPr/>
        </p:nvSpPr>
        <p:spPr>
          <a:xfrm>
            <a:off x="510100" y="792600"/>
            <a:ext cx="83766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A Historical Investigation - Pompeii – Life Before Disaster</a:t>
            </a:r>
            <a:endParaRPr sz="2400" b="1" u="sng">
              <a:latin typeface="Patrick Hand SC"/>
              <a:ea typeface="Patrick Hand SC"/>
              <a:cs typeface="Patrick Hand SC"/>
              <a:sym typeface="Patrick Hand SC"/>
            </a:endParaRPr>
          </a:p>
        </p:txBody>
      </p:sp>
      <p:pic>
        <p:nvPicPr>
          <p:cNvPr id="231" name="Google Shape;231;p35"/>
          <p:cNvPicPr preferRelativeResize="0"/>
          <p:nvPr/>
        </p:nvPicPr>
        <p:blipFill>
          <a:blip r:embed="rId4">
            <a:alphaModFix/>
          </a:blip>
          <a:stretch>
            <a:fillRect/>
          </a:stretch>
        </p:blipFill>
        <p:spPr>
          <a:xfrm>
            <a:off x="154125" y="1475750"/>
            <a:ext cx="2903199" cy="31829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ladin"/>
                <a:ea typeface="Aladin"/>
                <a:cs typeface="Aladin"/>
                <a:sym typeface="Aladin"/>
              </a:rPr>
              <a:t>Pompeii – Life Before Disaster</a:t>
            </a:r>
            <a:endParaRPr sz="1800">
              <a:latin typeface="Aladin"/>
              <a:ea typeface="Aladin"/>
              <a:cs typeface="Aladin"/>
              <a:sym typeface="Aladin"/>
            </a:endParaRPr>
          </a:p>
        </p:txBody>
      </p:sp>
      <p:sp>
        <p:nvSpPr>
          <p:cNvPr id="237" name="Google Shape;237;p36"/>
          <p:cNvSpPr/>
          <p:nvPr/>
        </p:nvSpPr>
        <p:spPr>
          <a:xfrm>
            <a:off x="123275" y="461500"/>
            <a:ext cx="4330500" cy="1940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a:latin typeface="Poppins"/>
                <a:ea typeface="Poppins"/>
                <a:cs typeface="Poppins"/>
                <a:sym typeface="Poppins"/>
              </a:rPr>
              <a:t>Source A – Letter from Pliny the Younger (Eyewitness, AD 79)</a:t>
            </a:r>
            <a:endParaRPr sz="1200">
              <a:latin typeface="Poppins"/>
              <a:ea typeface="Poppins"/>
              <a:cs typeface="Poppins"/>
              <a:sym typeface="Poppins"/>
            </a:endParaRPr>
          </a:p>
          <a:p>
            <a:pPr marL="0" lvl="0" indent="0" algn="ctr" rtl="0">
              <a:lnSpc>
                <a:spcPct val="115000"/>
              </a:lnSpc>
              <a:spcBef>
                <a:spcPts val="0"/>
              </a:spcBef>
              <a:spcAft>
                <a:spcPts val="0"/>
              </a:spcAft>
              <a:buNone/>
            </a:pPr>
            <a:r>
              <a:rPr lang="en" sz="1200">
                <a:latin typeface="Poppins"/>
                <a:ea typeface="Poppins"/>
                <a:cs typeface="Poppins"/>
                <a:sym typeface="Poppins"/>
              </a:rPr>
              <a:t>Pliny describes the eruption with images of a pine-shaped cloud, ash falling like snow, shaking ground, and people fleeing. His position as a Roman official may have shaped how he wrote. The letter shows fear and reactions but reflects only his perspective.</a:t>
            </a:r>
            <a:endParaRPr sz="1200">
              <a:latin typeface="Poppins"/>
              <a:ea typeface="Poppins"/>
              <a:cs typeface="Poppins"/>
              <a:sym typeface="Poppins"/>
            </a:endParaRPr>
          </a:p>
        </p:txBody>
      </p:sp>
      <p:sp>
        <p:nvSpPr>
          <p:cNvPr id="238" name="Google Shape;238;p36"/>
          <p:cNvSpPr/>
          <p:nvPr/>
        </p:nvSpPr>
        <p:spPr>
          <a:xfrm>
            <a:off x="4702000" y="461500"/>
            <a:ext cx="4330500" cy="1940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latin typeface="Poppins"/>
                <a:ea typeface="Poppins"/>
                <a:cs typeface="Poppins"/>
                <a:sym typeface="Poppins"/>
              </a:rPr>
              <a:t>Source B – Archaeological Field Notes (Excavation Report, 2020)</a:t>
            </a:r>
            <a:endParaRPr sz="1200" b="1">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latin typeface="Poppins"/>
                <a:ea typeface="Poppins"/>
                <a:cs typeface="Poppins"/>
                <a:sym typeface="Poppins"/>
              </a:rPr>
              <a:t>Archaeological evidence like bread left in ovens, coins on counters, and broken shelves shows life in Pompeii stopped suddenly. Dating objects helps reveal their age, but preservation varies. Archaeology is useful for daily life, though written sources give different perspectives.</a:t>
            </a:r>
            <a:endParaRPr sz="1200">
              <a:latin typeface="Poppins"/>
              <a:ea typeface="Poppins"/>
              <a:cs typeface="Poppins"/>
              <a:sym typeface="Poppins"/>
            </a:endParaRPr>
          </a:p>
        </p:txBody>
      </p:sp>
      <p:sp>
        <p:nvSpPr>
          <p:cNvPr id="239" name="Google Shape;239;p36"/>
          <p:cNvSpPr/>
          <p:nvPr/>
        </p:nvSpPr>
        <p:spPr>
          <a:xfrm>
            <a:off x="123275" y="2795552"/>
            <a:ext cx="4330500" cy="1940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latin typeface="Poppins"/>
                <a:ea typeface="Poppins"/>
                <a:cs typeface="Poppins"/>
                <a:sym typeface="Poppins"/>
              </a:rPr>
              <a:t>Source C – Graffiti from a House Wall (Translated from Latin)</a:t>
            </a:r>
            <a:endParaRPr sz="1200" b="1">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latin typeface="Poppins"/>
                <a:ea typeface="Poppins"/>
                <a:cs typeface="Poppins"/>
                <a:sym typeface="Poppins"/>
              </a:rPr>
              <a:t>Graffiti in Pompeii shows people’s everyday interests, like love, gladiator games, and bread. These messages reflect values of relationships, entertainment, and food. Graffiti is useful for learning about ordinary lives, though it may not fully represent everyone’s experiences or opinions.</a:t>
            </a:r>
            <a:endParaRPr sz="1200">
              <a:latin typeface="Poppins"/>
              <a:ea typeface="Poppins"/>
              <a:cs typeface="Poppins"/>
              <a:sym typeface="Poppins"/>
            </a:endParaRPr>
          </a:p>
        </p:txBody>
      </p:sp>
      <p:sp>
        <p:nvSpPr>
          <p:cNvPr id="240" name="Google Shape;240;p36"/>
          <p:cNvSpPr/>
          <p:nvPr/>
        </p:nvSpPr>
        <p:spPr>
          <a:xfrm>
            <a:off x="4702000" y="2795552"/>
            <a:ext cx="4330500" cy="1940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latin typeface="Poppins"/>
                <a:ea typeface="Poppins"/>
                <a:cs typeface="Poppins"/>
                <a:sym typeface="Poppins"/>
              </a:rPr>
              <a:t>Source D – Modern Historian’s View (Dr. Lucia Romano, Roman History Specialist, 2019)</a:t>
            </a:r>
            <a:endParaRPr sz="1200">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latin typeface="Poppins"/>
                <a:ea typeface="Poppins"/>
                <a:cs typeface="Poppins"/>
                <a:sym typeface="Poppins"/>
              </a:rPr>
              <a:t>The casts of bodies in Pompeii show how people reacted; some curled up, some clutching belongings, others holding loved ones. They reveal the disaster’s speed but only capture one moment, so they have limits for understanding life before the eruption.</a:t>
            </a:r>
            <a:endParaRPr sz="1200">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p:nvPr/>
        </p:nvSpPr>
        <p:spPr>
          <a:xfrm>
            <a:off x="226950" y="1443175"/>
            <a:ext cx="8605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Baumans"/>
              <a:ea typeface="Baumans"/>
              <a:cs typeface="Baumans"/>
              <a:sym typeface="Baumans"/>
            </a:endParaRPr>
          </a:p>
        </p:txBody>
      </p:sp>
      <p:sp>
        <p:nvSpPr>
          <p:cNvPr id="246" name="Google Shape;246;p37"/>
          <p:cNvSpPr txBox="1"/>
          <p:nvPr/>
        </p:nvSpPr>
        <p:spPr>
          <a:xfrm>
            <a:off x="311700" y="1443175"/>
            <a:ext cx="8436000" cy="3940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en" sz="1800" b="1" i="0" u="none" strike="noStrike" cap="none">
                <a:solidFill>
                  <a:srgbClr val="000000"/>
                </a:solidFill>
                <a:latin typeface="Baumans"/>
                <a:ea typeface="Baumans"/>
                <a:cs typeface="Baumans"/>
                <a:sym typeface="Baumans"/>
              </a:rPr>
              <a:t>Open Ended Questions:</a:t>
            </a:r>
            <a:r>
              <a:rPr lang="en" sz="1800" b="0" i="0" u="none" strike="noStrike" cap="none">
                <a:solidFill>
                  <a:srgbClr val="000000"/>
                </a:solidFill>
                <a:latin typeface="Baumans"/>
                <a:ea typeface="Baumans"/>
                <a:cs typeface="Baumans"/>
                <a:sym typeface="Baumans"/>
              </a:rPr>
              <a:t> In your books, answer the following questions in complete sentences:</a:t>
            </a:r>
            <a:endParaRPr sz="1800" b="0" i="0" u="none" strike="noStrike" cap="none">
              <a:solidFill>
                <a:srgbClr val="000000"/>
              </a:solidFill>
              <a:latin typeface="Baumans"/>
              <a:ea typeface="Baumans"/>
              <a:cs typeface="Baumans"/>
              <a:sym typeface="Baumans"/>
            </a:endParaRPr>
          </a:p>
          <a:p>
            <a:pPr marL="457200" marR="0" lvl="0" indent="-342900" algn="l" rtl="0">
              <a:lnSpc>
                <a:spcPct val="115000"/>
              </a:lnSpc>
              <a:spcBef>
                <a:spcPts val="0"/>
              </a:spcBef>
              <a:spcAft>
                <a:spcPts val="0"/>
              </a:spcAft>
              <a:buClr>
                <a:srgbClr val="000000"/>
              </a:buClr>
              <a:buSzPts val="1800"/>
              <a:buFont typeface="Baumans"/>
              <a:buAutoNum type="arabicPeriod"/>
            </a:pPr>
            <a:r>
              <a:rPr lang="en" sz="1800">
                <a:latin typeface="Baumans"/>
                <a:ea typeface="Baumans"/>
                <a:cs typeface="Baumans"/>
                <a:sym typeface="Baumans"/>
              </a:rPr>
              <a:t>Why do you think the people of Pompeii were unable to escape the eruption? Give two pieces of evidence to support your answer.</a:t>
            </a:r>
            <a:endParaRPr sz="1800">
              <a:latin typeface="Baumans"/>
              <a:ea typeface="Baumans"/>
              <a:cs typeface="Baumans"/>
              <a:sym typeface="Baumans"/>
            </a:endParaRPr>
          </a:p>
          <a:p>
            <a:pPr marL="914400" lvl="1" indent="-317500" algn="l" rtl="0">
              <a:lnSpc>
                <a:spcPct val="115000"/>
              </a:lnSpc>
              <a:spcBef>
                <a:spcPts val="0"/>
              </a:spcBef>
              <a:spcAft>
                <a:spcPts val="0"/>
              </a:spcAft>
              <a:buClr>
                <a:srgbClr val="980000"/>
              </a:buClr>
              <a:buSzPts val="1400"/>
              <a:buFont typeface="Patrick Hand"/>
              <a:buChar char="○"/>
            </a:pPr>
            <a:r>
              <a:rPr lang="en" b="1">
                <a:solidFill>
                  <a:srgbClr val="980000"/>
                </a:solidFill>
                <a:latin typeface="Patrick Hand"/>
                <a:ea typeface="Patrick Hand"/>
                <a:cs typeface="Patrick Hand"/>
                <a:sym typeface="Patrick Hand"/>
              </a:rPr>
              <a:t>I think the people of Pompeii could not escape because… One piece of evidence is… Another piece of evidence is…</a:t>
            </a:r>
            <a:endParaRPr b="1">
              <a:solidFill>
                <a:srgbClr val="980000"/>
              </a:solidFill>
              <a:latin typeface="Patrick Hand"/>
              <a:ea typeface="Patrick Hand"/>
              <a:cs typeface="Patrick Hand"/>
              <a:sym typeface="Patrick Hand"/>
            </a:endParaRPr>
          </a:p>
          <a:p>
            <a:pPr marL="457200" marR="0" lvl="0" indent="-342900" algn="l" rtl="0">
              <a:lnSpc>
                <a:spcPct val="115000"/>
              </a:lnSpc>
              <a:spcBef>
                <a:spcPts val="0"/>
              </a:spcBef>
              <a:spcAft>
                <a:spcPts val="0"/>
              </a:spcAft>
              <a:buClr>
                <a:srgbClr val="000000"/>
              </a:buClr>
              <a:buSzPts val="1800"/>
              <a:buFont typeface="Baumans"/>
              <a:buAutoNum type="arabicPeriod"/>
            </a:pPr>
            <a:r>
              <a:rPr lang="en" sz="1800">
                <a:latin typeface="Baumans"/>
                <a:ea typeface="Baumans"/>
                <a:cs typeface="Baumans"/>
                <a:sym typeface="Baumans"/>
              </a:rPr>
              <a:t>How has the discovery of Pompeii helped historians understand life in a Roman city in AD 79?</a:t>
            </a:r>
            <a:endParaRPr sz="1800">
              <a:latin typeface="Baumans"/>
              <a:ea typeface="Baumans"/>
              <a:cs typeface="Baumans"/>
              <a:sym typeface="Baumans"/>
            </a:endParaRPr>
          </a:p>
          <a:p>
            <a:pPr marL="914400" lvl="1" indent="-317500" algn="l" rtl="0">
              <a:lnSpc>
                <a:spcPct val="115000"/>
              </a:lnSpc>
              <a:spcBef>
                <a:spcPts val="0"/>
              </a:spcBef>
              <a:spcAft>
                <a:spcPts val="0"/>
              </a:spcAft>
              <a:buClr>
                <a:srgbClr val="980000"/>
              </a:buClr>
              <a:buSzPts val="1400"/>
              <a:buFont typeface="Patrick Hand"/>
              <a:buChar char="○"/>
            </a:pPr>
            <a:r>
              <a:rPr lang="en" b="1">
                <a:solidFill>
                  <a:srgbClr val="980000"/>
                </a:solidFill>
                <a:latin typeface="Patrick Hand"/>
                <a:ea typeface="Patrick Hand"/>
                <a:cs typeface="Patrick Hand"/>
                <a:sym typeface="Patrick Hand"/>
              </a:rPr>
              <a:t>The discovery of Pompeii has helped historians because it shows… For example, we have learned that…</a:t>
            </a:r>
            <a:endParaRPr b="1">
              <a:solidFill>
                <a:srgbClr val="980000"/>
              </a:solidFill>
              <a:latin typeface="Patrick Hand"/>
              <a:ea typeface="Patrick Hand"/>
              <a:cs typeface="Patrick Hand"/>
              <a:sym typeface="Patrick Hand"/>
            </a:endParaRPr>
          </a:p>
          <a:p>
            <a:pPr marL="457200" marR="0" lvl="0" indent="-342900" algn="l" rtl="0">
              <a:lnSpc>
                <a:spcPct val="115000"/>
              </a:lnSpc>
              <a:spcBef>
                <a:spcPts val="0"/>
              </a:spcBef>
              <a:spcAft>
                <a:spcPts val="0"/>
              </a:spcAft>
              <a:buClr>
                <a:srgbClr val="000000"/>
              </a:buClr>
              <a:buSzPts val="1800"/>
              <a:buFont typeface="Baumans"/>
              <a:buAutoNum type="arabicPeriod"/>
            </a:pPr>
            <a:r>
              <a:rPr lang="en" sz="1800">
                <a:latin typeface="Baumans"/>
                <a:ea typeface="Baumans"/>
                <a:cs typeface="Baumans"/>
                <a:sym typeface="Baumans"/>
              </a:rPr>
              <a:t>Which historical skills did you use to investigate the mystery of Pompeii, and how did they help you build your conclusions?</a:t>
            </a:r>
            <a:endParaRPr sz="1800">
              <a:latin typeface="Baumans"/>
              <a:ea typeface="Baumans"/>
              <a:cs typeface="Baumans"/>
              <a:sym typeface="Baumans"/>
            </a:endParaRPr>
          </a:p>
          <a:p>
            <a:pPr marL="0" marR="0" lvl="0" indent="0" algn="ctr" rtl="0">
              <a:lnSpc>
                <a:spcPct val="115000"/>
              </a:lnSpc>
              <a:spcBef>
                <a:spcPts val="0"/>
              </a:spcBef>
              <a:spcAft>
                <a:spcPts val="0"/>
              </a:spcAft>
              <a:buNone/>
            </a:pPr>
            <a:r>
              <a:rPr lang="en" b="1">
                <a:latin typeface="Patrick Hand"/>
                <a:ea typeface="Patrick Hand"/>
                <a:cs typeface="Patrick Hand"/>
                <a:sym typeface="Patrick Hand"/>
              </a:rPr>
              <a:t>(Context</a:t>
            </a:r>
            <a:r>
              <a:rPr lang="en">
                <a:latin typeface="Patrick Hand"/>
                <a:ea typeface="Patrick Hand"/>
                <a:cs typeface="Patrick Hand"/>
                <a:sym typeface="Patrick Hand"/>
              </a:rPr>
              <a:t>, </a:t>
            </a:r>
            <a:r>
              <a:rPr lang="en" b="1">
                <a:latin typeface="Patrick Hand"/>
                <a:ea typeface="Patrick Hand"/>
                <a:cs typeface="Patrick Hand"/>
                <a:sym typeface="Patrick Hand"/>
              </a:rPr>
              <a:t>Corroboration</a:t>
            </a:r>
            <a:r>
              <a:rPr lang="en">
                <a:latin typeface="Patrick Hand"/>
                <a:ea typeface="Patrick Hand"/>
                <a:cs typeface="Patrick Hand"/>
                <a:sym typeface="Patrick Hand"/>
              </a:rPr>
              <a:t>, </a:t>
            </a:r>
            <a:r>
              <a:rPr lang="en" b="1">
                <a:latin typeface="Patrick Hand"/>
                <a:ea typeface="Patrick Hand"/>
                <a:cs typeface="Patrick Hand"/>
                <a:sym typeface="Patrick Hand"/>
              </a:rPr>
              <a:t>Inferences</a:t>
            </a:r>
            <a:r>
              <a:rPr lang="en">
                <a:latin typeface="Patrick Hand"/>
                <a:ea typeface="Patrick Hand"/>
                <a:cs typeface="Patrick Hand"/>
                <a:sym typeface="Patrick Hand"/>
              </a:rPr>
              <a:t>, </a:t>
            </a:r>
            <a:r>
              <a:rPr lang="en" b="1">
                <a:latin typeface="Patrick Hand"/>
                <a:ea typeface="Patrick Hand"/>
                <a:cs typeface="Patrick Hand"/>
                <a:sym typeface="Patrick Hand"/>
              </a:rPr>
              <a:t>Reliability</a:t>
            </a:r>
            <a:r>
              <a:rPr lang="en">
                <a:latin typeface="Patrick Hand"/>
                <a:ea typeface="Patrick Hand"/>
                <a:cs typeface="Patrick Hand"/>
                <a:sym typeface="Patrick Hand"/>
              </a:rPr>
              <a:t>, </a:t>
            </a:r>
            <a:r>
              <a:rPr lang="en" b="1">
                <a:latin typeface="Patrick Hand"/>
                <a:ea typeface="Patrick Hand"/>
                <a:cs typeface="Patrick Hand"/>
                <a:sym typeface="Patrick Hand"/>
              </a:rPr>
              <a:t>Sources</a:t>
            </a:r>
            <a:r>
              <a:rPr lang="en">
                <a:latin typeface="Patrick Hand"/>
                <a:ea typeface="Patrick Hand"/>
                <a:cs typeface="Patrick Hand"/>
                <a:sym typeface="Patrick Hand"/>
              </a:rPr>
              <a:t> &amp; </a:t>
            </a:r>
            <a:r>
              <a:rPr lang="en" b="1">
                <a:latin typeface="Patrick Hand"/>
                <a:ea typeface="Patrick Hand"/>
                <a:cs typeface="Patrick Hand"/>
                <a:sym typeface="Patrick Hand"/>
              </a:rPr>
              <a:t>Usefulness</a:t>
            </a:r>
            <a:r>
              <a:rPr lang="en">
                <a:latin typeface="Patrick Hand"/>
                <a:ea typeface="Patrick Hand"/>
                <a:cs typeface="Patrick Hand"/>
                <a:sym typeface="Patrick Hand"/>
              </a:rPr>
              <a:t>)</a:t>
            </a:r>
            <a:endParaRPr sz="1800">
              <a:latin typeface="Baumans"/>
              <a:ea typeface="Baumans"/>
              <a:cs typeface="Baumans"/>
              <a:sym typeface="Baumans"/>
            </a:endParaRPr>
          </a:p>
          <a:p>
            <a:pPr marL="914400" lvl="1" indent="-317500" algn="l" rtl="0">
              <a:lnSpc>
                <a:spcPct val="115000"/>
              </a:lnSpc>
              <a:spcBef>
                <a:spcPts val="0"/>
              </a:spcBef>
              <a:spcAft>
                <a:spcPts val="0"/>
              </a:spcAft>
              <a:buClr>
                <a:srgbClr val="980000"/>
              </a:buClr>
              <a:buSzPts val="1400"/>
              <a:buFont typeface="Patrick Hand"/>
              <a:buChar char="○"/>
            </a:pPr>
            <a:r>
              <a:rPr lang="en" b="1">
                <a:solidFill>
                  <a:srgbClr val="980000"/>
                </a:solidFill>
                <a:latin typeface="Patrick Hand"/>
                <a:ea typeface="Patrick Hand"/>
                <a:cs typeface="Patrick Hand"/>
                <a:sym typeface="Patrick Hand"/>
              </a:rPr>
              <a:t>The historical skills I used were… These skills helped me because…</a:t>
            </a:r>
            <a:endParaRPr b="1">
              <a:solidFill>
                <a:srgbClr val="980000"/>
              </a:solidFill>
              <a:latin typeface="Patrick Hand"/>
              <a:ea typeface="Patrick Hand"/>
              <a:cs typeface="Patrick Hand"/>
              <a:sym typeface="Patrick Hand"/>
            </a:endParaRPr>
          </a:p>
          <a:p>
            <a:pPr marL="457200" lvl="0" indent="-228600" algn="ctr" rtl="0">
              <a:lnSpc>
                <a:spcPct val="115000"/>
              </a:lnSpc>
              <a:spcBef>
                <a:spcPts val="0"/>
              </a:spcBef>
              <a:spcAft>
                <a:spcPts val="0"/>
              </a:spcAft>
              <a:buNone/>
            </a:pPr>
            <a:endParaRPr i="0" u="none" strike="noStrike" cap="none">
              <a:solidFill>
                <a:srgbClr val="000000"/>
              </a:solidFill>
              <a:latin typeface="Patrick Hand"/>
              <a:ea typeface="Patrick Hand"/>
              <a:cs typeface="Patrick Hand"/>
              <a:sym typeface="Patrick Hand"/>
            </a:endParaRPr>
          </a:p>
        </p:txBody>
      </p:sp>
      <p:pic>
        <p:nvPicPr>
          <p:cNvPr id="247" name="Google Shape;247;p37"/>
          <p:cNvPicPr preferRelativeResize="0"/>
          <p:nvPr/>
        </p:nvPicPr>
        <p:blipFill>
          <a:blip r:embed="rId3">
            <a:alphaModFix/>
          </a:blip>
          <a:stretch>
            <a:fillRect/>
          </a:stretch>
        </p:blipFill>
        <p:spPr>
          <a:xfrm>
            <a:off x="154125" y="890913"/>
            <a:ext cx="355974" cy="355974"/>
          </a:xfrm>
          <a:prstGeom prst="rect">
            <a:avLst/>
          </a:prstGeom>
          <a:noFill/>
          <a:ln>
            <a:noFill/>
          </a:ln>
        </p:spPr>
      </p:pic>
      <p:sp>
        <p:nvSpPr>
          <p:cNvPr id="248" name="Google Shape;248;p37"/>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249" name="Google Shape;249;p37"/>
          <p:cNvSpPr txBox="1"/>
          <p:nvPr/>
        </p:nvSpPr>
        <p:spPr>
          <a:xfrm>
            <a:off x="510100" y="792600"/>
            <a:ext cx="83766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A Historical Investigation - Pompeii – Life Before Disaster</a:t>
            </a:r>
            <a:endParaRPr sz="2400" b="1" u="sng">
              <a:latin typeface="Patrick Hand SC"/>
              <a:ea typeface="Patrick Hand SC"/>
              <a:cs typeface="Patrick Hand SC"/>
              <a:sym typeface="Patrick Hand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38" descr="Download a free audiobook version of “Into Thin Air“ and support TED-Ed's nonprofit mission: https://www.audible.com/ted-ed&#10;&#10;--&#10;&#10;It’s a bustling day in Pompeii. After a quick visit to the market, Fabia spots her brothers, Lucius and Marcus, crossing the Forum. The siblings begin discussing Lucius’ wedding — but a deafening boom interrupts them. They watch Vesuvius spew smoke, ash, and rock — and realize they’ve been living in the shadow of a volcano. Gary Devore follows the siblings as they attempt to survive the disaster.&#10;&#10;Lesson by Gary Devore, directed by Totem Creative.&#10;&#10;Support Our Non-Profit Mission&#10;----------------------------------------------&#10;Support us on Patreon: http://bit.ly/TEDEdPatreon&#10;Check out our merch: http://bit.ly/TEDEDShop&#10;----------------------------------------------&#10;&#10;Connect With Us&#10;----------------------------------------------&#10;Sign up for our newsletter: http://bit.ly/TEDEdNewsletter&#10;Follow us on Facebook: http://bit.ly/TEDEdFacebook&#10;Find us on Twitter: http://bit.ly/TEDEdTwitter&#10;Peep us on Instagram: http://bit.ly/TEDEdInstagram&#10;----------------------------------------------&#10;&#10;Keep Learning&#10;----------------------------------------------&#10;View full lesson: https://ed.ted.com/lessons/run-sail-or-hide-how-to-survive-the-destruction-of-pompeii-gary-devore&#10;Dig deeper with additional resources: https://ed.ted.com/lessons/run-sail-or-hide-how-to-survive-the-destruction-of-pompeii-gary-devore#digdeeper&#10;Check out our full book rec: https://shop.ed.ted.com/collections/ted-ed-book-recommendations/products/copy-of-1990&#10;&#10;Animator's website: https://www.totemcreative.in/&#10;Sound design: https://www.campstudio.co/&#10;----------------------------------------------&#10;&#10;Thank you so much to our patrons for your support! Without you this video would not be possible! Alice Ice, Eric Berman, Kurt Paolo Sevillano, Xavi Ramos, Ron Kakar, Jennifer Heald, flóra lili donáti, Megulo Abebe, TAO7 HORUS, isolwi, Vedasheersh, Michael Chang, Waqar Sheikh, Alexander Gruber, Irene Y., Kate Sem, VPpurplebelt, Ujjwal Dasu, Theunis Groenewald, Minh Quan Dinh, Sylvain, Can Aydogmus, JasonD, Terran Gimpel, Gareth Thomas, Talia Sari, Phan Quang Lam, Katie McDowell, Allen, Sarat Chandra Vegunta, Mahina Bachiller, Bruce Vieira Lopes, Charmaine Hanson, Paul Aldred-Bann, Thawsitt, Jezabel, Abdullah Abdulaziz, Adriano Fontes, Xiao Yu, Melissa Suarez, SpartacusDMR, Brian A. Dunn, Francisco Amaya, Daisuke Goto, Matt Switzler, Leonardo Monrroy, Sumedh Ghaisas, Maryam, Bethany Connor and Jeremy Shimanek." title="Run, sail, or hide? How to survive the destruction of Pompeii - Gary Devore">
            <a:hlinkClick r:id="rId3"/>
          </p:cNvPr>
          <p:cNvPicPr preferRelativeResize="0"/>
          <p:nvPr/>
        </p:nvPicPr>
        <p:blipFill>
          <a:blip r:embed="rId4">
            <a:alphaModFix/>
          </a:blip>
          <a:stretch>
            <a:fillRect/>
          </a:stretch>
        </p:blipFill>
        <p:spPr>
          <a:xfrm>
            <a:off x="1567788" y="1316700"/>
            <a:ext cx="6261225" cy="3521950"/>
          </a:xfrm>
          <a:prstGeom prst="rect">
            <a:avLst/>
          </a:prstGeom>
          <a:noFill/>
          <a:ln>
            <a:noFill/>
          </a:ln>
        </p:spPr>
      </p:pic>
      <p:pic>
        <p:nvPicPr>
          <p:cNvPr id="255" name="Google Shape;255;p38"/>
          <p:cNvPicPr preferRelativeResize="0"/>
          <p:nvPr/>
        </p:nvPicPr>
        <p:blipFill>
          <a:blip r:embed="rId5">
            <a:alphaModFix/>
          </a:blip>
          <a:stretch>
            <a:fillRect/>
          </a:stretch>
        </p:blipFill>
        <p:spPr>
          <a:xfrm>
            <a:off x="154125" y="890913"/>
            <a:ext cx="355974" cy="355974"/>
          </a:xfrm>
          <a:prstGeom prst="rect">
            <a:avLst/>
          </a:prstGeom>
          <a:noFill/>
          <a:ln>
            <a:noFill/>
          </a:ln>
        </p:spPr>
      </p:pic>
      <p:sp>
        <p:nvSpPr>
          <p:cNvPr id="256" name="Google Shape;256;p38"/>
          <p:cNvSpPr txBox="1"/>
          <p:nvPr/>
        </p:nvSpPr>
        <p:spPr>
          <a:xfrm>
            <a:off x="339550" y="0"/>
            <a:ext cx="8487600" cy="8211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99"/>
              </a:buClr>
              <a:buSzPts val="6600"/>
              <a:buFont typeface="Corben"/>
              <a:buNone/>
            </a:pPr>
            <a:r>
              <a:rPr lang="en" sz="3000" b="1" i="0" u="none" strike="noStrike" cap="none">
                <a:solidFill>
                  <a:srgbClr val="002060"/>
                </a:solidFill>
                <a:latin typeface="Comfortaa"/>
                <a:ea typeface="Comfortaa"/>
                <a:cs typeface="Comfortaa"/>
                <a:sym typeface="Comfortaa"/>
              </a:rPr>
              <a:t>Wh</a:t>
            </a:r>
            <a:r>
              <a:rPr lang="en" sz="3000" b="1">
                <a:solidFill>
                  <a:srgbClr val="002060"/>
                </a:solidFill>
                <a:latin typeface="Comfortaa"/>
                <a:ea typeface="Comfortaa"/>
                <a:cs typeface="Comfortaa"/>
                <a:sym typeface="Comfortaa"/>
              </a:rPr>
              <a:t>y</a:t>
            </a:r>
            <a:r>
              <a:rPr lang="en" sz="3000" b="1" i="0" u="none" strike="noStrike" cap="none">
                <a:solidFill>
                  <a:srgbClr val="002060"/>
                </a:solidFill>
                <a:latin typeface="Comfortaa"/>
                <a:ea typeface="Comfortaa"/>
                <a:cs typeface="Comfortaa"/>
                <a:sym typeface="Comfortaa"/>
              </a:rPr>
              <a:t> history?</a:t>
            </a:r>
            <a:endParaRPr sz="3000" b="1" i="0" u="none" strike="noStrike" cap="none">
              <a:solidFill>
                <a:srgbClr val="002060"/>
              </a:solidFill>
              <a:latin typeface="Comfortaa"/>
              <a:ea typeface="Comfortaa"/>
              <a:cs typeface="Comfortaa"/>
              <a:sym typeface="Comfortaa"/>
            </a:endParaRPr>
          </a:p>
        </p:txBody>
      </p:sp>
      <p:sp>
        <p:nvSpPr>
          <p:cNvPr id="257" name="Google Shape;257;p38"/>
          <p:cNvSpPr txBox="1"/>
          <p:nvPr/>
        </p:nvSpPr>
        <p:spPr>
          <a:xfrm>
            <a:off x="510100" y="792600"/>
            <a:ext cx="83766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u="sng">
                <a:latin typeface="Patrick Hand"/>
                <a:ea typeface="Patrick Hand"/>
                <a:cs typeface="Patrick Hand"/>
                <a:sym typeface="Patrick Hand"/>
              </a:rPr>
              <a:t>A Historical Investigation - Pompeii – Life Before Disaster</a:t>
            </a:r>
            <a:endParaRPr sz="2400" b="1" u="sng">
              <a:latin typeface="Patrick Hand SC"/>
              <a:ea typeface="Patrick Hand SC"/>
              <a:cs typeface="Patrick Hand SC"/>
              <a:sym typeface="Patrick Hand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10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p:nvPr/>
        </p:nvSpPr>
        <p:spPr>
          <a:xfrm>
            <a:off x="339550" y="238625"/>
            <a:ext cx="8487600" cy="821100"/>
          </a:xfrm>
          <a:prstGeom prst="rect">
            <a:avLst/>
          </a:prstGeom>
          <a:noFill/>
          <a:ln>
            <a:noFill/>
          </a:ln>
        </p:spPr>
        <p:txBody>
          <a:bodyPr spcFirstLastPara="1" wrap="square" lIns="45700" tIns="45700" rIns="45700" bIns="45700" anchor="ctr" anchorCtr="0">
            <a:noAutofit/>
          </a:bodyPr>
          <a:lstStyle/>
          <a:p>
            <a:pPr marL="0" lvl="0" indent="0" algn="ctr" rtl="0">
              <a:spcBef>
                <a:spcPts val="0"/>
              </a:spcBef>
              <a:spcAft>
                <a:spcPts val="0"/>
              </a:spcAft>
              <a:buClr>
                <a:srgbClr val="FFFF99"/>
              </a:buClr>
              <a:buSzPts val="6600"/>
              <a:buFont typeface="Corben"/>
              <a:buNone/>
            </a:pPr>
            <a:r>
              <a:rPr lang="en" sz="3000" b="1">
                <a:solidFill>
                  <a:srgbClr val="002060"/>
                </a:solidFill>
                <a:latin typeface="Comfortaa"/>
                <a:ea typeface="Comfortaa"/>
                <a:cs typeface="Comfortaa"/>
                <a:sym typeface="Comfortaa"/>
              </a:rPr>
              <a:t>Why history?</a:t>
            </a:r>
            <a:endParaRPr sz="3000" b="1" i="0" u="none" strike="noStrike" cap="none">
              <a:solidFill>
                <a:srgbClr val="002060"/>
              </a:solidFill>
              <a:latin typeface="Comfortaa"/>
              <a:ea typeface="Comfortaa"/>
              <a:cs typeface="Comfortaa"/>
              <a:sym typeface="Comfortaa"/>
            </a:endParaRPr>
          </a:p>
        </p:txBody>
      </p:sp>
      <p:sp>
        <p:nvSpPr>
          <p:cNvPr id="263" name="Google Shape;263;p39"/>
          <p:cNvSpPr txBox="1"/>
          <p:nvPr/>
        </p:nvSpPr>
        <p:spPr>
          <a:xfrm>
            <a:off x="2133550" y="1640300"/>
            <a:ext cx="6693600" cy="264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Baumans"/>
                <a:ea typeface="Baumans"/>
                <a:cs typeface="Baumans"/>
                <a:sym typeface="Baumans"/>
              </a:rPr>
              <a:t>How do character values </a:t>
            </a:r>
            <a:r>
              <a:rPr lang="en" sz="1600" i="0" u="none" strike="noStrike" cap="none">
                <a:solidFill>
                  <a:srgbClr val="000000"/>
                </a:solidFill>
                <a:latin typeface="Patrick Hand"/>
                <a:ea typeface="Patrick Hand"/>
                <a:cs typeface="Patrick Hand"/>
                <a:sym typeface="Patrick Hand"/>
              </a:rPr>
              <a:t>(virtues) </a:t>
            </a:r>
            <a:r>
              <a:rPr lang="en" sz="2000" b="0" i="0" u="none" strike="noStrike" cap="none">
                <a:solidFill>
                  <a:srgbClr val="000000"/>
                </a:solidFill>
                <a:latin typeface="Baumans"/>
                <a:ea typeface="Baumans"/>
                <a:cs typeface="Baumans"/>
                <a:sym typeface="Baumans"/>
              </a:rPr>
              <a:t>influence the work of a historian  in studying and interpreting historical events?</a:t>
            </a:r>
            <a:endParaRPr sz="2000" b="0" i="0" u="none" strike="noStrike" cap="none">
              <a:solidFill>
                <a:srgbClr val="000000"/>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Baumans"/>
                <a:ea typeface="Baumans"/>
                <a:cs typeface="Baumans"/>
                <a:sym typeface="Baumans"/>
              </a:rPr>
              <a:t>How does the study of history contribute to the development of critical thinking and organisational skills?</a:t>
            </a:r>
            <a:endParaRPr sz="2000" b="0" i="0" u="none" strike="noStrike" cap="none">
              <a:solidFill>
                <a:srgbClr val="000000"/>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Baumans"/>
                <a:ea typeface="Baumans"/>
                <a:cs typeface="Baumans"/>
                <a:sym typeface="Baumans"/>
              </a:rPr>
              <a:t>Why is it important to recognise ordinary people’s contributions when studying history?</a:t>
            </a:r>
            <a:endParaRPr sz="2000" b="0" i="0" u="none" strike="noStrike" cap="none">
              <a:solidFill>
                <a:srgbClr val="000000"/>
              </a:solidFill>
              <a:latin typeface="Baumans"/>
              <a:ea typeface="Baumans"/>
              <a:cs typeface="Baumans"/>
              <a:sym typeface="Baumans"/>
            </a:endParaRPr>
          </a:p>
        </p:txBody>
      </p:sp>
      <p:pic>
        <p:nvPicPr>
          <p:cNvPr id="264" name="Google Shape;264;p39"/>
          <p:cNvPicPr preferRelativeResize="0"/>
          <p:nvPr/>
        </p:nvPicPr>
        <p:blipFill rotWithShape="1">
          <a:blip r:embed="rId3">
            <a:alphaModFix/>
          </a:blip>
          <a:srcRect/>
          <a:stretch/>
        </p:blipFill>
        <p:spPr>
          <a:xfrm>
            <a:off x="262475" y="1143000"/>
            <a:ext cx="1600200" cy="3642125"/>
          </a:xfrm>
          <a:prstGeom prst="rect">
            <a:avLst/>
          </a:prstGeom>
          <a:noFill/>
          <a:ln>
            <a:noFill/>
          </a:ln>
        </p:spPr>
      </p:pic>
      <p:pic>
        <p:nvPicPr>
          <p:cNvPr id="265" name="Google Shape;265;p39"/>
          <p:cNvPicPr preferRelativeResize="0"/>
          <p:nvPr/>
        </p:nvPicPr>
        <p:blipFill rotWithShape="1">
          <a:blip r:embed="rId4">
            <a:alphaModFix/>
          </a:blip>
          <a:srcRect l="30711" t="5130" r="3174" b="5807"/>
          <a:stretch/>
        </p:blipFill>
        <p:spPr>
          <a:xfrm>
            <a:off x="311700" y="229034"/>
            <a:ext cx="1035456" cy="7322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cean">
  <a:themeElements>
    <a:clrScheme name="Ocean">
      <a:dk1>
        <a:srgbClr val="999999"/>
      </a:dk1>
      <a:lt1>
        <a:srgbClr val="000099"/>
      </a:lt1>
      <a:dk2>
        <a:srgbClr val="A7A7A7"/>
      </a:dk2>
      <a:lt2>
        <a:srgbClr val="535353"/>
      </a:lt2>
      <a:accent1>
        <a:srgbClr val="33CCCC"/>
      </a:accent1>
      <a:accent2>
        <a:srgbClr val="00C600"/>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1117</Words>
  <Application>Microsoft Macintosh PowerPoint</Application>
  <PresentationFormat>On-screen Show (16:9)</PresentationFormat>
  <Paragraphs>87</Paragraphs>
  <Slides>13</Slides>
  <Notes>13</Notes>
  <HiddenSlides>0</HiddenSlides>
  <MMClips>2</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13</vt:i4>
      </vt:variant>
    </vt:vector>
  </HeadingPairs>
  <TitlesOfParts>
    <vt:vector size="28" baseType="lpstr">
      <vt:lpstr>Poppins</vt:lpstr>
      <vt:lpstr>Tahoma</vt:lpstr>
      <vt:lpstr>Luckiest Guy</vt:lpstr>
      <vt:lpstr>Patrick Hand SC</vt:lpstr>
      <vt:lpstr>Delius</vt:lpstr>
      <vt:lpstr>Patrick Hand</vt:lpstr>
      <vt:lpstr>Corben</vt:lpstr>
      <vt:lpstr>Baumans</vt:lpstr>
      <vt:lpstr>Aladin</vt:lpstr>
      <vt:lpstr>Comfortaa</vt:lpstr>
      <vt:lpstr>Century Gothic</vt:lpstr>
      <vt:lpstr>Comic Sans MS</vt:lpstr>
      <vt:lpstr>Arial</vt:lpstr>
      <vt:lpstr>Simple Light</vt:lpstr>
      <vt:lpstr>Ocean</vt:lpstr>
      <vt:lpstr>PowerPoint Presentation</vt:lpstr>
      <vt:lpstr>PowerPoint Presentation</vt:lpstr>
      <vt:lpstr>PowerPoint Presentation</vt:lpstr>
      <vt:lpstr>PowerPoint Presentation</vt:lpstr>
      <vt:lpstr>PowerPoint Presentation</vt:lpstr>
      <vt:lpstr>PowerPoint Presentation</vt:lpstr>
      <vt:lpstr>Historians are like detectives who gather information or evidence to put together the story of the past.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2026-10-06T23:38:53Z</dcterms:modified>
</cp:coreProperties>
</file>