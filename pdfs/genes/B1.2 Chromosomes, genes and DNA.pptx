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embeddedFontLst>
    <p:embeddedFont>
      <p:font typeface="Dosis"/>
      <p:regular r:id="rId30"/>
      <p:bold r:id="rId31"/>
    </p:embeddedFont>
    <p:embeddedFont>
      <p:font typeface="Roboto Slab"/>
      <p:regular r:id="rId32"/>
      <p:bold r:id="rId33"/>
    </p:embeddedFont>
    <p:embeddedFont>
      <p:font typeface="Roboto"/>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8" roundtripDataSignature="AMtx7mjeCSTp6lFvouKwt4HCnQN+opFqQ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1872F47-9B7B-4101-8046-D33F1DC77696}">
  <a:tblStyle styleId="{41872F47-9B7B-4101-8046-D33F1DC77696}" styleName="Table_0">
    <a:wholeTbl>
      <a:tcTxStyle b="off" i="off">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Dosis-bold.fntdata"/><Relationship Id="rId30" Type="http://schemas.openxmlformats.org/officeDocument/2006/relationships/font" Target="fonts/Dosis-regular.fntdata"/><Relationship Id="rId11" Type="http://schemas.openxmlformats.org/officeDocument/2006/relationships/slide" Target="slides/slide5.xml"/><Relationship Id="rId33" Type="http://schemas.openxmlformats.org/officeDocument/2006/relationships/font" Target="fonts/RobotoSlab-bold.fntdata"/><Relationship Id="rId10" Type="http://schemas.openxmlformats.org/officeDocument/2006/relationships/slide" Target="slides/slide4.xml"/><Relationship Id="rId32" Type="http://schemas.openxmlformats.org/officeDocument/2006/relationships/font" Target="fonts/RobotoSlab-regular.fntdata"/><Relationship Id="rId13" Type="http://schemas.openxmlformats.org/officeDocument/2006/relationships/slide" Target="slides/slide7.xml"/><Relationship Id="rId35" Type="http://schemas.openxmlformats.org/officeDocument/2006/relationships/font" Target="fonts/Roboto-bold.fntdata"/><Relationship Id="rId12" Type="http://schemas.openxmlformats.org/officeDocument/2006/relationships/slide" Target="slides/slide6.xml"/><Relationship Id="rId34" Type="http://schemas.openxmlformats.org/officeDocument/2006/relationships/font" Target="fonts/Roboto-regular.fntdata"/><Relationship Id="rId15" Type="http://schemas.openxmlformats.org/officeDocument/2006/relationships/slide" Target="slides/slide9.xml"/><Relationship Id="rId37" Type="http://schemas.openxmlformats.org/officeDocument/2006/relationships/font" Target="fonts/Roboto-boldItalic.fntdata"/><Relationship Id="rId14" Type="http://schemas.openxmlformats.org/officeDocument/2006/relationships/slide" Target="slides/slide8.xml"/><Relationship Id="rId36" Type="http://schemas.openxmlformats.org/officeDocument/2006/relationships/font" Target="fonts/Roboto-italic.fntdata"/><Relationship Id="rId17" Type="http://schemas.openxmlformats.org/officeDocument/2006/relationships/slide" Target="slides/slide11.xml"/><Relationship Id="rId16" Type="http://schemas.openxmlformats.org/officeDocument/2006/relationships/slide" Target="slides/slide10.xml"/><Relationship Id="rId38" Type="http://customschemas.google.com/relationships/presentationmetadata" Target="meta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d01367d17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ed01367d1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Every living thing contains DNA. It is the unique set of instructions that tells a seed how to grown into a plant or a baby into adult. Everyone’s DNA is different. DNA controls the colour of your eyes, skin and hair. DNA is wrapped tight inside the nucleus of every cell that builds a living thing. DNA is coiled tightly like thread and wrapped and squished into bundles that scientists called chromosomes.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Over fifty years ago, Francis Crick walked into the Eagle pub and announced something for which he would later share a Nobel Prize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TO PRINT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0" name="Google Shape;32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9" name="Google Shape;32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7" name="Google Shape;33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2" name="Google Shape;35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ed01367d17_0_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ed01367d1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23"/>
          <p:cNvSpPr/>
          <p:nvPr/>
        </p:nvSpPr>
        <p:spPr>
          <a:xfrm flipH="1">
            <a:off x="-75" y="0"/>
            <a:ext cx="669600" cy="5143500"/>
          </a:xfrm>
          <a:prstGeom prst="rect">
            <a:avLst/>
          </a:prstGeom>
          <a:solidFill>
            <a:srgbClr val="000000">
              <a:alpha val="313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3"/>
          <p:cNvSpPr/>
          <p:nvPr/>
        </p:nvSpPr>
        <p:spPr>
          <a:xfrm flipH="1">
            <a:off x="-75" y="0"/>
            <a:ext cx="669600" cy="1140000"/>
          </a:xfrm>
          <a:prstGeom prst="rect">
            <a:avLst/>
          </a:prstGeom>
          <a:solidFill>
            <a:srgbClr val="0DB7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3"/>
          <p:cNvSpPr txBox="1"/>
          <p:nvPr>
            <p:ph idx="12" type="sldNum"/>
          </p:nvPr>
        </p:nvSpPr>
        <p:spPr>
          <a:xfrm>
            <a:off x="-75" y="0"/>
            <a:ext cx="669600" cy="1140000"/>
          </a:xfrm>
          <a:prstGeom prst="rect">
            <a:avLst/>
          </a:prstGeom>
          <a:noFill/>
          <a:ln>
            <a:noFill/>
          </a:ln>
        </p:spPr>
        <p:txBody>
          <a:bodyPr anchorCtr="0" anchor="b" bIns="91425" lIns="91425" spcFirstLastPara="1" rIns="91425" wrap="square" tIns="91425">
            <a:noAutofit/>
          </a:bodyPr>
          <a:lstStyle>
            <a:lvl1pPr indent="0" lvl="0"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1pPr>
            <a:lvl2pPr indent="0" lvl="1"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2pPr>
            <a:lvl3pPr indent="0" lvl="2"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3pPr>
            <a:lvl4pPr indent="0" lvl="3"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4pPr>
            <a:lvl5pPr indent="0" lvl="4"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5pPr>
            <a:lvl6pPr indent="0" lvl="5"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6pPr>
            <a:lvl7pPr indent="0" lvl="6"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7pPr>
            <a:lvl8pPr indent="0" lvl="7"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8pPr>
            <a:lvl9pPr indent="0" lvl="8"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13" name="Shape 13"/>
        <p:cNvGrpSpPr/>
        <p:nvPr/>
      </p:nvGrpSpPr>
      <p:grpSpPr>
        <a:xfrm>
          <a:off x="0" y="0"/>
          <a:ext cx="0" cy="0"/>
          <a:chOff x="0" y="0"/>
          <a:chExt cx="0" cy="0"/>
        </a:xfrm>
      </p:grpSpPr>
      <p:sp>
        <p:nvSpPr>
          <p:cNvPr id="14" name="Google Shape;14;p24"/>
          <p:cNvSpPr/>
          <p:nvPr/>
        </p:nvSpPr>
        <p:spPr>
          <a:xfrm rot="10800000">
            <a:off x="-150" y="4156675"/>
            <a:ext cx="9144000" cy="276600"/>
          </a:xfrm>
          <a:prstGeom prst="rect">
            <a:avLst/>
          </a:prstGeom>
          <a:solidFill>
            <a:srgbClr val="000000">
              <a:alpha val="313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4"/>
          <p:cNvSpPr/>
          <p:nvPr/>
        </p:nvSpPr>
        <p:spPr>
          <a:xfrm flipH="1">
            <a:off x="-150" y="0"/>
            <a:ext cx="9144000" cy="4156800"/>
          </a:xfrm>
          <a:prstGeom prst="rect">
            <a:avLst/>
          </a:prstGeom>
          <a:solidFill>
            <a:srgbClr val="0DB7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4"/>
          <p:cNvSpPr txBox="1"/>
          <p:nvPr>
            <p:ph type="ctrTitle"/>
          </p:nvPr>
        </p:nvSpPr>
        <p:spPr>
          <a:xfrm>
            <a:off x="685800" y="2525225"/>
            <a:ext cx="5309700" cy="1159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FFFFFF"/>
              </a:buClr>
              <a:buSzPts val="6000"/>
              <a:buNone/>
              <a:defRPr sz="6000">
                <a:solidFill>
                  <a:srgbClr val="FFFFFF"/>
                </a:solidFill>
              </a:defRPr>
            </a:lvl1pPr>
            <a:lvl2pPr lvl="1" algn="l">
              <a:lnSpc>
                <a:spcPct val="100000"/>
              </a:lnSpc>
              <a:spcBef>
                <a:spcPts val="0"/>
              </a:spcBef>
              <a:spcAft>
                <a:spcPts val="0"/>
              </a:spcAft>
              <a:buClr>
                <a:srgbClr val="FFFFFF"/>
              </a:buClr>
              <a:buSzPts val="6000"/>
              <a:buNone/>
              <a:defRPr sz="6000">
                <a:solidFill>
                  <a:srgbClr val="FFFFFF"/>
                </a:solidFill>
              </a:defRPr>
            </a:lvl2pPr>
            <a:lvl3pPr lvl="2" algn="l">
              <a:lnSpc>
                <a:spcPct val="100000"/>
              </a:lnSpc>
              <a:spcBef>
                <a:spcPts val="0"/>
              </a:spcBef>
              <a:spcAft>
                <a:spcPts val="0"/>
              </a:spcAft>
              <a:buClr>
                <a:srgbClr val="FFFFFF"/>
              </a:buClr>
              <a:buSzPts val="6000"/>
              <a:buNone/>
              <a:defRPr sz="6000">
                <a:solidFill>
                  <a:srgbClr val="FFFFFF"/>
                </a:solidFill>
              </a:defRPr>
            </a:lvl3pPr>
            <a:lvl4pPr lvl="3" algn="l">
              <a:lnSpc>
                <a:spcPct val="100000"/>
              </a:lnSpc>
              <a:spcBef>
                <a:spcPts val="0"/>
              </a:spcBef>
              <a:spcAft>
                <a:spcPts val="0"/>
              </a:spcAft>
              <a:buClr>
                <a:srgbClr val="FFFFFF"/>
              </a:buClr>
              <a:buSzPts val="6000"/>
              <a:buNone/>
              <a:defRPr sz="6000">
                <a:solidFill>
                  <a:srgbClr val="FFFFFF"/>
                </a:solidFill>
              </a:defRPr>
            </a:lvl4pPr>
            <a:lvl5pPr lvl="4" algn="l">
              <a:lnSpc>
                <a:spcPct val="100000"/>
              </a:lnSpc>
              <a:spcBef>
                <a:spcPts val="0"/>
              </a:spcBef>
              <a:spcAft>
                <a:spcPts val="0"/>
              </a:spcAft>
              <a:buClr>
                <a:srgbClr val="FFFFFF"/>
              </a:buClr>
              <a:buSzPts val="6000"/>
              <a:buNone/>
              <a:defRPr sz="6000">
                <a:solidFill>
                  <a:srgbClr val="FFFFFF"/>
                </a:solidFill>
              </a:defRPr>
            </a:lvl5pPr>
            <a:lvl6pPr lvl="5" algn="l">
              <a:lnSpc>
                <a:spcPct val="100000"/>
              </a:lnSpc>
              <a:spcBef>
                <a:spcPts val="0"/>
              </a:spcBef>
              <a:spcAft>
                <a:spcPts val="0"/>
              </a:spcAft>
              <a:buClr>
                <a:srgbClr val="FFFFFF"/>
              </a:buClr>
              <a:buSzPts val="6000"/>
              <a:buNone/>
              <a:defRPr sz="6000">
                <a:solidFill>
                  <a:srgbClr val="FFFFFF"/>
                </a:solidFill>
              </a:defRPr>
            </a:lvl6pPr>
            <a:lvl7pPr lvl="6" algn="l">
              <a:lnSpc>
                <a:spcPct val="100000"/>
              </a:lnSpc>
              <a:spcBef>
                <a:spcPts val="0"/>
              </a:spcBef>
              <a:spcAft>
                <a:spcPts val="0"/>
              </a:spcAft>
              <a:buClr>
                <a:srgbClr val="FFFFFF"/>
              </a:buClr>
              <a:buSzPts val="6000"/>
              <a:buNone/>
              <a:defRPr sz="6000">
                <a:solidFill>
                  <a:srgbClr val="FFFFFF"/>
                </a:solidFill>
              </a:defRPr>
            </a:lvl7pPr>
            <a:lvl8pPr lvl="7" algn="l">
              <a:lnSpc>
                <a:spcPct val="100000"/>
              </a:lnSpc>
              <a:spcBef>
                <a:spcPts val="0"/>
              </a:spcBef>
              <a:spcAft>
                <a:spcPts val="0"/>
              </a:spcAft>
              <a:buClr>
                <a:srgbClr val="FFFFFF"/>
              </a:buClr>
              <a:buSzPts val="6000"/>
              <a:buNone/>
              <a:defRPr sz="6000">
                <a:solidFill>
                  <a:srgbClr val="FFFFFF"/>
                </a:solidFill>
              </a:defRPr>
            </a:lvl8pPr>
            <a:lvl9pPr lvl="8" algn="l">
              <a:lnSpc>
                <a:spcPct val="100000"/>
              </a:lnSpc>
              <a:spcBef>
                <a:spcPts val="0"/>
              </a:spcBef>
              <a:spcAft>
                <a:spcPts val="0"/>
              </a:spcAft>
              <a:buClr>
                <a:srgbClr val="FFFFFF"/>
              </a:buClr>
              <a:buSzPts val="6000"/>
              <a:buNone/>
              <a:defRPr sz="6000">
                <a:solidFill>
                  <a:srgbClr val="FFFFFF"/>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7" name="Shape 17"/>
        <p:cNvGrpSpPr/>
        <p:nvPr/>
      </p:nvGrpSpPr>
      <p:grpSpPr>
        <a:xfrm>
          <a:off x="0" y="0"/>
          <a:ext cx="0" cy="0"/>
          <a:chOff x="0" y="0"/>
          <a:chExt cx="0" cy="0"/>
        </a:xfrm>
      </p:grpSpPr>
      <p:sp>
        <p:nvSpPr>
          <p:cNvPr id="18" name="Google Shape;18;p25"/>
          <p:cNvSpPr/>
          <p:nvPr/>
        </p:nvSpPr>
        <p:spPr>
          <a:xfrm flipH="1">
            <a:off x="-75" y="0"/>
            <a:ext cx="1851600" cy="5143500"/>
          </a:xfrm>
          <a:prstGeom prst="rect">
            <a:avLst/>
          </a:prstGeom>
          <a:solidFill>
            <a:srgbClr val="000000">
              <a:alpha val="313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25"/>
          <p:cNvSpPr/>
          <p:nvPr/>
        </p:nvSpPr>
        <p:spPr>
          <a:xfrm flipH="1">
            <a:off x="-75" y="0"/>
            <a:ext cx="1851600" cy="1140000"/>
          </a:xfrm>
          <a:prstGeom prst="rect">
            <a:avLst/>
          </a:prstGeom>
          <a:solidFill>
            <a:srgbClr val="0DB7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5"/>
          <p:cNvSpPr txBox="1"/>
          <p:nvPr>
            <p:ph idx="12" type="sldNum"/>
          </p:nvPr>
        </p:nvSpPr>
        <p:spPr>
          <a:xfrm>
            <a:off x="-75" y="0"/>
            <a:ext cx="1851600" cy="1140000"/>
          </a:xfrm>
          <a:prstGeom prst="rect">
            <a:avLst/>
          </a:prstGeom>
          <a:noFill/>
          <a:ln>
            <a:noFill/>
          </a:ln>
        </p:spPr>
        <p:txBody>
          <a:bodyPr anchorCtr="0" anchor="b" bIns="91425" lIns="91425" spcFirstLastPara="1" rIns="91425" wrap="square" tIns="91425">
            <a:noAutofit/>
          </a:bodyPr>
          <a:lstStyle>
            <a:lvl1pPr indent="0" lvl="0"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1pPr>
            <a:lvl2pPr indent="0" lvl="1"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2pPr>
            <a:lvl3pPr indent="0" lvl="2"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3pPr>
            <a:lvl4pPr indent="0" lvl="3"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4pPr>
            <a:lvl5pPr indent="0" lvl="4"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5pPr>
            <a:lvl6pPr indent="0" lvl="5"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6pPr>
            <a:lvl7pPr indent="0" lvl="6"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7pPr>
            <a:lvl8pPr indent="0" lvl="7"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8pPr>
            <a:lvl9pPr indent="0" lvl="8"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9pPr>
          </a:lstStyle>
          <a:p>
            <a:pPr indent="0" lvl="0" marL="0" rtl="0" algn="ctr">
              <a:spcBef>
                <a:spcPts val="0"/>
              </a:spcBef>
              <a:spcAft>
                <a:spcPts val="0"/>
              </a:spcAft>
              <a:buNone/>
            </a:pPr>
            <a:fld id="{00000000-1234-1234-1234-123412341234}" type="slidenum">
              <a:rPr lang="en"/>
              <a:t>‹#›</a:t>
            </a:fld>
            <a:endParaRPr/>
          </a:p>
        </p:txBody>
      </p:sp>
      <p:sp>
        <p:nvSpPr>
          <p:cNvPr id="21" name="Google Shape;21;p25"/>
          <p:cNvSpPr txBox="1"/>
          <p:nvPr>
            <p:ph idx="1" type="body"/>
          </p:nvPr>
        </p:nvSpPr>
        <p:spPr>
          <a:xfrm>
            <a:off x="223150" y="1284100"/>
            <a:ext cx="1393200" cy="1932900"/>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360"/>
              </a:spcBef>
              <a:spcAft>
                <a:spcPts val="0"/>
              </a:spcAft>
              <a:buClr>
                <a:srgbClr val="415665"/>
              </a:buClr>
              <a:buSzPts val="1200"/>
              <a:buNone/>
              <a:defRPr sz="1200"/>
            </a:lvl1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type="obj">
  <p:cSld name="OBJECT">
    <p:spTree>
      <p:nvGrpSpPr>
        <p:cNvPr id="22" name="Shape 22"/>
        <p:cNvGrpSpPr/>
        <p:nvPr/>
      </p:nvGrpSpPr>
      <p:grpSpPr>
        <a:xfrm>
          <a:off x="0" y="0"/>
          <a:ext cx="0" cy="0"/>
          <a:chOff x="0" y="0"/>
          <a:chExt cx="0" cy="0"/>
        </a:xfrm>
      </p:grpSpPr>
      <p:sp>
        <p:nvSpPr>
          <p:cNvPr id="23" name="Google Shape;23;p26"/>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chemeClr val="lt1"/>
              </a:buClr>
              <a:buSzPts val="2400"/>
              <a:buFont typeface="Calibri"/>
              <a:buNone/>
              <a:defRPr b="0" i="0" sz="4400" u="none" cap="none" strike="noStrike">
                <a:solidFill>
                  <a:schemeClr val="lt1"/>
                </a:solidFill>
                <a:latin typeface="Calibri"/>
                <a:ea typeface="Calibri"/>
                <a:cs typeface="Calibri"/>
                <a:sym typeface="Calibri"/>
              </a:defRPr>
            </a:lvl1pPr>
            <a:lvl2pPr lvl="1" algn="l">
              <a:lnSpc>
                <a:spcPct val="100000"/>
              </a:lnSpc>
              <a:spcBef>
                <a:spcPts val="0"/>
              </a:spcBef>
              <a:spcAft>
                <a:spcPts val="0"/>
              </a:spcAft>
              <a:buSzPts val="2400"/>
              <a:buNone/>
              <a:defRPr sz="1800"/>
            </a:lvl2pPr>
            <a:lvl3pPr lvl="2" algn="l">
              <a:lnSpc>
                <a:spcPct val="100000"/>
              </a:lnSpc>
              <a:spcBef>
                <a:spcPts val="0"/>
              </a:spcBef>
              <a:spcAft>
                <a:spcPts val="0"/>
              </a:spcAft>
              <a:buSzPts val="2400"/>
              <a:buNone/>
              <a:defRPr sz="1800"/>
            </a:lvl3pPr>
            <a:lvl4pPr lvl="3" algn="l">
              <a:lnSpc>
                <a:spcPct val="100000"/>
              </a:lnSpc>
              <a:spcBef>
                <a:spcPts val="0"/>
              </a:spcBef>
              <a:spcAft>
                <a:spcPts val="0"/>
              </a:spcAft>
              <a:buSzPts val="2400"/>
              <a:buNone/>
              <a:defRPr sz="1800"/>
            </a:lvl4pPr>
            <a:lvl5pPr lvl="4" algn="l">
              <a:lnSpc>
                <a:spcPct val="100000"/>
              </a:lnSpc>
              <a:spcBef>
                <a:spcPts val="0"/>
              </a:spcBef>
              <a:spcAft>
                <a:spcPts val="0"/>
              </a:spcAft>
              <a:buSzPts val="2400"/>
              <a:buNone/>
              <a:defRPr sz="1800"/>
            </a:lvl5pPr>
            <a:lvl6pPr lvl="5" algn="l">
              <a:lnSpc>
                <a:spcPct val="100000"/>
              </a:lnSpc>
              <a:spcBef>
                <a:spcPts val="0"/>
              </a:spcBef>
              <a:spcAft>
                <a:spcPts val="0"/>
              </a:spcAft>
              <a:buSzPts val="2400"/>
              <a:buNone/>
              <a:defRPr sz="1800"/>
            </a:lvl6pPr>
            <a:lvl7pPr lvl="6" algn="l">
              <a:lnSpc>
                <a:spcPct val="100000"/>
              </a:lnSpc>
              <a:spcBef>
                <a:spcPts val="0"/>
              </a:spcBef>
              <a:spcAft>
                <a:spcPts val="0"/>
              </a:spcAft>
              <a:buSzPts val="2400"/>
              <a:buNone/>
              <a:defRPr sz="1800"/>
            </a:lvl7pPr>
            <a:lvl8pPr lvl="7" algn="l">
              <a:lnSpc>
                <a:spcPct val="100000"/>
              </a:lnSpc>
              <a:spcBef>
                <a:spcPts val="0"/>
              </a:spcBef>
              <a:spcAft>
                <a:spcPts val="0"/>
              </a:spcAft>
              <a:buSzPts val="2400"/>
              <a:buNone/>
              <a:defRPr sz="1800"/>
            </a:lvl8pPr>
            <a:lvl9pPr lvl="8" algn="l">
              <a:lnSpc>
                <a:spcPct val="100000"/>
              </a:lnSpc>
              <a:spcBef>
                <a:spcPts val="0"/>
              </a:spcBef>
              <a:spcAft>
                <a:spcPts val="0"/>
              </a:spcAft>
              <a:buSzPts val="2400"/>
              <a:buNone/>
              <a:defRPr sz="1800"/>
            </a:lvl9pPr>
          </a:lstStyle>
          <a:p/>
        </p:txBody>
      </p:sp>
      <p:sp>
        <p:nvSpPr>
          <p:cNvPr id="24" name="Google Shape;24;p26"/>
          <p:cNvSpPr txBox="1"/>
          <p:nvPr>
            <p:ph idx="1" type="body"/>
          </p:nvPr>
        </p:nvSpPr>
        <p:spPr>
          <a:xfrm>
            <a:off x="457200" y="1200150"/>
            <a:ext cx="8229600" cy="3394500"/>
          </a:xfrm>
          <a:prstGeom prst="rect">
            <a:avLst/>
          </a:prstGeom>
          <a:noFill/>
          <a:ln>
            <a:noFill/>
          </a:ln>
        </p:spPr>
        <p:txBody>
          <a:bodyPr anchorCtr="0" anchor="t" bIns="91425" lIns="91425" spcFirstLastPara="1" rIns="91425" wrap="square" tIns="91425">
            <a:noAutofit/>
          </a:bodyPr>
          <a:lstStyle>
            <a:lvl1pPr indent="-431800" lvl="0" marL="457200" marR="0" algn="l">
              <a:lnSpc>
                <a:spcPct val="100000"/>
              </a:lnSpc>
              <a:spcBef>
                <a:spcPts val="640"/>
              </a:spcBef>
              <a:spcAft>
                <a:spcPts val="0"/>
              </a:spcAft>
              <a:buClr>
                <a:schemeClr val="lt1"/>
              </a:buClr>
              <a:buSzPts val="3200"/>
              <a:buFont typeface="Arial"/>
              <a:buChar char="•"/>
              <a:defRPr b="0" i="0" sz="3200" u="none" cap="none" strike="noStrike">
                <a:solidFill>
                  <a:schemeClr val="lt1"/>
                </a:solidFill>
                <a:latin typeface="Calibri"/>
                <a:ea typeface="Calibri"/>
                <a:cs typeface="Calibri"/>
                <a:sym typeface="Calibri"/>
              </a:defRPr>
            </a:lvl1pPr>
            <a:lvl2pPr indent="-406400" lvl="1" marL="914400" marR="0" algn="l">
              <a:lnSpc>
                <a:spcPct val="100000"/>
              </a:lnSpc>
              <a:spcBef>
                <a:spcPts val="560"/>
              </a:spcBef>
              <a:spcAft>
                <a:spcPts val="0"/>
              </a:spcAft>
              <a:buClr>
                <a:schemeClr val="lt1"/>
              </a:buClr>
              <a:buSzPts val="2800"/>
              <a:buFont typeface="Arial"/>
              <a:buChar char="–"/>
              <a:defRPr b="0" i="0" sz="2800" u="none" cap="none" strike="noStrike">
                <a:solidFill>
                  <a:schemeClr val="lt1"/>
                </a:solidFill>
                <a:latin typeface="Calibri"/>
                <a:ea typeface="Calibri"/>
                <a:cs typeface="Calibri"/>
                <a:sym typeface="Calibri"/>
              </a:defRPr>
            </a:lvl2pPr>
            <a:lvl3pPr indent="-381000" lvl="2" marL="1371600" marR="0" algn="l">
              <a:lnSpc>
                <a:spcPct val="100000"/>
              </a:lnSpc>
              <a:spcBef>
                <a:spcPts val="480"/>
              </a:spcBef>
              <a:spcAft>
                <a:spcPts val="0"/>
              </a:spcAft>
              <a:buClr>
                <a:schemeClr val="lt1"/>
              </a:buClr>
              <a:buSzPts val="2400"/>
              <a:buFont typeface="Arial"/>
              <a:buChar char="•"/>
              <a:defRPr b="0" i="0" sz="2400" u="none" cap="none" strike="noStrike">
                <a:solidFill>
                  <a:schemeClr val="lt1"/>
                </a:solidFill>
                <a:latin typeface="Calibri"/>
                <a:ea typeface="Calibri"/>
                <a:cs typeface="Calibri"/>
                <a:sym typeface="Calibri"/>
              </a:defRPr>
            </a:lvl3pPr>
            <a:lvl4pPr indent="-355600" lvl="3" marL="1828800" marR="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4pPr>
            <a:lvl5pPr indent="-355600" lvl="4" marL="2286000" marR="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5pPr>
            <a:lvl6pPr indent="-355600" lvl="5" marL="2743200" marR="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6pPr>
            <a:lvl7pPr indent="-355600" lvl="6" marL="3200400" marR="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7pPr>
            <a:lvl8pPr indent="-355600" lvl="7" marL="3657600" marR="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8pPr>
            <a:lvl9pPr indent="-355600" lvl="8" marL="4114800" marR="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9pPr>
          </a:lstStyle>
          <a:p/>
        </p:txBody>
      </p:sp>
      <p:sp>
        <p:nvSpPr>
          <p:cNvPr id="25" name="Google Shape;25;p26"/>
          <p:cNvSpPr txBox="1"/>
          <p:nvPr>
            <p:ph idx="10" type="dt"/>
          </p:nvPr>
        </p:nvSpPr>
        <p:spPr>
          <a:xfrm>
            <a:off x="457200" y="4767263"/>
            <a:ext cx="2133600" cy="2739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9pPr>
          </a:lstStyle>
          <a:p/>
        </p:txBody>
      </p:sp>
      <p:sp>
        <p:nvSpPr>
          <p:cNvPr id="26" name="Google Shape;26;p26"/>
          <p:cNvSpPr txBox="1"/>
          <p:nvPr>
            <p:ph idx="11" type="ftr"/>
          </p:nvPr>
        </p:nvSpPr>
        <p:spPr>
          <a:xfrm>
            <a:off x="3124200" y="4767263"/>
            <a:ext cx="2895600" cy="2739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9pPr>
          </a:lstStyle>
          <a:p/>
        </p:txBody>
      </p:sp>
      <p:sp>
        <p:nvSpPr>
          <p:cNvPr id="27" name="Google Shape;27;p26"/>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29"/>
          <p:cNvSpPr/>
          <p:nvPr/>
        </p:nvSpPr>
        <p:spPr>
          <a:xfrm flipH="1">
            <a:off x="-75" y="0"/>
            <a:ext cx="669600" cy="5143500"/>
          </a:xfrm>
          <a:prstGeom prst="rect">
            <a:avLst/>
          </a:prstGeom>
          <a:solidFill>
            <a:srgbClr val="000000">
              <a:alpha val="313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29"/>
          <p:cNvSpPr/>
          <p:nvPr/>
        </p:nvSpPr>
        <p:spPr>
          <a:xfrm flipH="1">
            <a:off x="-75" y="0"/>
            <a:ext cx="669600" cy="1140000"/>
          </a:xfrm>
          <a:prstGeom prst="rect">
            <a:avLst/>
          </a:prstGeom>
          <a:solidFill>
            <a:srgbClr val="0DB7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29"/>
          <p:cNvSpPr txBox="1"/>
          <p:nvPr>
            <p:ph type="title"/>
          </p:nvPr>
        </p:nvSpPr>
        <p:spPr>
          <a:xfrm>
            <a:off x="844425" y="5598"/>
            <a:ext cx="3552600" cy="1140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400"/>
              <a:buNone/>
              <a:defRPr/>
            </a:lvl2pPr>
            <a:lvl3pPr lvl="2" algn="l">
              <a:lnSpc>
                <a:spcPct val="100000"/>
              </a:lnSpc>
              <a:spcBef>
                <a:spcPts val="0"/>
              </a:spcBef>
              <a:spcAft>
                <a:spcPts val="0"/>
              </a:spcAft>
              <a:buSzPts val="2400"/>
              <a:buNone/>
              <a:defRPr/>
            </a:lvl3pPr>
            <a:lvl4pPr lvl="3" algn="l">
              <a:lnSpc>
                <a:spcPct val="100000"/>
              </a:lnSpc>
              <a:spcBef>
                <a:spcPts val="0"/>
              </a:spcBef>
              <a:spcAft>
                <a:spcPts val="0"/>
              </a:spcAft>
              <a:buSzPts val="2400"/>
              <a:buNone/>
              <a:defRPr/>
            </a:lvl4pPr>
            <a:lvl5pPr lvl="4" algn="l">
              <a:lnSpc>
                <a:spcPct val="100000"/>
              </a:lnSpc>
              <a:spcBef>
                <a:spcPts val="0"/>
              </a:spcBef>
              <a:spcAft>
                <a:spcPts val="0"/>
              </a:spcAft>
              <a:buSzPts val="2400"/>
              <a:buNone/>
              <a:defRPr/>
            </a:lvl5pPr>
            <a:lvl6pPr lvl="5" algn="l">
              <a:lnSpc>
                <a:spcPct val="100000"/>
              </a:lnSpc>
              <a:spcBef>
                <a:spcPts val="0"/>
              </a:spcBef>
              <a:spcAft>
                <a:spcPts val="0"/>
              </a:spcAft>
              <a:buSzPts val="2400"/>
              <a:buNone/>
              <a:defRPr/>
            </a:lvl6pPr>
            <a:lvl7pPr lvl="6" algn="l">
              <a:lnSpc>
                <a:spcPct val="100000"/>
              </a:lnSpc>
              <a:spcBef>
                <a:spcPts val="0"/>
              </a:spcBef>
              <a:spcAft>
                <a:spcPts val="0"/>
              </a:spcAft>
              <a:buSzPts val="2400"/>
              <a:buNone/>
              <a:defRPr/>
            </a:lvl7pPr>
            <a:lvl8pPr lvl="7" algn="l">
              <a:lnSpc>
                <a:spcPct val="100000"/>
              </a:lnSpc>
              <a:spcBef>
                <a:spcPts val="0"/>
              </a:spcBef>
              <a:spcAft>
                <a:spcPts val="0"/>
              </a:spcAft>
              <a:buSzPts val="2400"/>
              <a:buNone/>
              <a:defRPr/>
            </a:lvl8pPr>
            <a:lvl9pPr lvl="8" algn="l">
              <a:lnSpc>
                <a:spcPct val="100000"/>
              </a:lnSpc>
              <a:spcBef>
                <a:spcPts val="0"/>
              </a:spcBef>
              <a:spcAft>
                <a:spcPts val="0"/>
              </a:spcAft>
              <a:buSzPts val="2400"/>
              <a:buNone/>
              <a:defRPr/>
            </a:lvl9pPr>
          </a:lstStyle>
          <a:p/>
        </p:txBody>
      </p:sp>
      <p:sp>
        <p:nvSpPr>
          <p:cNvPr id="32" name="Google Shape;32;p29"/>
          <p:cNvSpPr txBox="1"/>
          <p:nvPr>
            <p:ph idx="12" type="sldNum"/>
          </p:nvPr>
        </p:nvSpPr>
        <p:spPr>
          <a:xfrm>
            <a:off x="-75" y="0"/>
            <a:ext cx="669600" cy="1140000"/>
          </a:xfrm>
          <a:prstGeom prst="rect">
            <a:avLst/>
          </a:prstGeom>
          <a:noFill/>
          <a:ln>
            <a:noFill/>
          </a:ln>
        </p:spPr>
        <p:txBody>
          <a:bodyPr anchorCtr="0" anchor="b" bIns="91425" lIns="91425" spcFirstLastPara="1" rIns="91425" wrap="square" tIns="91425">
            <a:noAutofit/>
          </a:bodyPr>
          <a:lstStyle>
            <a:lvl1pPr indent="0" lvl="0"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1pPr>
            <a:lvl2pPr indent="0" lvl="1"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2pPr>
            <a:lvl3pPr indent="0" lvl="2"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3pPr>
            <a:lvl4pPr indent="0" lvl="3"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4pPr>
            <a:lvl5pPr indent="0" lvl="4"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5pPr>
            <a:lvl6pPr indent="0" lvl="5"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6pPr>
            <a:lvl7pPr indent="0" lvl="6"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7pPr>
            <a:lvl8pPr indent="0" lvl="7"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8pPr>
            <a:lvl9pPr indent="0" lvl="8"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33" name="Shape 33"/>
        <p:cNvGrpSpPr/>
        <p:nvPr/>
      </p:nvGrpSpPr>
      <p:grpSpPr>
        <a:xfrm>
          <a:off x="0" y="0"/>
          <a:ext cx="0" cy="0"/>
          <a:chOff x="0" y="0"/>
          <a:chExt cx="0" cy="0"/>
        </a:xfrm>
      </p:grpSpPr>
      <p:sp>
        <p:nvSpPr>
          <p:cNvPr id="34" name="Google Shape;34;p30"/>
          <p:cNvSpPr/>
          <p:nvPr/>
        </p:nvSpPr>
        <p:spPr>
          <a:xfrm rot="10800000">
            <a:off x="-150" y="3082200"/>
            <a:ext cx="9144000" cy="687600"/>
          </a:xfrm>
          <a:prstGeom prst="rect">
            <a:avLst/>
          </a:prstGeom>
          <a:solidFill>
            <a:srgbClr val="000000">
              <a:alpha val="313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30"/>
          <p:cNvSpPr/>
          <p:nvPr/>
        </p:nvSpPr>
        <p:spPr>
          <a:xfrm flipH="1">
            <a:off x="-150" y="0"/>
            <a:ext cx="9144000" cy="3082200"/>
          </a:xfrm>
          <a:prstGeom prst="rect">
            <a:avLst/>
          </a:prstGeom>
          <a:solidFill>
            <a:srgbClr val="0DB7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30"/>
          <p:cNvSpPr txBox="1"/>
          <p:nvPr>
            <p:ph type="ctrTitle"/>
          </p:nvPr>
        </p:nvSpPr>
        <p:spPr>
          <a:xfrm>
            <a:off x="685800" y="1907659"/>
            <a:ext cx="5008200" cy="1045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FFFFFF"/>
              </a:buClr>
              <a:buSzPts val="4800"/>
              <a:buNone/>
              <a:defRPr sz="4800">
                <a:solidFill>
                  <a:srgbClr val="FFFFFF"/>
                </a:solidFill>
              </a:defRPr>
            </a:lvl1pPr>
            <a:lvl2pPr lvl="1" algn="l">
              <a:lnSpc>
                <a:spcPct val="100000"/>
              </a:lnSpc>
              <a:spcBef>
                <a:spcPts val="0"/>
              </a:spcBef>
              <a:spcAft>
                <a:spcPts val="0"/>
              </a:spcAft>
              <a:buClr>
                <a:srgbClr val="FFFFFF"/>
              </a:buClr>
              <a:buSzPts val="4800"/>
              <a:buNone/>
              <a:defRPr sz="4800">
                <a:solidFill>
                  <a:srgbClr val="FFFFFF"/>
                </a:solidFill>
              </a:defRPr>
            </a:lvl2pPr>
            <a:lvl3pPr lvl="2" algn="l">
              <a:lnSpc>
                <a:spcPct val="100000"/>
              </a:lnSpc>
              <a:spcBef>
                <a:spcPts val="0"/>
              </a:spcBef>
              <a:spcAft>
                <a:spcPts val="0"/>
              </a:spcAft>
              <a:buClr>
                <a:srgbClr val="FFFFFF"/>
              </a:buClr>
              <a:buSzPts val="4800"/>
              <a:buNone/>
              <a:defRPr sz="4800">
                <a:solidFill>
                  <a:srgbClr val="FFFFFF"/>
                </a:solidFill>
              </a:defRPr>
            </a:lvl3pPr>
            <a:lvl4pPr lvl="3" algn="l">
              <a:lnSpc>
                <a:spcPct val="100000"/>
              </a:lnSpc>
              <a:spcBef>
                <a:spcPts val="0"/>
              </a:spcBef>
              <a:spcAft>
                <a:spcPts val="0"/>
              </a:spcAft>
              <a:buClr>
                <a:srgbClr val="FFFFFF"/>
              </a:buClr>
              <a:buSzPts val="4800"/>
              <a:buNone/>
              <a:defRPr sz="4800">
                <a:solidFill>
                  <a:srgbClr val="FFFFFF"/>
                </a:solidFill>
              </a:defRPr>
            </a:lvl4pPr>
            <a:lvl5pPr lvl="4" algn="l">
              <a:lnSpc>
                <a:spcPct val="100000"/>
              </a:lnSpc>
              <a:spcBef>
                <a:spcPts val="0"/>
              </a:spcBef>
              <a:spcAft>
                <a:spcPts val="0"/>
              </a:spcAft>
              <a:buClr>
                <a:srgbClr val="FFFFFF"/>
              </a:buClr>
              <a:buSzPts val="4800"/>
              <a:buNone/>
              <a:defRPr sz="4800">
                <a:solidFill>
                  <a:srgbClr val="FFFFFF"/>
                </a:solidFill>
              </a:defRPr>
            </a:lvl5pPr>
            <a:lvl6pPr lvl="5" algn="l">
              <a:lnSpc>
                <a:spcPct val="100000"/>
              </a:lnSpc>
              <a:spcBef>
                <a:spcPts val="0"/>
              </a:spcBef>
              <a:spcAft>
                <a:spcPts val="0"/>
              </a:spcAft>
              <a:buClr>
                <a:srgbClr val="FFFFFF"/>
              </a:buClr>
              <a:buSzPts val="4800"/>
              <a:buNone/>
              <a:defRPr sz="4800">
                <a:solidFill>
                  <a:srgbClr val="FFFFFF"/>
                </a:solidFill>
              </a:defRPr>
            </a:lvl6pPr>
            <a:lvl7pPr lvl="6" algn="l">
              <a:lnSpc>
                <a:spcPct val="100000"/>
              </a:lnSpc>
              <a:spcBef>
                <a:spcPts val="0"/>
              </a:spcBef>
              <a:spcAft>
                <a:spcPts val="0"/>
              </a:spcAft>
              <a:buClr>
                <a:srgbClr val="FFFFFF"/>
              </a:buClr>
              <a:buSzPts val="4800"/>
              <a:buNone/>
              <a:defRPr sz="4800">
                <a:solidFill>
                  <a:srgbClr val="FFFFFF"/>
                </a:solidFill>
              </a:defRPr>
            </a:lvl7pPr>
            <a:lvl8pPr lvl="7" algn="l">
              <a:lnSpc>
                <a:spcPct val="100000"/>
              </a:lnSpc>
              <a:spcBef>
                <a:spcPts val="0"/>
              </a:spcBef>
              <a:spcAft>
                <a:spcPts val="0"/>
              </a:spcAft>
              <a:buClr>
                <a:srgbClr val="FFFFFF"/>
              </a:buClr>
              <a:buSzPts val="4800"/>
              <a:buNone/>
              <a:defRPr sz="4800">
                <a:solidFill>
                  <a:srgbClr val="FFFFFF"/>
                </a:solidFill>
              </a:defRPr>
            </a:lvl8pPr>
            <a:lvl9pPr lvl="8" algn="l">
              <a:lnSpc>
                <a:spcPct val="100000"/>
              </a:lnSpc>
              <a:spcBef>
                <a:spcPts val="0"/>
              </a:spcBef>
              <a:spcAft>
                <a:spcPts val="0"/>
              </a:spcAft>
              <a:buClr>
                <a:srgbClr val="FFFFFF"/>
              </a:buClr>
              <a:buSzPts val="4800"/>
              <a:buNone/>
              <a:defRPr sz="4800">
                <a:solidFill>
                  <a:srgbClr val="FFFFFF"/>
                </a:solidFill>
              </a:defRPr>
            </a:lvl9pPr>
          </a:lstStyle>
          <a:p/>
        </p:txBody>
      </p:sp>
      <p:sp>
        <p:nvSpPr>
          <p:cNvPr id="37" name="Google Shape;37;p30"/>
          <p:cNvSpPr txBox="1"/>
          <p:nvPr>
            <p:ph idx="1" type="subTitle"/>
          </p:nvPr>
        </p:nvSpPr>
        <p:spPr>
          <a:xfrm>
            <a:off x="685800" y="3082250"/>
            <a:ext cx="5008200" cy="687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415665"/>
              </a:buClr>
              <a:buSzPts val="1800"/>
              <a:buNone/>
              <a:defRPr sz="1800"/>
            </a:lvl1pPr>
            <a:lvl2pPr lvl="1" algn="l">
              <a:lnSpc>
                <a:spcPct val="100000"/>
              </a:lnSpc>
              <a:spcBef>
                <a:spcPts val="0"/>
              </a:spcBef>
              <a:spcAft>
                <a:spcPts val="0"/>
              </a:spcAft>
              <a:buClr>
                <a:srgbClr val="415665"/>
              </a:buClr>
              <a:buSzPts val="1800"/>
              <a:buNone/>
              <a:defRPr sz="1800"/>
            </a:lvl2pPr>
            <a:lvl3pPr lvl="2" algn="l">
              <a:lnSpc>
                <a:spcPct val="100000"/>
              </a:lnSpc>
              <a:spcBef>
                <a:spcPts val="0"/>
              </a:spcBef>
              <a:spcAft>
                <a:spcPts val="0"/>
              </a:spcAft>
              <a:buClr>
                <a:srgbClr val="415665"/>
              </a:buClr>
              <a:buSzPts val="1800"/>
              <a:buNone/>
              <a:defRPr sz="1800"/>
            </a:lvl3pPr>
            <a:lvl4pPr lvl="3" algn="l">
              <a:lnSpc>
                <a:spcPct val="100000"/>
              </a:lnSpc>
              <a:spcBef>
                <a:spcPts val="0"/>
              </a:spcBef>
              <a:spcAft>
                <a:spcPts val="0"/>
              </a:spcAft>
              <a:buClr>
                <a:srgbClr val="415665"/>
              </a:buClr>
              <a:buSzPts val="1800"/>
              <a:buNone/>
              <a:defRPr/>
            </a:lvl4pPr>
            <a:lvl5pPr lvl="4" algn="l">
              <a:lnSpc>
                <a:spcPct val="100000"/>
              </a:lnSpc>
              <a:spcBef>
                <a:spcPts val="0"/>
              </a:spcBef>
              <a:spcAft>
                <a:spcPts val="0"/>
              </a:spcAft>
              <a:buClr>
                <a:srgbClr val="415665"/>
              </a:buClr>
              <a:buSzPts val="1800"/>
              <a:buNone/>
              <a:defRPr/>
            </a:lvl5pPr>
            <a:lvl6pPr lvl="5" algn="l">
              <a:lnSpc>
                <a:spcPct val="100000"/>
              </a:lnSpc>
              <a:spcBef>
                <a:spcPts val="0"/>
              </a:spcBef>
              <a:spcAft>
                <a:spcPts val="0"/>
              </a:spcAft>
              <a:buClr>
                <a:srgbClr val="415665"/>
              </a:buClr>
              <a:buSzPts val="1800"/>
              <a:buNone/>
              <a:defRPr/>
            </a:lvl6pPr>
            <a:lvl7pPr lvl="6" algn="l">
              <a:lnSpc>
                <a:spcPct val="100000"/>
              </a:lnSpc>
              <a:spcBef>
                <a:spcPts val="0"/>
              </a:spcBef>
              <a:spcAft>
                <a:spcPts val="0"/>
              </a:spcAft>
              <a:buClr>
                <a:srgbClr val="415665"/>
              </a:buClr>
              <a:buSzPts val="1800"/>
              <a:buNone/>
              <a:defRPr/>
            </a:lvl7pPr>
            <a:lvl8pPr lvl="7" algn="l">
              <a:lnSpc>
                <a:spcPct val="100000"/>
              </a:lnSpc>
              <a:spcBef>
                <a:spcPts val="0"/>
              </a:spcBef>
              <a:spcAft>
                <a:spcPts val="0"/>
              </a:spcAft>
              <a:buClr>
                <a:srgbClr val="415665"/>
              </a:buClr>
              <a:buSzPts val="1800"/>
              <a:buNone/>
              <a:defRPr/>
            </a:lvl8pPr>
            <a:lvl9pPr lvl="8" algn="l">
              <a:lnSpc>
                <a:spcPct val="100000"/>
              </a:lnSpc>
              <a:spcBef>
                <a:spcPts val="0"/>
              </a:spcBef>
              <a:spcAft>
                <a:spcPts val="0"/>
              </a:spcAft>
              <a:buClr>
                <a:srgbClr val="415665"/>
              </a:buClr>
              <a:buSzPts val="1800"/>
              <a:buNone/>
              <a:defRPr/>
            </a:lvl9pPr>
          </a:lstStyle>
          <a:p/>
        </p:txBody>
      </p:sp>
      <p:sp>
        <p:nvSpPr>
          <p:cNvPr id="38" name="Google Shape;38;p30"/>
          <p:cNvSpPr txBox="1"/>
          <p:nvPr>
            <p:ph idx="12" type="sldNum"/>
          </p:nvPr>
        </p:nvSpPr>
        <p:spPr>
          <a:xfrm>
            <a:off x="-75" y="3420000"/>
            <a:ext cx="669600" cy="1723500"/>
          </a:xfrm>
          <a:prstGeom prst="rect">
            <a:avLst/>
          </a:prstGeom>
          <a:noFill/>
          <a:ln>
            <a:noFill/>
          </a:ln>
        </p:spPr>
        <p:txBody>
          <a:bodyPr anchorCtr="0" anchor="b" bIns="91425" lIns="91425" spcFirstLastPara="1" rIns="91425" wrap="square" tIns="91425">
            <a:noAutofit/>
          </a:bodyPr>
          <a:lstStyle>
            <a:lvl1pPr indent="0" lvl="0"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1pPr>
            <a:lvl2pPr indent="0" lvl="1"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2pPr>
            <a:lvl3pPr indent="0" lvl="2"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3pPr>
            <a:lvl4pPr indent="0" lvl="3"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4pPr>
            <a:lvl5pPr indent="0" lvl="4"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5pPr>
            <a:lvl6pPr indent="0" lvl="5"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6pPr>
            <a:lvl7pPr indent="0" lvl="6"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7pPr>
            <a:lvl8pPr indent="0" lvl="7"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8pPr>
            <a:lvl9pPr indent="0" lvl="8"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39" name="Shape 39"/>
        <p:cNvGrpSpPr/>
        <p:nvPr/>
      </p:nvGrpSpPr>
      <p:grpSpPr>
        <a:xfrm>
          <a:off x="0" y="0"/>
          <a:ext cx="0" cy="0"/>
          <a:chOff x="0" y="0"/>
          <a:chExt cx="0" cy="0"/>
        </a:xfrm>
      </p:grpSpPr>
      <p:sp>
        <p:nvSpPr>
          <p:cNvPr id="40" name="Google Shape;40;p31"/>
          <p:cNvSpPr/>
          <p:nvPr/>
        </p:nvSpPr>
        <p:spPr>
          <a:xfrm rot="10800000">
            <a:off x="-150" y="3769825"/>
            <a:ext cx="9144000" cy="687600"/>
          </a:xfrm>
          <a:prstGeom prst="rect">
            <a:avLst/>
          </a:prstGeom>
          <a:solidFill>
            <a:srgbClr val="000000">
              <a:alpha val="313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31"/>
          <p:cNvSpPr/>
          <p:nvPr/>
        </p:nvSpPr>
        <p:spPr>
          <a:xfrm flipH="1">
            <a:off x="-150" y="0"/>
            <a:ext cx="9144000" cy="3769800"/>
          </a:xfrm>
          <a:prstGeom prst="rect">
            <a:avLst/>
          </a:prstGeom>
          <a:solidFill>
            <a:srgbClr val="0DB7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31"/>
          <p:cNvSpPr txBox="1"/>
          <p:nvPr>
            <p:ph idx="1" type="body"/>
          </p:nvPr>
        </p:nvSpPr>
        <p:spPr>
          <a:xfrm>
            <a:off x="1616475" y="0"/>
            <a:ext cx="5910900" cy="3769800"/>
          </a:xfrm>
          <a:prstGeom prst="rect">
            <a:avLst/>
          </a:prstGeom>
          <a:noFill/>
          <a:ln>
            <a:noFill/>
          </a:ln>
        </p:spPr>
        <p:txBody>
          <a:bodyPr anchorCtr="0" anchor="ctr" bIns="91425" lIns="91425" spcFirstLastPara="1" rIns="91425" wrap="square" tIns="91425">
            <a:noAutofit/>
          </a:bodyPr>
          <a:lstStyle>
            <a:lvl1pPr indent="-419100" lvl="0" marL="457200" algn="ctr">
              <a:lnSpc>
                <a:spcPct val="100000"/>
              </a:lnSpc>
              <a:spcBef>
                <a:spcPts val="600"/>
              </a:spcBef>
              <a:spcAft>
                <a:spcPts val="0"/>
              </a:spcAft>
              <a:buClr>
                <a:srgbClr val="FFFFFF"/>
              </a:buClr>
              <a:buSzPts val="3000"/>
              <a:buChar char="▹"/>
              <a:defRPr i="1">
                <a:solidFill>
                  <a:srgbClr val="FFFFFF"/>
                </a:solidFill>
              </a:defRPr>
            </a:lvl1pPr>
            <a:lvl2pPr indent="-381000" lvl="1" marL="914400" algn="ctr">
              <a:lnSpc>
                <a:spcPct val="100000"/>
              </a:lnSpc>
              <a:spcBef>
                <a:spcPts val="0"/>
              </a:spcBef>
              <a:spcAft>
                <a:spcPts val="0"/>
              </a:spcAft>
              <a:buClr>
                <a:srgbClr val="FFFFFF"/>
              </a:buClr>
              <a:buSzPts val="2400"/>
              <a:buChar char="▸"/>
              <a:defRPr i="1">
                <a:solidFill>
                  <a:srgbClr val="FFFFFF"/>
                </a:solidFill>
              </a:defRPr>
            </a:lvl2pPr>
            <a:lvl3pPr indent="-381000" lvl="2" marL="1371600" algn="ctr">
              <a:lnSpc>
                <a:spcPct val="100000"/>
              </a:lnSpc>
              <a:spcBef>
                <a:spcPts val="0"/>
              </a:spcBef>
              <a:spcAft>
                <a:spcPts val="0"/>
              </a:spcAft>
              <a:buClr>
                <a:srgbClr val="FFFFFF"/>
              </a:buClr>
              <a:buSzPts val="2400"/>
              <a:buChar char="⬩"/>
              <a:defRPr i="1">
                <a:solidFill>
                  <a:srgbClr val="FFFFFF"/>
                </a:solidFill>
              </a:defRPr>
            </a:lvl3pPr>
            <a:lvl4pPr indent="-342900" lvl="3" marL="1828800" algn="ctr">
              <a:lnSpc>
                <a:spcPct val="100000"/>
              </a:lnSpc>
              <a:spcBef>
                <a:spcPts val="0"/>
              </a:spcBef>
              <a:spcAft>
                <a:spcPts val="0"/>
              </a:spcAft>
              <a:buClr>
                <a:srgbClr val="FFFFFF"/>
              </a:buClr>
              <a:buSzPts val="1800"/>
              <a:buChar char="⬞"/>
              <a:defRPr i="1">
                <a:solidFill>
                  <a:srgbClr val="FFFFFF"/>
                </a:solidFill>
              </a:defRPr>
            </a:lvl4pPr>
            <a:lvl5pPr indent="-342900" lvl="4" marL="2286000" algn="ctr">
              <a:lnSpc>
                <a:spcPct val="100000"/>
              </a:lnSpc>
              <a:spcBef>
                <a:spcPts val="0"/>
              </a:spcBef>
              <a:spcAft>
                <a:spcPts val="0"/>
              </a:spcAft>
              <a:buClr>
                <a:srgbClr val="FFFFFF"/>
              </a:buClr>
              <a:buSzPts val="1800"/>
              <a:buChar char="○"/>
              <a:defRPr i="1">
                <a:solidFill>
                  <a:srgbClr val="FFFFFF"/>
                </a:solidFill>
              </a:defRPr>
            </a:lvl5pPr>
            <a:lvl6pPr indent="-342900" lvl="5" marL="2743200" algn="ctr">
              <a:lnSpc>
                <a:spcPct val="100000"/>
              </a:lnSpc>
              <a:spcBef>
                <a:spcPts val="0"/>
              </a:spcBef>
              <a:spcAft>
                <a:spcPts val="0"/>
              </a:spcAft>
              <a:buClr>
                <a:srgbClr val="FFFFFF"/>
              </a:buClr>
              <a:buSzPts val="1800"/>
              <a:buChar char="■"/>
              <a:defRPr i="1">
                <a:solidFill>
                  <a:srgbClr val="FFFFFF"/>
                </a:solidFill>
              </a:defRPr>
            </a:lvl6pPr>
            <a:lvl7pPr indent="-342900" lvl="6" marL="3200400" algn="ctr">
              <a:lnSpc>
                <a:spcPct val="100000"/>
              </a:lnSpc>
              <a:spcBef>
                <a:spcPts val="0"/>
              </a:spcBef>
              <a:spcAft>
                <a:spcPts val="0"/>
              </a:spcAft>
              <a:buClr>
                <a:srgbClr val="FFFFFF"/>
              </a:buClr>
              <a:buSzPts val="1800"/>
              <a:buChar char="●"/>
              <a:defRPr i="1">
                <a:solidFill>
                  <a:srgbClr val="FFFFFF"/>
                </a:solidFill>
              </a:defRPr>
            </a:lvl7pPr>
            <a:lvl8pPr indent="-342900" lvl="7" marL="3657600" algn="ctr">
              <a:lnSpc>
                <a:spcPct val="100000"/>
              </a:lnSpc>
              <a:spcBef>
                <a:spcPts val="0"/>
              </a:spcBef>
              <a:spcAft>
                <a:spcPts val="0"/>
              </a:spcAft>
              <a:buClr>
                <a:srgbClr val="FFFFFF"/>
              </a:buClr>
              <a:buSzPts val="1800"/>
              <a:buChar char="○"/>
              <a:defRPr i="1">
                <a:solidFill>
                  <a:srgbClr val="FFFFFF"/>
                </a:solidFill>
              </a:defRPr>
            </a:lvl8pPr>
            <a:lvl9pPr indent="-342900" lvl="8" marL="4114800" algn="ctr">
              <a:lnSpc>
                <a:spcPct val="100000"/>
              </a:lnSpc>
              <a:spcBef>
                <a:spcPts val="0"/>
              </a:spcBef>
              <a:spcAft>
                <a:spcPts val="0"/>
              </a:spcAft>
              <a:buClr>
                <a:srgbClr val="FFFFFF"/>
              </a:buClr>
              <a:buSzPts val="1800"/>
              <a:buChar char="■"/>
              <a:defRPr i="1">
                <a:solidFill>
                  <a:srgbClr val="FFFFFF"/>
                </a:solidFill>
              </a:defRPr>
            </a:lvl9pPr>
          </a:lstStyle>
          <a:p/>
        </p:txBody>
      </p:sp>
      <p:sp>
        <p:nvSpPr>
          <p:cNvPr id="43" name="Google Shape;43;p31"/>
          <p:cNvSpPr txBox="1"/>
          <p:nvPr/>
        </p:nvSpPr>
        <p:spPr>
          <a:xfrm>
            <a:off x="3593400" y="3670520"/>
            <a:ext cx="1957200" cy="653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200"/>
              <a:buFont typeface="Arial"/>
              <a:buNone/>
            </a:pPr>
            <a:r>
              <a:rPr b="1" i="0" lang="en" sz="7200" u="none" cap="none" strike="noStrike">
                <a:solidFill>
                  <a:srgbClr val="0DB7C4"/>
                </a:solidFill>
                <a:latin typeface="Arial"/>
                <a:ea typeface="Arial"/>
                <a:cs typeface="Arial"/>
                <a:sym typeface="Arial"/>
              </a:rPr>
              <a:t>”</a:t>
            </a:r>
            <a:endParaRPr b="1" i="0" sz="7200" u="none" cap="none" strike="noStrike">
              <a:solidFill>
                <a:srgbClr val="0DB7C4"/>
              </a:solidFill>
              <a:latin typeface="Arial"/>
              <a:ea typeface="Arial"/>
              <a:cs typeface="Arial"/>
              <a:sym typeface="Arial"/>
            </a:endParaRPr>
          </a:p>
        </p:txBody>
      </p:sp>
      <p:sp>
        <p:nvSpPr>
          <p:cNvPr id="44" name="Google Shape;44;p31"/>
          <p:cNvSpPr txBox="1"/>
          <p:nvPr>
            <p:ph idx="12" type="sldNum"/>
          </p:nvPr>
        </p:nvSpPr>
        <p:spPr>
          <a:xfrm>
            <a:off x="-75" y="3420000"/>
            <a:ext cx="669600" cy="1723500"/>
          </a:xfrm>
          <a:prstGeom prst="rect">
            <a:avLst/>
          </a:prstGeom>
          <a:noFill/>
          <a:ln>
            <a:noFill/>
          </a:ln>
        </p:spPr>
        <p:txBody>
          <a:bodyPr anchorCtr="0" anchor="b" bIns="91425" lIns="91425" spcFirstLastPara="1" rIns="91425" wrap="square" tIns="91425">
            <a:noAutofit/>
          </a:bodyPr>
          <a:lstStyle>
            <a:lvl1pPr indent="0" lvl="0"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1pPr>
            <a:lvl2pPr indent="0" lvl="1"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2pPr>
            <a:lvl3pPr indent="0" lvl="2"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3pPr>
            <a:lvl4pPr indent="0" lvl="3"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4pPr>
            <a:lvl5pPr indent="0" lvl="4"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5pPr>
            <a:lvl6pPr indent="0" lvl="5"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6pPr>
            <a:lvl7pPr indent="0" lvl="6"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7pPr>
            <a:lvl8pPr indent="0" lvl="7"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8pPr>
            <a:lvl9pPr indent="0" lvl="8"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45" name="Shape 45"/>
        <p:cNvGrpSpPr/>
        <p:nvPr/>
      </p:nvGrpSpPr>
      <p:grpSpPr>
        <a:xfrm>
          <a:off x="0" y="0"/>
          <a:ext cx="0" cy="0"/>
          <a:chOff x="0" y="0"/>
          <a:chExt cx="0" cy="0"/>
        </a:xfrm>
      </p:grpSpPr>
      <p:sp>
        <p:nvSpPr>
          <p:cNvPr id="46" name="Google Shape;46;p32"/>
          <p:cNvSpPr/>
          <p:nvPr/>
        </p:nvSpPr>
        <p:spPr>
          <a:xfrm flipH="1">
            <a:off x="-75" y="0"/>
            <a:ext cx="669600" cy="5143500"/>
          </a:xfrm>
          <a:prstGeom prst="rect">
            <a:avLst/>
          </a:prstGeom>
          <a:solidFill>
            <a:srgbClr val="000000">
              <a:alpha val="313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32"/>
          <p:cNvSpPr/>
          <p:nvPr/>
        </p:nvSpPr>
        <p:spPr>
          <a:xfrm flipH="1">
            <a:off x="-75" y="0"/>
            <a:ext cx="669600" cy="1140000"/>
          </a:xfrm>
          <a:prstGeom prst="rect">
            <a:avLst/>
          </a:prstGeom>
          <a:solidFill>
            <a:srgbClr val="0DB7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32"/>
          <p:cNvSpPr txBox="1"/>
          <p:nvPr>
            <p:ph type="title"/>
          </p:nvPr>
        </p:nvSpPr>
        <p:spPr>
          <a:xfrm>
            <a:off x="844425" y="5598"/>
            <a:ext cx="3552600" cy="1140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400"/>
              <a:buNone/>
              <a:defRPr/>
            </a:lvl2pPr>
            <a:lvl3pPr lvl="2" algn="l">
              <a:lnSpc>
                <a:spcPct val="100000"/>
              </a:lnSpc>
              <a:spcBef>
                <a:spcPts val="0"/>
              </a:spcBef>
              <a:spcAft>
                <a:spcPts val="0"/>
              </a:spcAft>
              <a:buSzPts val="2400"/>
              <a:buNone/>
              <a:defRPr/>
            </a:lvl3pPr>
            <a:lvl4pPr lvl="3" algn="l">
              <a:lnSpc>
                <a:spcPct val="100000"/>
              </a:lnSpc>
              <a:spcBef>
                <a:spcPts val="0"/>
              </a:spcBef>
              <a:spcAft>
                <a:spcPts val="0"/>
              </a:spcAft>
              <a:buSzPts val="2400"/>
              <a:buNone/>
              <a:defRPr/>
            </a:lvl4pPr>
            <a:lvl5pPr lvl="4" algn="l">
              <a:lnSpc>
                <a:spcPct val="100000"/>
              </a:lnSpc>
              <a:spcBef>
                <a:spcPts val="0"/>
              </a:spcBef>
              <a:spcAft>
                <a:spcPts val="0"/>
              </a:spcAft>
              <a:buSzPts val="2400"/>
              <a:buNone/>
              <a:defRPr/>
            </a:lvl5pPr>
            <a:lvl6pPr lvl="5" algn="l">
              <a:lnSpc>
                <a:spcPct val="100000"/>
              </a:lnSpc>
              <a:spcBef>
                <a:spcPts val="0"/>
              </a:spcBef>
              <a:spcAft>
                <a:spcPts val="0"/>
              </a:spcAft>
              <a:buSzPts val="2400"/>
              <a:buNone/>
              <a:defRPr/>
            </a:lvl6pPr>
            <a:lvl7pPr lvl="6" algn="l">
              <a:lnSpc>
                <a:spcPct val="100000"/>
              </a:lnSpc>
              <a:spcBef>
                <a:spcPts val="0"/>
              </a:spcBef>
              <a:spcAft>
                <a:spcPts val="0"/>
              </a:spcAft>
              <a:buSzPts val="2400"/>
              <a:buNone/>
              <a:defRPr/>
            </a:lvl7pPr>
            <a:lvl8pPr lvl="7" algn="l">
              <a:lnSpc>
                <a:spcPct val="100000"/>
              </a:lnSpc>
              <a:spcBef>
                <a:spcPts val="0"/>
              </a:spcBef>
              <a:spcAft>
                <a:spcPts val="0"/>
              </a:spcAft>
              <a:buSzPts val="2400"/>
              <a:buNone/>
              <a:defRPr/>
            </a:lvl8pPr>
            <a:lvl9pPr lvl="8" algn="l">
              <a:lnSpc>
                <a:spcPct val="100000"/>
              </a:lnSpc>
              <a:spcBef>
                <a:spcPts val="0"/>
              </a:spcBef>
              <a:spcAft>
                <a:spcPts val="0"/>
              </a:spcAft>
              <a:buSzPts val="2400"/>
              <a:buNone/>
              <a:defRPr/>
            </a:lvl9pPr>
          </a:lstStyle>
          <a:p/>
        </p:txBody>
      </p:sp>
      <p:sp>
        <p:nvSpPr>
          <p:cNvPr id="49" name="Google Shape;49;p32"/>
          <p:cNvSpPr txBox="1"/>
          <p:nvPr>
            <p:ph idx="1" type="body"/>
          </p:nvPr>
        </p:nvSpPr>
        <p:spPr>
          <a:xfrm>
            <a:off x="844425" y="1538075"/>
            <a:ext cx="5169000" cy="3387900"/>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600"/>
              </a:spcBef>
              <a:spcAft>
                <a:spcPts val="0"/>
              </a:spcAft>
              <a:buSzPts val="2400"/>
              <a:buChar char="▹"/>
              <a:defRPr sz="2400"/>
            </a:lvl1pPr>
            <a:lvl2pPr indent="-381000" lvl="1" marL="914400" algn="l">
              <a:lnSpc>
                <a:spcPct val="100000"/>
              </a:lnSpc>
              <a:spcBef>
                <a:spcPts val="0"/>
              </a:spcBef>
              <a:spcAft>
                <a:spcPts val="0"/>
              </a:spcAft>
              <a:buSzPts val="2400"/>
              <a:buChar char="▸"/>
              <a:defRPr/>
            </a:lvl2pPr>
            <a:lvl3pPr indent="-381000" lvl="2" marL="1371600" algn="l">
              <a:lnSpc>
                <a:spcPct val="100000"/>
              </a:lnSpc>
              <a:spcBef>
                <a:spcPts val="0"/>
              </a:spcBef>
              <a:spcAft>
                <a:spcPts val="0"/>
              </a:spcAft>
              <a:buSzPts val="2400"/>
              <a:buChar char="⬩"/>
              <a:defRPr/>
            </a:lvl3pPr>
            <a:lvl4pPr indent="-381000" lvl="3" marL="1828800" algn="l">
              <a:lnSpc>
                <a:spcPct val="100000"/>
              </a:lnSpc>
              <a:spcBef>
                <a:spcPts val="0"/>
              </a:spcBef>
              <a:spcAft>
                <a:spcPts val="0"/>
              </a:spcAft>
              <a:buSzPts val="2400"/>
              <a:buChar char="⬞"/>
              <a:defRPr sz="2400"/>
            </a:lvl4pPr>
            <a:lvl5pPr indent="-381000" lvl="4" marL="2286000" algn="l">
              <a:lnSpc>
                <a:spcPct val="100000"/>
              </a:lnSpc>
              <a:spcBef>
                <a:spcPts val="0"/>
              </a:spcBef>
              <a:spcAft>
                <a:spcPts val="0"/>
              </a:spcAft>
              <a:buSzPts val="2400"/>
              <a:buChar char="○"/>
              <a:defRPr sz="2400"/>
            </a:lvl5pPr>
            <a:lvl6pPr indent="-381000" lvl="5" marL="2743200" algn="l">
              <a:lnSpc>
                <a:spcPct val="100000"/>
              </a:lnSpc>
              <a:spcBef>
                <a:spcPts val="0"/>
              </a:spcBef>
              <a:spcAft>
                <a:spcPts val="0"/>
              </a:spcAft>
              <a:buSzPts val="2400"/>
              <a:buChar char="■"/>
              <a:defRPr sz="2400"/>
            </a:lvl6pPr>
            <a:lvl7pPr indent="-381000" lvl="6" marL="3200400" algn="l">
              <a:lnSpc>
                <a:spcPct val="100000"/>
              </a:lnSpc>
              <a:spcBef>
                <a:spcPts val="0"/>
              </a:spcBef>
              <a:spcAft>
                <a:spcPts val="0"/>
              </a:spcAft>
              <a:buSzPts val="2400"/>
              <a:buChar char="●"/>
              <a:defRPr sz="2400"/>
            </a:lvl7pPr>
            <a:lvl8pPr indent="-381000" lvl="7" marL="3657600" algn="l">
              <a:lnSpc>
                <a:spcPct val="100000"/>
              </a:lnSpc>
              <a:spcBef>
                <a:spcPts val="0"/>
              </a:spcBef>
              <a:spcAft>
                <a:spcPts val="0"/>
              </a:spcAft>
              <a:buSzPts val="2400"/>
              <a:buChar char="○"/>
              <a:defRPr sz="2400"/>
            </a:lvl8pPr>
            <a:lvl9pPr indent="-381000" lvl="8" marL="4114800" algn="l">
              <a:lnSpc>
                <a:spcPct val="100000"/>
              </a:lnSpc>
              <a:spcBef>
                <a:spcPts val="0"/>
              </a:spcBef>
              <a:spcAft>
                <a:spcPts val="0"/>
              </a:spcAft>
              <a:buSzPts val="2400"/>
              <a:buChar char="■"/>
              <a:defRPr sz="2400"/>
            </a:lvl9pPr>
          </a:lstStyle>
          <a:p/>
        </p:txBody>
      </p:sp>
      <p:sp>
        <p:nvSpPr>
          <p:cNvPr id="50" name="Google Shape;50;p32"/>
          <p:cNvSpPr txBox="1"/>
          <p:nvPr>
            <p:ph idx="12" type="sldNum"/>
          </p:nvPr>
        </p:nvSpPr>
        <p:spPr>
          <a:xfrm>
            <a:off x="-75" y="0"/>
            <a:ext cx="669600" cy="1140000"/>
          </a:xfrm>
          <a:prstGeom prst="rect">
            <a:avLst/>
          </a:prstGeom>
          <a:noFill/>
          <a:ln>
            <a:noFill/>
          </a:ln>
        </p:spPr>
        <p:txBody>
          <a:bodyPr anchorCtr="0" anchor="b" bIns="91425" lIns="91425" spcFirstLastPara="1" rIns="91425" wrap="square" tIns="91425">
            <a:noAutofit/>
          </a:bodyPr>
          <a:lstStyle>
            <a:lvl1pPr indent="0" lvl="0"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1pPr>
            <a:lvl2pPr indent="0" lvl="1"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2pPr>
            <a:lvl3pPr indent="0" lvl="2"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3pPr>
            <a:lvl4pPr indent="0" lvl="3"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4pPr>
            <a:lvl5pPr indent="0" lvl="4"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5pPr>
            <a:lvl6pPr indent="0" lvl="5"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6pPr>
            <a:lvl7pPr indent="0" lvl="6"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7pPr>
            <a:lvl8pPr indent="0" lvl="7"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8pPr>
            <a:lvl9pPr indent="0" lvl="8"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51" name="Shape 51"/>
        <p:cNvGrpSpPr/>
        <p:nvPr/>
      </p:nvGrpSpPr>
      <p:grpSpPr>
        <a:xfrm>
          <a:off x="0" y="0"/>
          <a:ext cx="0" cy="0"/>
          <a:chOff x="0" y="0"/>
          <a:chExt cx="0" cy="0"/>
        </a:xfrm>
      </p:grpSpPr>
      <p:sp>
        <p:nvSpPr>
          <p:cNvPr id="52" name="Google Shape;52;p33"/>
          <p:cNvSpPr/>
          <p:nvPr/>
        </p:nvSpPr>
        <p:spPr>
          <a:xfrm flipH="1">
            <a:off x="-75" y="0"/>
            <a:ext cx="669600" cy="5143500"/>
          </a:xfrm>
          <a:prstGeom prst="rect">
            <a:avLst/>
          </a:prstGeom>
          <a:solidFill>
            <a:srgbClr val="000000">
              <a:alpha val="313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33"/>
          <p:cNvSpPr/>
          <p:nvPr/>
        </p:nvSpPr>
        <p:spPr>
          <a:xfrm flipH="1">
            <a:off x="-75" y="0"/>
            <a:ext cx="669600" cy="1140000"/>
          </a:xfrm>
          <a:prstGeom prst="rect">
            <a:avLst/>
          </a:prstGeom>
          <a:solidFill>
            <a:srgbClr val="0DB7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33"/>
          <p:cNvSpPr txBox="1"/>
          <p:nvPr>
            <p:ph type="title"/>
          </p:nvPr>
        </p:nvSpPr>
        <p:spPr>
          <a:xfrm>
            <a:off x="844425" y="5598"/>
            <a:ext cx="3552600" cy="1140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400"/>
              <a:buNone/>
              <a:defRPr/>
            </a:lvl2pPr>
            <a:lvl3pPr lvl="2" algn="l">
              <a:lnSpc>
                <a:spcPct val="100000"/>
              </a:lnSpc>
              <a:spcBef>
                <a:spcPts val="0"/>
              </a:spcBef>
              <a:spcAft>
                <a:spcPts val="0"/>
              </a:spcAft>
              <a:buSzPts val="2400"/>
              <a:buNone/>
              <a:defRPr/>
            </a:lvl3pPr>
            <a:lvl4pPr lvl="3" algn="l">
              <a:lnSpc>
                <a:spcPct val="100000"/>
              </a:lnSpc>
              <a:spcBef>
                <a:spcPts val="0"/>
              </a:spcBef>
              <a:spcAft>
                <a:spcPts val="0"/>
              </a:spcAft>
              <a:buSzPts val="2400"/>
              <a:buNone/>
              <a:defRPr/>
            </a:lvl4pPr>
            <a:lvl5pPr lvl="4" algn="l">
              <a:lnSpc>
                <a:spcPct val="100000"/>
              </a:lnSpc>
              <a:spcBef>
                <a:spcPts val="0"/>
              </a:spcBef>
              <a:spcAft>
                <a:spcPts val="0"/>
              </a:spcAft>
              <a:buSzPts val="2400"/>
              <a:buNone/>
              <a:defRPr/>
            </a:lvl5pPr>
            <a:lvl6pPr lvl="5" algn="l">
              <a:lnSpc>
                <a:spcPct val="100000"/>
              </a:lnSpc>
              <a:spcBef>
                <a:spcPts val="0"/>
              </a:spcBef>
              <a:spcAft>
                <a:spcPts val="0"/>
              </a:spcAft>
              <a:buSzPts val="2400"/>
              <a:buNone/>
              <a:defRPr/>
            </a:lvl6pPr>
            <a:lvl7pPr lvl="6" algn="l">
              <a:lnSpc>
                <a:spcPct val="100000"/>
              </a:lnSpc>
              <a:spcBef>
                <a:spcPts val="0"/>
              </a:spcBef>
              <a:spcAft>
                <a:spcPts val="0"/>
              </a:spcAft>
              <a:buSzPts val="2400"/>
              <a:buNone/>
              <a:defRPr/>
            </a:lvl7pPr>
            <a:lvl8pPr lvl="7" algn="l">
              <a:lnSpc>
                <a:spcPct val="100000"/>
              </a:lnSpc>
              <a:spcBef>
                <a:spcPts val="0"/>
              </a:spcBef>
              <a:spcAft>
                <a:spcPts val="0"/>
              </a:spcAft>
              <a:buSzPts val="2400"/>
              <a:buNone/>
              <a:defRPr/>
            </a:lvl8pPr>
            <a:lvl9pPr lvl="8" algn="l">
              <a:lnSpc>
                <a:spcPct val="100000"/>
              </a:lnSpc>
              <a:spcBef>
                <a:spcPts val="0"/>
              </a:spcBef>
              <a:spcAft>
                <a:spcPts val="0"/>
              </a:spcAft>
              <a:buSzPts val="2400"/>
              <a:buNone/>
              <a:defRPr/>
            </a:lvl9pPr>
          </a:lstStyle>
          <a:p/>
        </p:txBody>
      </p:sp>
      <p:sp>
        <p:nvSpPr>
          <p:cNvPr id="55" name="Google Shape;55;p33"/>
          <p:cNvSpPr txBox="1"/>
          <p:nvPr>
            <p:ph idx="1" type="body"/>
          </p:nvPr>
        </p:nvSpPr>
        <p:spPr>
          <a:xfrm>
            <a:off x="844425" y="1534257"/>
            <a:ext cx="2804700" cy="3321600"/>
          </a:xfrm>
          <a:prstGeom prst="rect">
            <a:avLst/>
          </a:prstGeom>
          <a:noFill/>
          <a:ln>
            <a:noFill/>
          </a:ln>
        </p:spPr>
        <p:txBody>
          <a:bodyPr anchorCtr="0" anchor="t" bIns="91425" lIns="91425" spcFirstLastPara="1" rIns="91425" wrap="square" tIns="91425">
            <a:noAutofit/>
          </a:bodyPr>
          <a:lstStyle>
            <a:lvl1pPr indent="-355600" lvl="0" marL="457200" algn="l">
              <a:lnSpc>
                <a:spcPct val="100000"/>
              </a:lnSpc>
              <a:spcBef>
                <a:spcPts val="600"/>
              </a:spcBef>
              <a:spcAft>
                <a:spcPts val="0"/>
              </a:spcAft>
              <a:buSzPts val="2000"/>
              <a:buChar char="▹"/>
              <a:defRPr sz="2000"/>
            </a:lvl1pPr>
            <a:lvl2pPr indent="-355600" lvl="1" marL="914400" algn="l">
              <a:lnSpc>
                <a:spcPct val="100000"/>
              </a:lnSpc>
              <a:spcBef>
                <a:spcPts val="0"/>
              </a:spcBef>
              <a:spcAft>
                <a:spcPts val="0"/>
              </a:spcAft>
              <a:buSzPts val="2000"/>
              <a:buChar char="▸"/>
              <a:defRPr sz="2000"/>
            </a:lvl2pPr>
            <a:lvl3pPr indent="-355600" lvl="2" marL="1371600" algn="l">
              <a:lnSpc>
                <a:spcPct val="100000"/>
              </a:lnSpc>
              <a:spcBef>
                <a:spcPts val="0"/>
              </a:spcBef>
              <a:spcAft>
                <a:spcPts val="0"/>
              </a:spcAft>
              <a:buSzPts val="2000"/>
              <a:buChar char="⬩"/>
              <a:defRPr sz="2000"/>
            </a:lvl3pPr>
            <a:lvl4pPr indent="-355600" lvl="3" marL="1828800" algn="l">
              <a:lnSpc>
                <a:spcPct val="100000"/>
              </a:lnSpc>
              <a:spcBef>
                <a:spcPts val="0"/>
              </a:spcBef>
              <a:spcAft>
                <a:spcPts val="0"/>
              </a:spcAft>
              <a:buSzPts val="2000"/>
              <a:buChar char="⬞"/>
              <a:defRPr sz="2000"/>
            </a:lvl4pPr>
            <a:lvl5pPr indent="-355600" lvl="4" marL="2286000" algn="l">
              <a:lnSpc>
                <a:spcPct val="100000"/>
              </a:lnSpc>
              <a:spcBef>
                <a:spcPts val="0"/>
              </a:spcBef>
              <a:spcAft>
                <a:spcPts val="0"/>
              </a:spcAft>
              <a:buSzPts val="2000"/>
              <a:buChar char="○"/>
              <a:defRPr sz="2000"/>
            </a:lvl5pPr>
            <a:lvl6pPr indent="-355600" lvl="5" marL="2743200" algn="l">
              <a:lnSpc>
                <a:spcPct val="100000"/>
              </a:lnSpc>
              <a:spcBef>
                <a:spcPts val="0"/>
              </a:spcBef>
              <a:spcAft>
                <a:spcPts val="0"/>
              </a:spcAft>
              <a:buSzPts val="2000"/>
              <a:buChar char="■"/>
              <a:defRPr sz="2000"/>
            </a:lvl6pPr>
            <a:lvl7pPr indent="-355600" lvl="6" marL="3200400" algn="l">
              <a:lnSpc>
                <a:spcPct val="100000"/>
              </a:lnSpc>
              <a:spcBef>
                <a:spcPts val="0"/>
              </a:spcBef>
              <a:spcAft>
                <a:spcPts val="0"/>
              </a:spcAft>
              <a:buSzPts val="2000"/>
              <a:buChar char="●"/>
              <a:defRPr sz="2000"/>
            </a:lvl7pPr>
            <a:lvl8pPr indent="-355600" lvl="7" marL="3657600" algn="l">
              <a:lnSpc>
                <a:spcPct val="100000"/>
              </a:lnSpc>
              <a:spcBef>
                <a:spcPts val="0"/>
              </a:spcBef>
              <a:spcAft>
                <a:spcPts val="0"/>
              </a:spcAft>
              <a:buSzPts val="2000"/>
              <a:buChar char="○"/>
              <a:defRPr sz="2000"/>
            </a:lvl8pPr>
            <a:lvl9pPr indent="-355600" lvl="8" marL="4114800" algn="l">
              <a:lnSpc>
                <a:spcPct val="100000"/>
              </a:lnSpc>
              <a:spcBef>
                <a:spcPts val="0"/>
              </a:spcBef>
              <a:spcAft>
                <a:spcPts val="0"/>
              </a:spcAft>
              <a:buSzPts val="2000"/>
              <a:buChar char="■"/>
              <a:defRPr sz="2000"/>
            </a:lvl9pPr>
          </a:lstStyle>
          <a:p/>
        </p:txBody>
      </p:sp>
      <p:sp>
        <p:nvSpPr>
          <p:cNvPr id="56" name="Google Shape;56;p33"/>
          <p:cNvSpPr txBox="1"/>
          <p:nvPr>
            <p:ph idx="2" type="body"/>
          </p:nvPr>
        </p:nvSpPr>
        <p:spPr>
          <a:xfrm>
            <a:off x="3818123" y="1534257"/>
            <a:ext cx="2804700" cy="3321600"/>
          </a:xfrm>
          <a:prstGeom prst="rect">
            <a:avLst/>
          </a:prstGeom>
          <a:noFill/>
          <a:ln>
            <a:noFill/>
          </a:ln>
        </p:spPr>
        <p:txBody>
          <a:bodyPr anchorCtr="0" anchor="t" bIns="91425" lIns="91425" spcFirstLastPara="1" rIns="91425" wrap="square" tIns="91425">
            <a:noAutofit/>
          </a:bodyPr>
          <a:lstStyle>
            <a:lvl1pPr indent="-355600" lvl="0" marL="457200" algn="l">
              <a:lnSpc>
                <a:spcPct val="100000"/>
              </a:lnSpc>
              <a:spcBef>
                <a:spcPts val="600"/>
              </a:spcBef>
              <a:spcAft>
                <a:spcPts val="0"/>
              </a:spcAft>
              <a:buSzPts val="2000"/>
              <a:buChar char="▹"/>
              <a:defRPr sz="2000"/>
            </a:lvl1pPr>
            <a:lvl2pPr indent="-355600" lvl="1" marL="914400" algn="l">
              <a:lnSpc>
                <a:spcPct val="100000"/>
              </a:lnSpc>
              <a:spcBef>
                <a:spcPts val="0"/>
              </a:spcBef>
              <a:spcAft>
                <a:spcPts val="0"/>
              </a:spcAft>
              <a:buSzPts val="2000"/>
              <a:buChar char="▸"/>
              <a:defRPr sz="2000"/>
            </a:lvl2pPr>
            <a:lvl3pPr indent="-355600" lvl="2" marL="1371600" algn="l">
              <a:lnSpc>
                <a:spcPct val="100000"/>
              </a:lnSpc>
              <a:spcBef>
                <a:spcPts val="0"/>
              </a:spcBef>
              <a:spcAft>
                <a:spcPts val="0"/>
              </a:spcAft>
              <a:buSzPts val="2000"/>
              <a:buChar char="⬩"/>
              <a:defRPr sz="2000"/>
            </a:lvl3pPr>
            <a:lvl4pPr indent="-355600" lvl="3" marL="1828800" algn="l">
              <a:lnSpc>
                <a:spcPct val="100000"/>
              </a:lnSpc>
              <a:spcBef>
                <a:spcPts val="0"/>
              </a:spcBef>
              <a:spcAft>
                <a:spcPts val="0"/>
              </a:spcAft>
              <a:buSzPts val="2000"/>
              <a:buChar char="⬞"/>
              <a:defRPr sz="2000"/>
            </a:lvl4pPr>
            <a:lvl5pPr indent="-355600" lvl="4" marL="2286000" algn="l">
              <a:lnSpc>
                <a:spcPct val="100000"/>
              </a:lnSpc>
              <a:spcBef>
                <a:spcPts val="0"/>
              </a:spcBef>
              <a:spcAft>
                <a:spcPts val="0"/>
              </a:spcAft>
              <a:buSzPts val="2000"/>
              <a:buChar char="○"/>
              <a:defRPr sz="2000"/>
            </a:lvl5pPr>
            <a:lvl6pPr indent="-355600" lvl="5" marL="2743200" algn="l">
              <a:lnSpc>
                <a:spcPct val="100000"/>
              </a:lnSpc>
              <a:spcBef>
                <a:spcPts val="0"/>
              </a:spcBef>
              <a:spcAft>
                <a:spcPts val="0"/>
              </a:spcAft>
              <a:buSzPts val="2000"/>
              <a:buChar char="■"/>
              <a:defRPr sz="2000"/>
            </a:lvl6pPr>
            <a:lvl7pPr indent="-355600" lvl="6" marL="3200400" algn="l">
              <a:lnSpc>
                <a:spcPct val="100000"/>
              </a:lnSpc>
              <a:spcBef>
                <a:spcPts val="0"/>
              </a:spcBef>
              <a:spcAft>
                <a:spcPts val="0"/>
              </a:spcAft>
              <a:buSzPts val="2000"/>
              <a:buChar char="●"/>
              <a:defRPr sz="2000"/>
            </a:lvl7pPr>
            <a:lvl8pPr indent="-355600" lvl="7" marL="3657600" algn="l">
              <a:lnSpc>
                <a:spcPct val="100000"/>
              </a:lnSpc>
              <a:spcBef>
                <a:spcPts val="0"/>
              </a:spcBef>
              <a:spcAft>
                <a:spcPts val="0"/>
              </a:spcAft>
              <a:buSzPts val="2000"/>
              <a:buChar char="○"/>
              <a:defRPr sz="2000"/>
            </a:lvl8pPr>
            <a:lvl9pPr indent="-355600" lvl="8" marL="4114800" algn="l">
              <a:lnSpc>
                <a:spcPct val="100000"/>
              </a:lnSpc>
              <a:spcBef>
                <a:spcPts val="0"/>
              </a:spcBef>
              <a:spcAft>
                <a:spcPts val="0"/>
              </a:spcAft>
              <a:buSzPts val="2000"/>
              <a:buChar char="■"/>
              <a:defRPr sz="2000"/>
            </a:lvl9pPr>
          </a:lstStyle>
          <a:p/>
        </p:txBody>
      </p:sp>
      <p:sp>
        <p:nvSpPr>
          <p:cNvPr id="57" name="Google Shape;57;p33"/>
          <p:cNvSpPr txBox="1"/>
          <p:nvPr>
            <p:ph idx="12" type="sldNum"/>
          </p:nvPr>
        </p:nvSpPr>
        <p:spPr>
          <a:xfrm>
            <a:off x="-75" y="0"/>
            <a:ext cx="669600" cy="1140000"/>
          </a:xfrm>
          <a:prstGeom prst="rect">
            <a:avLst/>
          </a:prstGeom>
          <a:noFill/>
          <a:ln>
            <a:noFill/>
          </a:ln>
        </p:spPr>
        <p:txBody>
          <a:bodyPr anchorCtr="0" anchor="b" bIns="91425" lIns="91425" spcFirstLastPara="1" rIns="91425" wrap="square" tIns="91425">
            <a:noAutofit/>
          </a:bodyPr>
          <a:lstStyle>
            <a:lvl1pPr indent="0" lvl="0"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1pPr>
            <a:lvl2pPr indent="0" lvl="1"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2pPr>
            <a:lvl3pPr indent="0" lvl="2"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3pPr>
            <a:lvl4pPr indent="0" lvl="3"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4pPr>
            <a:lvl5pPr indent="0" lvl="4"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5pPr>
            <a:lvl6pPr indent="0" lvl="5"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6pPr>
            <a:lvl7pPr indent="0" lvl="6"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7pPr>
            <a:lvl8pPr indent="0" lvl="7"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8pPr>
            <a:lvl9pPr indent="0" lvl="8"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58" name="Shape 58"/>
        <p:cNvGrpSpPr/>
        <p:nvPr/>
      </p:nvGrpSpPr>
      <p:grpSpPr>
        <a:xfrm>
          <a:off x="0" y="0"/>
          <a:ext cx="0" cy="0"/>
          <a:chOff x="0" y="0"/>
          <a:chExt cx="0" cy="0"/>
        </a:xfrm>
      </p:grpSpPr>
      <p:sp>
        <p:nvSpPr>
          <p:cNvPr id="59" name="Google Shape;59;p34"/>
          <p:cNvSpPr/>
          <p:nvPr/>
        </p:nvSpPr>
        <p:spPr>
          <a:xfrm flipH="1">
            <a:off x="-75" y="0"/>
            <a:ext cx="669600" cy="5143500"/>
          </a:xfrm>
          <a:prstGeom prst="rect">
            <a:avLst/>
          </a:prstGeom>
          <a:solidFill>
            <a:srgbClr val="000000">
              <a:alpha val="313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34"/>
          <p:cNvSpPr/>
          <p:nvPr/>
        </p:nvSpPr>
        <p:spPr>
          <a:xfrm flipH="1">
            <a:off x="-75" y="0"/>
            <a:ext cx="669600" cy="1140000"/>
          </a:xfrm>
          <a:prstGeom prst="rect">
            <a:avLst/>
          </a:prstGeom>
          <a:solidFill>
            <a:srgbClr val="0DB7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34"/>
          <p:cNvSpPr txBox="1"/>
          <p:nvPr>
            <p:ph type="title"/>
          </p:nvPr>
        </p:nvSpPr>
        <p:spPr>
          <a:xfrm>
            <a:off x="844425" y="5598"/>
            <a:ext cx="3552600" cy="1140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400"/>
              <a:buNone/>
              <a:defRPr/>
            </a:lvl2pPr>
            <a:lvl3pPr lvl="2" algn="l">
              <a:lnSpc>
                <a:spcPct val="100000"/>
              </a:lnSpc>
              <a:spcBef>
                <a:spcPts val="0"/>
              </a:spcBef>
              <a:spcAft>
                <a:spcPts val="0"/>
              </a:spcAft>
              <a:buSzPts val="2400"/>
              <a:buNone/>
              <a:defRPr/>
            </a:lvl3pPr>
            <a:lvl4pPr lvl="3" algn="l">
              <a:lnSpc>
                <a:spcPct val="100000"/>
              </a:lnSpc>
              <a:spcBef>
                <a:spcPts val="0"/>
              </a:spcBef>
              <a:spcAft>
                <a:spcPts val="0"/>
              </a:spcAft>
              <a:buSzPts val="2400"/>
              <a:buNone/>
              <a:defRPr/>
            </a:lvl4pPr>
            <a:lvl5pPr lvl="4" algn="l">
              <a:lnSpc>
                <a:spcPct val="100000"/>
              </a:lnSpc>
              <a:spcBef>
                <a:spcPts val="0"/>
              </a:spcBef>
              <a:spcAft>
                <a:spcPts val="0"/>
              </a:spcAft>
              <a:buSzPts val="2400"/>
              <a:buNone/>
              <a:defRPr/>
            </a:lvl5pPr>
            <a:lvl6pPr lvl="5" algn="l">
              <a:lnSpc>
                <a:spcPct val="100000"/>
              </a:lnSpc>
              <a:spcBef>
                <a:spcPts val="0"/>
              </a:spcBef>
              <a:spcAft>
                <a:spcPts val="0"/>
              </a:spcAft>
              <a:buSzPts val="2400"/>
              <a:buNone/>
              <a:defRPr/>
            </a:lvl6pPr>
            <a:lvl7pPr lvl="6" algn="l">
              <a:lnSpc>
                <a:spcPct val="100000"/>
              </a:lnSpc>
              <a:spcBef>
                <a:spcPts val="0"/>
              </a:spcBef>
              <a:spcAft>
                <a:spcPts val="0"/>
              </a:spcAft>
              <a:buSzPts val="2400"/>
              <a:buNone/>
              <a:defRPr/>
            </a:lvl7pPr>
            <a:lvl8pPr lvl="7" algn="l">
              <a:lnSpc>
                <a:spcPct val="100000"/>
              </a:lnSpc>
              <a:spcBef>
                <a:spcPts val="0"/>
              </a:spcBef>
              <a:spcAft>
                <a:spcPts val="0"/>
              </a:spcAft>
              <a:buSzPts val="2400"/>
              <a:buNone/>
              <a:defRPr/>
            </a:lvl8pPr>
            <a:lvl9pPr lvl="8" algn="l">
              <a:lnSpc>
                <a:spcPct val="100000"/>
              </a:lnSpc>
              <a:spcBef>
                <a:spcPts val="0"/>
              </a:spcBef>
              <a:spcAft>
                <a:spcPts val="0"/>
              </a:spcAft>
              <a:buSzPts val="2400"/>
              <a:buNone/>
              <a:defRPr/>
            </a:lvl9pPr>
          </a:lstStyle>
          <a:p/>
        </p:txBody>
      </p:sp>
      <p:sp>
        <p:nvSpPr>
          <p:cNvPr id="62" name="Google Shape;62;p34"/>
          <p:cNvSpPr txBox="1"/>
          <p:nvPr>
            <p:ph idx="1" type="body"/>
          </p:nvPr>
        </p:nvSpPr>
        <p:spPr>
          <a:xfrm>
            <a:off x="844425" y="1548525"/>
            <a:ext cx="1918800" cy="32250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600"/>
              </a:spcBef>
              <a:spcAft>
                <a:spcPts val="0"/>
              </a:spcAft>
              <a:buSzPts val="1800"/>
              <a:buChar char="▹"/>
              <a:defRPr sz="1800"/>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a:lvl4pPr>
            <a:lvl5pPr indent="-342900" lvl="4" marL="2286000" algn="l">
              <a:lnSpc>
                <a:spcPct val="100000"/>
              </a:lnSpc>
              <a:spcBef>
                <a:spcPts val="0"/>
              </a:spcBef>
              <a:spcAft>
                <a:spcPts val="0"/>
              </a:spcAft>
              <a:buSzPts val="1800"/>
              <a:buChar char="○"/>
              <a:defRPr/>
            </a:lvl5pPr>
            <a:lvl6pPr indent="-342900" lvl="5" marL="2743200" algn="l">
              <a:lnSpc>
                <a:spcPct val="100000"/>
              </a:lnSpc>
              <a:spcBef>
                <a:spcPts val="0"/>
              </a:spcBef>
              <a:spcAft>
                <a:spcPts val="0"/>
              </a:spcAft>
              <a:buSzPts val="1800"/>
              <a:buChar char="■"/>
              <a:defRPr/>
            </a:lvl6pPr>
            <a:lvl7pPr indent="-342900" lvl="6" marL="3200400" algn="l">
              <a:lnSpc>
                <a:spcPct val="100000"/>
              </a:lnSpc>
              <a:spcBef>
                <a:spcPts val="0"/>
              </a:spcBef>
              <a:spcAft>
                <a:spcPts val="0"/>
              </a:spcAft>
              <a:buSzPts val="1800"/>
              <a:buChar char="●"/>
              <a:defRPr/>
            </a:lvl7pPr>
            <a:lvl8pPr indent="-342900" lvl="7" marL="3657600" algn="l">
              <a:lnSpc>
                <a:spcPct val="100000"/>
              </a:lnSpc>
              <a:spcBef>
                <a:spcPts val="0"/>
              </a:spcBef>
              <a:spcAft>
                <a:spcPts val="0"/>
              </a:spcAft>
              <a:buSzPts val="1800"/>
              <a:buChar char="○"/>
              <a:defRPr/>
            </a:lvl8pPr>
            <a:lvl9pPr indent="-342900" lvl="8" marL="4114800" algn="l">
              <a:lnSpc>
                <a:spcPct val="100000"/>
              </a:lnSpc>
              <a:spcBef>
                <a:spcPts val="0"/>
              </a:spcBef>
              <a:spcAft>
                <a:spcPts val="0"/>
              </a:spcAft>
              <a:buSzPts val="1800"/>
              <a:buChar char="■"/>
              <a:defRPr/>
            </a:lvl9pPr>
          </a:lstStyle>
          <a:p/>
        </p:txBody>
      </p:sp>
      <p:sp>
        <p:nvSpPr>
          <p:cNvPr id="63" name="Google Shape;63;p34"/>
          <p:cNvSpPr txBox="1"/>
          <p:nvPr>
            <p:ph idx="2" type="body"/>
          </p:nvPr>
        </p:nvSpPr>
        <p:spPr>
          <a:xfrm>
            <a:off x="2861613" y="1548525"/>
            <a:ext cx="1918800" cy="32250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600"/>
              </a:spcBef>
              <a:spcAft>
                <a:spcPts val="0"/>
              </a:spcAft>
              <a:buSzPts val="1800"/>
              <a:buChar char="▹"/>
              <a:defRPr sz="1800"/>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a:lvl4pPr>
            <a:lvl5pPr indent="-342900" lvl="4" marL="2286000" algn="l">
              <a:lnSpc>
                <a:spcPct val="100000"/>
              </a:lnSpc>
              <a:spcBef>
                <a:spcPts val="0"/>
              </a:spcBef>
              <a:spcAft>
                <a:spcPts val="0"/>
              </a:spcAft>
              <a:buSzPts val="1800"/>
              <a:buChar char="○"/>
              <a:defRPr/>
            </a:lvl5pPr>
            <a:lvl6pPr indent="-342900" lvl="5" marL="2743200" algn="l">
              <a:lnSpc>
                <a:spcPct val="100000"/>
              </a:lnSpc>
              <a:spcBef>
                <a:spcPts val="0"/>
              </a:spcBef>
              <a:spcAft>
                <a:spcPts val="0"/>
              </a:spcAft>
              <a:buSzPts val="1800"/>
              <a:buChar char="■"/>
              <a:defRPr/>
            </a:lvl6pPr>
            <a:lvl7pPr indent="-342900" lvl="6" marL="3200400" algn="l">
              <a:lnSpc>
                <a:spcPct val="100000"/>
              </a:lnSpc>
              <a:spcBef>
                <a:spcPts val="0"/>
              </a:spcBef>
              <a:spcAft>
                <a:spcPts val="0"/>
              </a:spcAft>
              <a:buSzPts val="1800"/>
              <a:buChar char="●"/>
              <a:defRPr/>
            </a:lvl7pPr>
            <a:lvl8pPr indent="-342900" lvl="7" marL="3657600" algn="l">
              <a:lnSpc>
                <a:spcPct val="100000"/>
              </a:lnSpc>
              <a:spcBef>
                <a:spcPts val="0"/>
              </a:spcBef>
              <a:spcAft>
                <a:spcPts val="0"/>
              </a:spcAft>
              <a:buSzPts val="1800"/>
              <a:buChar char="○"/>
              <a:defRPr/>
            </a:lvl8pPr>
            <a:lvl9pPr indent="-342900" lvl="8" marL="4114800" algn="l">
              <a:lnSpc>
                <a:spcPct val="100000"/>
              </a:lnSpc>
              <a:spcBef>
                <a:spcPts val="0"/>
              </a:spcBef>
              <a:spcAft>
                <a:spcPts val="0"/>
              </a:spcAft>
              <a:buSzPts val="1800"/>
              <a:buChar char="■"/>
              <a:defRPr/>
            </a:lvl9pPr>
          </a:lstStyle>
          <a:p/>
        </p:txBody>
      </p:sp>
      <p:sp>
        <p:nvSpPr>
          <p:cNvPr id="64" name="Google Shape;64;p34"/>
          <p:cNvSpPr txBox="1"/>
          <p:nvPr>
            <p:ph idx="3" type="body"/>
          </p:nvPr>
        </p:nvSpPr>
        <p:spPr>
          <a:xfrm>
            <a:off x="4878801" y="1548525"/>
            <a:ext cx="1918800" cy="32250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600"/>
              </a:spcBef>
              <a:spcAft>
                <a:spcPts val="0"/>
              </a:spcAft>
              <a:buSzPts val="1800"/>
              <a:buChar char="▹"/>
              <a:defRPr sz="1800"/>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a:lvl4pPr>
            <a:lvl5pPr indent="-342900" lvl="4" marL="2286000" algn="l">
              <a:lnSpc>
                <a:spcPct val="100000"/>
              </a:lnSpc>
              <a:spcBef>
                <a:spcPts val="0"/>
              </a:spcBef>
              <a:spcAft>
                <a:spcPts val="0"/>
              </a:spcAft>
              <a:buSzPts val="1800"/>
              <a:buChar char="○"/>
              <a:defRPr/>
            </a:lvl5pPr>
            <a:lvl6pPr indent="-342900" lvl="5" marL="2743200" algn="l">
              <a:lnSpc>
                <a:spcPct val="100000"/>
              </a:lnSpc>
              <a:spcBef>
                <a:spcPts val="0"/>
              </a:spcBef>
              <a:spcAft>
                <a:spcPts val="0"/>
              </a:spcAft>
              <a:buSzPts val="1800"/>
              <a:buChar char="■"/>
              <a:defRPr/>
            </a:lvl6pPr>
            <a:lvl7pPr indent="-342900" lvl="6" marL="3200400" algn="l">
              <a:lnSpc>
                <a:spcPct val="100000"/>
              </a:lnSpc>
              <a:spcBef>
                <a:spcPts val="0"/>
              </a:spcBef>
              <a:spcAft>
                <a:spcPts val="0"/>
              </a:spcAft>
              <a:buSzPts val="1800"/>
              <a:buChar char="●"/>
              <a:defRPr/>
            </a:lvl7pPr>
            <a:lvl8pPr indent="-342900" lvl="7" marL="3657600" algn="l">
              <a:lnSpc>
                <a:spcPct val="100000"/>
              </a:lnSpc>
              <a:spcBef>
                <a:spcPts val="0"/>
              </a:spcBef>
              <a:spcAft>
                <a:spcPts val="0"/>
              </a:spcAft>
              <a:buSzPts val="1800"/>
              <a:buChar char="○"/>
              <a:defRPr/>
            </a:lvl8pPr>
            <a:lvl9pPr indent="-342900" lvl="8" marL="4114800" algn="l">
              <a:lnSpc>
                <a:spcPct val="100000"/>
              </a:lnSpc>
              <a:spcBef>
                <a:spcPts val="0"/>
              </a:spcBef>
              <a:spcAft>
                <a:spcPts val="0"/>
              </a:spcAft>
              <a:buSzPts val="1800"/>
              <a:buChar char="■"/>
              <a:defRPr/>
            </a:lvl9pPr>
          </a:lstStyle>
          <a:p/>
        </p:txBody>
      </p:sp>
      <p:sp>
        <p:nvSpPr>
          <p:cNvPr id="65" name="Google Shape;65;p34"/>
          <p:cNvSpPr txBox="1"/>
          <p:nvPr>
            <p:ph idx="12" type="sldNum"/>
          </p:nvPr>
        </p:nvSpPr>
        <p:spPr>
          <a:xfrm>
            <a:off x="-75" y="0"/>
            <a:ext cx="669600" cy="1140000"/>
          </a:xfrm>
          <a:prstGeom prst="rect">
            <a:avLst/>
          </a:prstGeom>
          <a:noFill/>
          <a:ln>
            <a:noFill/>
          </a:ln>
        </p:spPr>
        <p:txBody>
          <a:bodyPr anchorCtr="0" anchor="b" bIns="91425" lIns="91425" spcFirstLastPara="1" rIns="91425" wrap="square" tIns="91425">
            <a:noAutofit/>
          </a:bodyPr>
          <a:lstStyle>
            <a:lvl1pPr indent="0" lvl="0"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1pPr>
            <a:lvl2pPr indent="0" lvl="1"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2pPr>
            <a:lvl3pPr indent="0" lvl="2"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3pPr>
            <a:lvl4pPr indent="0" lvl="3"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4pPr>
            <a:lvl5pPr indent="0" lvl="4"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5pPr>
            <a:lvl6pPr indent="0" lvl="5"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6pPr>
            <a:lvl7pPr indent="0" lvl="6"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7pPr>
            <a:lvl8pPr indent="0" lvl="7"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8pPr>
            <a:lvl9pPr indent="0" lvl="8"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image background">
  <p:cSld name="TITLE_ONLY_1">
    <p:spTree>
      <p:nvGrpSpPr>
        <p:cNvPr id="66" name="Shape 66"/>
        <p:cNvGrpSpPr/>
        <p:nvPr/>
      </p:nvGrpSpPr>
      <p:grpSpPr>
        <a:xfrm>
          <a:off x="0" y="0"/>
          <a:ext cx="0" cy="0"/>
          <a:chOff x="0" y="0"/>
          <a:chExt cx="0" cy="0"/>
        </a:xfrm>
      </p:grpSpPr>
      <p:sp>
        <p:nvSpPr>
          <p:cNvPr id="67" name="Google Shape;67;p35"/>
          <p:cNvSpPr/>
          <p:nvPr/>
        </p:nvSpPr>
        <p:spPr>
          <a:xfrm flipH="1">
            <a:off x="-75" y="0"/>
            <a:ext cx="1851600" cy="5143500"/>
          </a:xfrm>
          <a:prstGeom prst="rect">
            <a:avLst/>
          </a:prstGeom>
          <a:solidFill>
            <a:srgbClr val="0DB7C4">
              <a:alpha val="3647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35"/>
          <p:cNvSpPr/>
          <p:nvPr/>
        </p:nvSpPr>
        <p:spPr>
          <a:xfrm flipH="1">
            <a:off x="-75" y="0"/>
            <a:ext cx="1851600" cy="1140000"/>
          </a:xfrm>
          <a:prstGeom prst="rect">
            <a:avLst/>
          </a:prstGeom>
          <a:solidFill>
            <a:srgbClr val="0DB7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35"/>
          <p:cNvSpPr txBox="1"/>
          <p:nvPr>
            <p:ph type="title"/>
          </p:nvPr>
        </p:nvSpPr>
        <p:spPr>
          <a:xfrm>
            <a:off x="235225" y="1292400"/>
            <a:ext cx="1381200" cy="1140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FFFFFF"/>
              </a:buClr>
              <a:buSzPts val="1800"/>
              <a:buNone/>
              <a:defRPr sz="1800">
                <a:solidFill>
                  <a:srgbClr val="FFFFFF"/>
                </a:solidFill>
              </a:defRPr>
            </a:lvl1pPr>
            <a:lvl2pPr lvl="1" algn="l">
              <a:lnSpc>
                <a:spcPct val="100000"/>
              </a:lnSpc>
              <a:spcBef>
                <a:spcPts val="0"/>
              </a:spcBef>
              <a:spcAft>
                <a:spcPts val="0"/>
              </a:spcAft>
              <a:buClr>
                <a:srgbClr val="FFFFFF"/>
              </a:buClr>
              <a:buSzPts val="1800"/>
              <a:buNone/>
              <a:defRPr sz="1800">
                <a:solidFill>
                  <a:srgbClr val="FFFFFF"/>
                </a:solidFill>
              </a:defRPr>
            </a:lvl2pPr>
            <a:lvl3pPr lvl="2" algn="l">
              <a:lnSpc>
                <a:spcPct val="100000"/>
              </a:lnSpc>
              <a:spcBef>
                <a:spcPts val="0"/>
              </a:spcBef>
              <a:spcAft>
                <a:spcPts val="0"/>
              </a:spcAft>
              <a:buClr>
                <a:srgbClr val="FFFFFF"/>
              </a:buClr>
              <a:buSzPts val="1800"/>
              <a:buNone/>
              <a:defRPr sz="1800">
                <a:solidFill>
                  <a:srgbClr val="FFFFFF"/>
                </a:solidFill>
              </a:defRPr>
            </a:lvl3pPr>
            <a:lvl4pPr lvl="3" algn="l">
              <a:lnSpc>
                <a:spcPct val="100000"/>
              </a:lnSpc>
              <a:spcBef>
                <a:spcPts val="0"/>
              </a:spcBef>
              <a:spcAft>
                <a:spcPts val="0"/>
              </a:spcAft>
              <a:buClr>
                <a:srgbClr val="FFFFFF"/>
              </a:buClr>
              <a:buSzPts val="1800"/>
              <a:buNone/>
              <a:defRPr sz="1800">
                <a:solidFill>
                  <a:srgbClr val="FFFFFF"/>
                </a:solidFill>
              </a:defRPr>
            </a:lvl4pPr>
            <a:lvl5pPr lvl="4" algn="l">
              <a:lnSpc>
                <a:spcPct val="100000"/>
              </a:lnSpc>
              <a:spcBef>
                <a:spcPts val="0"/>
              </a:spcBef>
              <a:spcAft>
                <a:spcPts val="0"/>
              </a:spcAft>
              <a:buClr>
                <a:srgbClr val="FFFFFF"/>
              </a:buClr>
              <a:buSzPts val="1800"/>
              <a:buNone/>
              <a:defRPr sz="1800">
                <a:solidFill>
                  <a:srgbClr val="FFFFFF"/>
                </a:solidFill>
              </a:defRPr>
            </a:lvl5pPr>
            <a:lvl6pPr lvl="5" algn="l">
              <a:lnSpc>
                <a:spcPct val="100000"/>
              </a:lnSpc>
              <a:spcBef>
                <a:spcPts val="0"/>
              </a:spcBef>
              <a:spcAft>
                <a:spcPts val="0"/>
              </a:spcAft>
              <a:buClr>
                <a:srgbClr val="FFFFFF"/>
              </a:buClr>
              <a:buSzPts val="1800"/>
              <a:buNone/>
              <a:defRPr sz="1800">
                <a:solidFill>
                  <a:srgbClr val="FFFFFF"/>
                </a:solidFill>
              </a:defRPr>
            </a:lvl6pPr>
            <a:lvl7pPr lvl="6" algn="l">
              <a:lnSpc>
                <a:spcPct val="100000"/>
              </a:lnSpc>
              <a:spcBef>
                <a:spcPts val="0"/>
              </a:spcBef>
              <a:spcAft>
                <a:spcPts val="0"/>
              </a:spcAft>
              <a:buClr>
                <a:srgbClr val="FFFFFF"/>
              </a:buClr>
              <a:buSzPts val="1800"/>
              <a:buNone/>
              <a:defRPr sz="1800">
                <a:solidFill>
                  <a:srgbClr val="FFFFFF"/>
                </a:solidFill>
              </a:defRPr>
            </a:lvl7pPr>
            <a:lvl8pPr lvl="7" algn="l">
              <a:lnSpc>
                <a:spcPct val="100000"/>
              </a:lnSpc>
              <a:spcBef>
                <a:spcPts val="0"/>
              </a:spcBef>
              <a:spcAft>
                <a:spcPts val="0"/>
              </a:spcAft>
              <a:buClr>
                <a:srgbClr val="FFFFFF"/>
              </a:buClr>
              <a:buSzPts val="1800"/>
              <a:buNone/>
              <a:defRPr sz="1800">
                <a:solidFill>
                  <a:srgbClr val="FFFFFF"/>
                </a:solidFill>
              </a:defRPr>
            </a:lvl8pPr>
            <a:lvl9pPr lvl="8" algn="l">
              <a:lnSpc>
                <a:spcPct val="100000"/>
              </a:lnSpc>
              <a:spcBef>
                <a:spcPts val="0"/>
              </a:spcBef>
              <a:spcAft>
                <a:spcPts val="0"/>
              </a:spcAft>
              <a:buClr>
                <a:srgbClr val="FFFFFF"/>
              </a:buClr>
              <a:buSzPts val="1800"/>
              <a:buNone/>
              <a:defRPr sz="1800">
                <a:solidFill>
                  <a:srgbClr val="FFFFFF"/>
                </a:solidFill>
              </a:defRPr>
            </a:lvl9pPr>
          </a:lstStyle>
          <a:p/>
        </p:txBody>
      </p:sp>
      <p:sp>
        <p:nvSpPr>
          <p:cNvPr id="70" name="Google Shape;70;p35"/>
          <p:cNvSpPr txBox="1"/>
          <p:nvPr>
            <p:ph idx="12" type="sldNum"/>
          </p:nvPr>
        </p:nvSpPr>
        <p:spPr>
          <a:xfrm>
            <a:off x="-75" y="0"/>
            <a:ext cx="1851600" cy="1140000"/>
          </a:xfrm>
          <a:prstGeom prst="rect">
            <a:avLst/>
          </a:prstGeom>
          <a:noFill/>
          <a:ln>
            <a:noFill/>
          </a:ln>
        </p:spPr>
        <p:txBody>
          <a:bodyPr anchorCtr="0" anchor="b" bIns="91425" lIns="91425" spcFirstLastPara="1" rIns="91425" wrap="square" tIns="91425">
            <a:noAutofit/>
          </a:bodyPr>
          <a:lstStyle>
            <a:lvl1pPr indent="0" lvl="0"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1pPr>
            <a:lvl2pPr indent="0" lvl="1"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2pPr>
            <a:lvl3pPr indent="0" lvl="2"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3pPr>
            <a:lvl4pPr indent="0" lvl="3"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4pPr>
            <a:lvl5pPr indent="0" lvl="4"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5pPr>
            <a:lvl6pPr indent="0" lvl="5"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6pPr>
            <a:lvl7pPr indent="0" lvl="6"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7pPr>
            <a:lvl8pPr indent="0" lvl="7"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8pPr>
            <a:lvl9pPr indent="0" lvl="8"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blipFill>
          <a:blip r:embed="rId2">
            <a:alphaModFix/>
          </a:blip>
          <a:stretch>
            <a:fillRect/>
          </a:stretch>
        </a:blipFill>
      </p:bgPr>
    </p:bg>
    <p:spTree>
      <p:nvGrpSpPr>
        <p:cNvPr id="75" name="Shape 75"/>
        <p:cNvGrpSpPr/>
        <p:nvPr/>
      </p:nvGrpSpPr>
      <p:grpSpPr>
        <a:xfrm>
          <a:off x="0" y="0"/>
          <a:ext cx="0" cy="0"/>
          <a:chOff x="0" y="0"/>
          <a:chExt cx="0" cy="0"/>
        </a:xfrm>
      </p:grpSpPr>
      <p:sp>
        <p:nvSpPr>
          <p:cNvPr id="76" name="Google Shape;76;p28"/>
          <p:cNvSpPr txBox="1"/>
          <p:nvPr>
            <p:ph type="title"/>
          </p:nvPr>
        </p:nvSpPr>
        <p:spPr>
          <a:xfrm>
            <a:off x="786150" y="308120"/>
            <a:ext cx="7571700" cy="702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
        <p:nvSpPr>
          <p:cNvPr id="77" name="Google Shape;77;p28"/>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78" name="Shape 78"/>
        <p:cNvGrpSpPr/>
        <p:nvPr/>
      </p:nvGrpSpPr>
      <p:grpSpPr>
        <a:xfrm>
          <a:off x="0" y="0"/>
          <a:ext cx="0" cy="0"/>
          <a:chOff x="0" y="0"/>
          <a:chExt cx="0" cy="0"/>
        </a:xfrm>
      </p:grpSpPr>
      <p:sp>
        <p:nvSpPr>
          <p:cNvPr id="79" name="Google Shape;79;p36"/>
          <p:cNvSpPr txBox="1"/>
          <p:nvPr>
            <p:ph type="ctrTitle"/>
          </p:nvPr>
        </p:nvSpPr>
        <p:spPr>
          <a:xfrm>
            <a:off x="1700185" y="1020263"/>
            <a:ext cx="5807400" cy="1159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91EA"/>
              </a:buClr>
              <a:buSzPts val="6000"/>
              <a:buNone/>
              <a:defRPr b="1" sz="6000">
                <a:solidFill>
                  <a:srgbClr val="0091EA"/>
                </a:solidFill>
              </a:defRPr>
            </a:lvl1pPr>
            <a:lvl2pPr lvl="1" algn="l">
              <a:lnSpc>
                <a:spcPct val="100000"/>
              </a:lnSpc>
              <a:spcBef>
                <a:spcPts val="0"/>
              </a:spcBef>
              <a:spcAft>
                <a:spcPts val="0"/>
              </a:spcAft>
              <a:buClr>
                <a:srgbClr val="0091EA"/>
              </a:buClr>
              <a:buSzPts val="6000"/>
              <a:buNone/>
              <a:defRPr b="1" sz="6000">
                <a:solidFill>
                  <a:srgbClr val="0091EA"/>
                </a:solidFill>
              </a:defRPr>
            </a:lvl2pPr>
            <a:lvl3pPr lvl="2" algn="l">
              <a:lnSpc>
                <a:spcPct val="100000"/>
              </a:lnSpc>
              <a:spcBef>
                <a:spcPts val="0"/>
              </a:spcBef>
              <a:spcAft>
                <a:spcPts val="0"/>
              </a:spcAft>
              <a:buClr>
                <a:srgbClr val="0091EA"/>
              </a:buClr>
              <a:buSzPts val="6000"/>
              <a:buNone/>
              <a:defRPr b="1" sz="6000">
                <a:solidFill>
                  <a:srgbClr val="0091EA"/>
                </a:solidFill>
              </a:defRPr>
            </a:lvl3pPr>
            <a:lvl4pPr lvl="3" algn="l">
              <a:lnSpc>
                <a:spcPct val="100000"/>
              </a:lnSpc>
              <a:spcBef>
                <a:spcPts val="0"/>
              </a:spcBef>
              <a:spcAft>
                <a:spcPts val="0"/>
              </a:spcAft>
              <a:buClr>
                <a:srgbClr val="0091EA"/>
              </a:buClr>
              <a:buSzPts val="6000"/>
              <a:buNone/>
              <a:defRPr b="1" sz="6000">
                <a:solidFill>
                  <a:srgbClr val="0091EA"/>
                </a:solidFill>
              </a:defRPr>
            </a:lvl4pPr>
            <a:lvl5pPr lvl="4" algn="l">
              <a:lnSpc>
                <a:spcPct val="100000"/>
              </a:lnSpc>
              <a:spcBef>
                <a:spcPts val="0"/>
              </a:spcBef>
              <a:spcAft>
                <a:spcPts val="0"/>
              </a:spcAft>
              <a:buClr>
                <a:srgbClr val="0091EA"/>
              </a:buClr>
              <a:buSzPts val="6000"/>
              <a:buNone/>
              <a:defRPr b="1" sz="6000">
                <a:solidFill>
                  <a:srgbClr val="0091EA"/>
                </a:solidFill>
              </a:defRPr>
            </a:lvl5pPr>
            <a:lvl6pPr lvl="5" algn="l">
              <a:lnSpc>
                <a:spcPct val="100000"/>
              </a:lnSpc>
              <a:spcBef>
                <a:spcPts val="0"/>
              </a:spcBef>
              <a:spcAft>
                <a:spcPts val="0"/>
              </a:spcAft>
              <a:buClr>
                <a:srgbClr val="0091EA"/>
              </a:buClr>
              <a:buSzPts val="6000"/>
              <a:buNone/>
              <a:defRPr b="1" sz="6000">
                <a:solidFill>
                  <a:srgbClr val="0091EA"/>
                </a:solidFill>
              </a:defRPr>
            </a:lvl6pPr>
            <a:lvl7pPr lvl="6" algn="l">
              <a:lnSpc>
                <a:spcPct val="100000"/>
              </a:lnSpc>
              <a:spcBef>
                <a:spcPts val="0"/>
              </a:spcBef>
              <a:spcAft>
                <a:spcPts val="0"/>
              </a:spcAft>
              <a:buClr>
                <a:srgbClr val="0091EA"/>
              </a:buClr>
              <a:buSzPts val="6000"/>
              <a:buNone/>
              <a:defRPr b="1" sz="6000">
                <a:solidFill>
                  <a:srgbClr val="0091EA"/>
                </a:solidFill>
              </a:defRPr>
            </a:lvl7pPr>
            <a:lvl8pPr lvl="7" algn="l">
              <a:lnSpc>
                <a:spcPct val="100000"/>
              </a:lnSpc>
              <a:spcBef>
                <a:spcPts val="0"/>
              </a:spcBef>
              <a:spcAft>
                <a:spcPts val="0"/>
              </a:spcAft>
              <a:buClr>
                <a:srgbClr val="0091EA"/>
              </a:buClr>
              <a:buSzPts val="6000"/>
              <a:buNone/>
              <a:defRPr b="1" sz="6000">
                <a:solidFill>
                  <a:srgbClr val="0091EA"/>
                </a:solidFill>
              </a:defRPr>
            </a:lvl8pPr>
            <a:lvl9pPr lvl="8" algn="l">
              <a:lnSpc>
                <a:spcPct val="100000"/>
              </a:lnSpc>
              <a:spcBef>
                <a:spcPts val="0"/>
              </a:spcBef>
              <a:spcAft>
                <a:spcPts val="0"/>
              </a:spcAft>
              <a:buClr>
                <a:srgbClr val="0091EA"/>
              </a:buClr>
              <a:buSzPts val="6000"/>
              <a:buNone/>
              <a:defRPr b="1" sz="6000">
                <a:solidFill>
                  <a:srgbClr val="0091EA"/>
                </a:solidFill>
              </a:defRPr>
            </a:lvl9pPr>
          </a:lstStyle>
          <a:p/>
        </p:txBody>
      </p:sp>
      <p:sp>
        <p:nvSpPr>
          <p:cNvPr id="80" name="Google Shape;80;p36"/>
          <p:cNvSpPr/>
          <p:nvPr/>
        </p:nvSpPr>
        <p:spPr>
          <a:xfrm>
            <a:off x="6897625" y="4649963"/>
            <a:ext cx="126900" cy="95100"/>
          </a:xfrm>
          <a:prstGeom prst="ellipse">
            <a:avLst/>
          </a:prstGeom>
          <a:solidFill>
            <a:srgbClr val="0091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36"/>
          <p:cNvSpPr/>
          <p:nvPr/>
        </p:nvSpPr>
        <p:spPr>
          <a:xfrm>
            <a:off x="7454375" y="4229100"/>
            <a:ext cx="126900" cy="95100"/>
          </a:xfrm>
          <a:prstGeom prst="ellipse">
            <a:avLst/>
          </a:prstGeom>
          <a:solidFill>
            <a:srgbClr val="0091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36"/>
          <p:cNvSpPr/>
          <p:nvPr/>
        </p:nvSpPr>
        <p:spPr>
          <a:xfrm>
            <a:off x="8827727" y="3448165"/>
            <a:ext cx="75900" cy="57000"/>
          </a:xfrm>
          <a:prstGeom prst="ellipse">
            <a:avLst/>
          </a:prstGeom>
          <a:solidFill>
            <a:srgbClr val="0091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36"/>
          <p:cNvSpPr/>
          <p:nvPr/>
        </p:nvSpPr>
        <p:spPr>
          <a:xfrm>
            <a:off x="8677050" y="4933406"/>
            <a:ext cx="126900" cy="95100"/>
          </a:xfrm>
          <a:prstGeom prst="ellipse">
            <a:avLst/>
          </a:prstGeom>
          <a:solidFill>
            <a:srgbClr val="0091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36"/>
          <p:cNvSpPr/>
          <p:nvPr/>
        </p:nvSpPr>
        <p:spPr>
          <a:xfrm>
            <a:off x="2972225" y="475050"/>
            <a:ext cx="126900" cy="95100"/>
          </a:xfrm>
          <a:prstGeom prst="ellipse">
            <a:avLst/>
          </a:prstGeom>
          <a:solidFill>
            <a:srgbClr val="0091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36"/>
          <p:cNvSpPr/>
          <p:nvPr/>
        </p:nvSpPr>
        <p:spPr>
          <a:xfrm>
            <a:off x="579635" y="2530109"/>
            <a:ext cx="126900" cy="95100"/>
          </a:xfrm>
          <a:prstGeom prst="ellipse">
            <a:avLst/>
          </a:prstGeom>
          <a:solidFill>
            <a:srgbClr val="0091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36"/>
          <p:cNvSpPr/>
          <p:nvPr/>
        </p:nvSpPr>
        <p:spPr>
          <a:xfrm>
            <a:off x="311843" y="593639"/>
            <a:ext cx="126900" cy="95100"/>
          </a:xfrm>
          <a:prstGeom prst="ellipse">
            <a:avLst/>
          </a:prstGeom>
          <a:solidFill>
            <a:srgbClr val="0091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36"/>
          <p:cNvSpPr/>
          <p:nvPr/>
        </p:nvSpPr>
        <p:spPr>
          <a:xfrm>
            <a:off x="626322" y="1004904"/>
            <a:ext cx="253800" cy="190200"/>
          </a:xfrm>
          <a:prstGeom prst="ellipse">
            <a:avLst/>
          </a:prstGeom>
          <a:noFill/>
          <a:ln cap="flat" cmpd="sng" w="19050">
            <a:solidFill>
              <a:srgbClr val="009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36"/>
          <p:cNvSpPr/>
          <p:nvPr/>
        </p:nvSpPr>
        <p:spPr>
          <a:xfrm>
            <a:off x="8104500" y="3722325"/>
            <a:ext cx="190200" cy="142800"/>
          </a:xfrm>
          <a:prstGeom prst="ellipse">
            <a:avLst/>
          </a:prstGeom>
          <a:noFill/>
          <a:ln cap="flat" cmpd="sng" w="19050">
            <a:solidFill>
              <a:srgbClr val="009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36"/>
          <p:cNvSpPr/>
          <p:nvPr/>
        </p:nvSpPr>
        <p:spPr>
          <a:xfrm>
            <a:off x="8803950" y="4240992"/>
            <a:ext cx="190200" cy="142800"/>
          </a:xfrm>
          <a:prstGeom prst="ellipse">
            <a:avLst/>
          </a:prstGeom>
          <a:noFill/>
          <a:ln cap="flat" cmpd="sng" w="19050">
            <a:solidFill>
              <a:srgbClr val="009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36"/>
          <p:cNvSpPr/>
          <p:nvPr/>
        </p:nvSpPr>
        <p:spPr>
          <a:xfrm>
            <a:off x="196310" y="1493168"/>
            <a:ext cx="75900" cy="57000"/>
          </a:xfrm>
          <a:prstGeom prst="ellipse">
            <a:avLst/>
          </a:prstGeom>
          <a:solidFill>
            <a:srgbClr val="0091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36"/>
          <p:cNvSpPr/>
          <p:nvPr/>
        </p:nvSpPr>
        <p:spPr>
          <a:xfrm>
            <a:off x="1738050" y="203491"/>
            <a:ext cx="253800" cy="190200"/>
          </a:xfrm>
          <a:prstGeom prst="ellipse">
            <a:avLst/>
          </a:prstGeom>
          <a:noFill/>
          <a:ln cap="flat" cmpd="sng" w="19050">
            <a:solidFill>
              <a:srgbClr val="009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36"/>
          <p:cNvSpPr/>
          <p:nvPr/>
        </p:nvSpPr>
        <p:spPr>
          <a:xfrm>
            <a:off x="771659" y="1878364"/>
            <a:ext cx="75900" cy="57000"/>
          </a:xfrm>
          <a:prstGeom prst="ellipse">
            <a:avLst/>
          </a:prstGeom>
          <a:solidFill>
            <a:srgbClr val="0091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36"/>
          <p:cNvSpPr/>
          <p:nvPr/>
        </p:nvSpPr>
        <p:spPr>
          <a:xfrm>
            <a:off x="4271584" y="356119"/>
            <a:ext cx="75900" cy="57000"/>
          </a:xfrm>
          <a:prstGeom prst="ellipse">
            <a:avLst/>
          </a:prstGeom>
          <a:solidFill>
            <a:srgbClr val="0091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36"/>
          <p:cNvSpPr/>
          <p:nvPr/>
        </p:nvSpPr>
        <p:spPr>
          <a:xfrm>
            <a:off x="7729213" y="4595578"/>
            <a:ext cx="253800" cy="190500"/>
          </a:xfrm>
          <a:prstGeom prst="ellipse">
            <a:avLst/>
          </a:prstGeom>
          <a:noFill/>
          <a:ln cap="flat" cmpd="sng" w="19050">
            <a:solidFill>
              <a:srgbClr val="009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bg>
      <p:bgPr>
        <a:blipFill>
          <a:blip r:embed="rId2">
            <a:alphaModFix/>
          </a:blip>
          <a:stretch>
            <a:fillRect/>
          </a:stretch>
        </a:blipFill>
      </p:bgPr>
    </p:bg>
    <p:spTree>
      <p:nvGrpSpPr>
        <p:cNvPr id="95" name="Shape 95"/>
        <p:cNvGrpSpPr/>
        <p:nvPr/>
      </p:nvGrpSpPr>
      <p:grpSpPr>
        <a:xfrm>
          <a:off x="0" y="0"/>
          <a:ext cx="0" cy="0"/>
          <a:chOff x="0" y="0"/>
          <a:chExt cx="0" cy="0"/>
        </a:xfrm>
      </p:grpSpPr>
      <p:sp>
        <p:nvSpPr>
          <p:cNvPr id="96" name="Google Shape;96;p37"/>
          <p:cNvSpPr txBox="1"/>
          <p:nvPr>
            <p:ph type="ctrTitle"/>
          </p:nvPr>
        </p:nvSpPr>
        <p:spPr>
          <a:xfrm>
            <a:off x="1546025" y="1526194"/>
            <a:ext cx="5832600" cy="1159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4800"/>
              <a:buNone/>
              <a:defRPr b="1" sz="4800"/>
            </a:lvl1pPr>
            <a:lvl2pPr lvl="1" algn="l">
              <a:lnSpc>
                <a:spcPct val="100000"/>
              </a:lnSpc>
              <a:spcBef>
                <a:spcPts val="0"/>
              </a:spcBef>
              <a:spcAft>
                <a:spcPts val="0"/>
              </a:spcAft>
              <a:buSzPts val="4800"/>
              <a:buNone/>
              <a:defRPr b="1" sz="4800"/>
            </a:lvl2pPr>
            <a:lvl3pPr lvl="2" algn="l">
              <a:lnSpc>
                <a:spcPct val="100000"/>
              </a:lnSpc>
              <a:spcBef>
                <a:spcPts val="0"/>
              </a:spcBef>
              <a:spcAft>
                <a:spcPts val="0"/>
              </a:spcAft>
              <a:buSzPts val="4800"/>
              <a:buNone/>
              <a:defRPr b="1" sz="4800"/>
            </a:lvl3pPr>
            <a:lvl4pPr lvl="3" algn="l">
              <a:lnSpc>
                <a:spcPct val="100000"/>
              </a:lnSpc>
              <a:spcBef>
                <a:spcPts val="0"/>
              </a:spcBef>
              <a:spcAft>
                <a:spcPts val="0"/>
              </a:spcAft>
              <a:buSzPts val="4800"/>
              <a:buNone/>
              <a:defRPr b="1" sz="4800"/>
            </a:lvl4pPr>
            <a:lvl5pPr lvl="4" algn="l">
              <a:lnSpc>
                <a:spcPct val="100000"/>
              </a:lnSpc>
              <a:spcBef>
                <a:spcPts val="0"/>
              </a:spcBef>
              <a:spcAft>
                <a:spcPts val="0"/>
              </a:spcAft>
              <a:buSzPts val="4800"/>
              <a:buNone/>
              <a:defRPr b="1" sz="4800"/>
            </a:lvl5pPr>
            <a:lvl6pPr lvl="5" algn="l">
              <a:lnSpc>
                <a:spcPct val="100000"/>
              </a:lnSpc>
              <a:spcBef>
                <a:spcPts val="0"/>
              </a:spcBef>
              <a:spcAft>
                <a:spcPts val="0"/>
              </a:spcAft>
              <a:buSzPts val="4800"/>
              <a:buNone/>
              <a:defRPr b="1" sz="4800"/>
            </a:lvl6pPr>
            <a:lvl7pPr lvl="6" algn="l">
              <a:lnSpc>
                <a:spcPct val="100000"/>
              </a:lnSpc>
              <a:spcBef>
                <a:spcPts val="0"/>
              </a:spcBef>
              <a:spcAft>
                <a:spcPts val="0"/>
              </a:spcAft>
              <a:buSzPts val="4800"/>
              <a:buNone/>
              <a:defRPr b="1" sz="4800"/>
            </a:lvl7pPr>
            <a:lvl8pPr lvl="7" algn="l">
              <a:lnSpc>
                <a:spcPct val="100000"/>
              </a:lnSpc>
              <a:spcBef>
                <a:spcPts val="0"/>
              </a:spcBef>
              <a:spcAft>
                <a:spcPts val="0"/>
              </a:spcAft>
              <a:buSzPts val="4800"/>
              <a:buNone/>
              <a:defRPr b="1" sz="4800"/>
            </a:lvl8pPr>
            <a:lvl9pPr lvl="8" algn="l">
              <a:lnSpc>
                <a:spcPct val="100000"/>
              </a:lnSpc>
              <a:spcBef>
                <a:spcPts val="0"/>
              </a:spcBef>
              <a:spcAft>
                <a:spcPts val="0"/>
              </a:spcAft>
              <a:buSzPts val="4800"/>
              <a:buNone/>
              <a:defRPr b="1" sz="4800"/>
            </a:lvl9pPr>
          </a:lstStyle>
          <a:p/>
        </p:txBody>
      </p:sp>
      <p:sp>
        <p:nvSpPr>
          <p:cNvPr id="97" name="Google Shape;97;p37"/>
          <p:cNvSpPr txBox="1"/>
          <p:nvPr>
            <p:ph idx="1" type="subTitle"/>
          </p:nvPr>
        </p:nvSpPr>
        <p:spPr>
          <a:xfrm>
            <a:off x="1546025" y="2782911"/>
            <a:ext cx="5832600" cy="784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607D8B"/>
              </a:buClr>
              <a:buSzPts val="3000"/>
              <a:buNone/>
              <a:defRPr>
                <a:solidFill>
                  <a:srgbClr val="607D8B"/>
                </a:solidFill>
              </a:defRPr>
            </a:lvl1pPr>
            <a:lvl2pPr lvl="1" algn="l">
              <a:lnSpc>
                <a:spcPct val="100000"/>
              </a:lnSpc>
              <a:spcBef>
                <a:spcPts val="0"/>
              </a:spcBef>
              <a:spcAft>
                <a:spcPts val="0"/>
              </a:spcAft>
              <a:buClr>
                <a:srgbClr val="607D8B"/>
              </a:buClr>
              <a:buSzPts val="3000"/>
              <a:buNone/>
              <a:defRPr sz="3000">
                <a:solidFill>
                  <a:srgbClr val="607D8B"/>
                </a:solidFill>
              </a:defRPr>
            </a:lvl2pPr>
            <a:lvl3pPr lvl="2" algn="l">
              <a:lnSpc>
                <a:spcPct val="100000"/>
              </a:lnSpc>
              <a:spcBef>
                <a:spcPts val="0"/>
              </a:spcBef>
              <a:spcAft>
                <a:spcPts val="0"/>
              </a:spcAft>
              <a:buClr>
                <a:srgbClr val="607D8B"/>
              </a:buClr>
              <a:buSzPts val="3000"/>
              <a:buNone/>
              <a:defRPr sz="3000">
                <a:solidFill>
                  <a:srgbClr val="607D8B"/>
                </a:solidFill>
              </a:defRPr>
            </a:lvl3pPr>
            <a:lvl4pPr lvl="3" algn="l">
              <a:lnSpc>
                <a:spcPct val="100000"/>
              </a:lnSpc>
              <a:spcBef>
                <a:spcPts val="0"/>
              </a:spcBef>
              <a:spcAft>
                <a:spcPts val="0"/>
              </a:spcAft>
              <a:buClr>
                <a:srgbClr val="607D8B"/>
              </a:buClr>
              <a:buSzPts val="3000"/>
              <a:buNone/>
              <a:defRPr sz="3000">
                <a:solidFill>
                  <a:srgbClr val="607D8B"/>
                </a:solidFill>
              </a:defRPr>
            </a:lvl4pPr>
            <a:lvl5pPr lvl="4" algn="l">
              <a:lnSpc>
                <a:spcPct val="100000"/>
              </a:lnSpc>
              <a:spcBef>
                <a:spcPts val="0"/>
              </a:spcBef>
              <a:spcAft>
                <a:spcPts val="0"/>
              </a:spcAft>
              <a:buClr>
                <a:srgbClr val="607D8B"/>
              </a:buClr>
              <a:buSzPts val="3000"/>
              <a:buNone/>
              <a:defRPr sz="3000">
                <a:solidFill>
                  <a:srgbClr val="607D8B"/>
                </a:solidFill>
              </a:defRPr>
            </a:lvl5pPr>
            <a:lvl6pPr lvl="5" algn="l">
              <a:lnSpc>
                <a:spcPct val="100000"/>
              </a:lnSpc>
              <a:spcBef>
                <a:spcPts val="0"/>
              </a:spcBef>
              <a:spcAft>
                <a:spcPts val="0"/>
              </a:spcAft>
              <a:buClr>
                <a:srgbClr val="607D8B"/>
              </a:buClr>
              <a:buSzPts val="3000"/>
              <a:buNone/>
              <a:defRPr sz="3000">
                <a:solidFill>
                  <a:srgbClr val="607D8B"/>
                </a:solidFill>
              </a:defRPr>
            </a:lvl6pPr>
            <a:lvl7pPr lvl="6" algn="l">
              <a:lnSpc>
                <a:spcPct val="100000"/>
              </a:lnSpc>
              <a:spcBef>
                <a:spcPts val="0"/>
              </a:spcBef>
              <a:spcAft>
                <a:spcPts val="0"/>
              </a:spcAft>
              <a:buClr>
                <a:srgbClr val="607D8B"/>
              </a:buClr>
              <a:buSzPts val="3000"/>
              <a:buNone/>
              <a:defRPr sz="3000">
                <a:solidFill>
                  <a:srgbClr val="607D8B"/>
                </a:solidFill>
              </a:defRPr>
            </a:lvl7pPr>
            <a:lvl8pPr lvl="7" algn="l">
              <a:lnSpc>
                <a:spcPct val="100000"/>
              </a:lnSpc>
              <a:spcBef>
                <a:spcPts val="0"/>
              </a:spcBef>
              <a:spcAft>
                <a:spcPts val="0"/>
              </a:spcAft>
              <a:buClr>
                <a:srgbClr val="607D8B"/>
              </a:buClr>
              <a:buSzPts val="3000"/>
              <a:buNone/>
              <a:defRPr sz="3000">
                <a:solidFill>
                  <a:srgbClr val="607D8B"/>
                </a:solidFill>
              </a:defRPr>
            </a:lvl8pPr>
            <a:lvl9pPr lvl="8" algn="l">
              <a:lnSpc>
                <a:spcPct val="100000"/>
              </a:lnSpc>
              <a:spcBef>
                <a:spcPts val="0"/>
              </a:spcBef>
              <a:spcAft>
                <a:spcPts val="0"/>
              </a:spcAft>
              <a:buClr>
                <a:srgbClr val="607D8B"/>
              </a:buClr>
              <a:buSzPts val="3000"/>
              <a:buNone/>
              <a:defRPr sz="3000">
                <a:solidFill>
                  <a:srgbClr val="607D8B"/>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98" name="Shape 98"/>
        <p:cNvGrpSpPr/>
        <p:nvPr/>
      </p:nvGrpSpPr>
      <p:grpSpPr>
        <a:xfrm>
          <a:off x="0" y="0"/>
          <a:ext cx="0" cy="0"/>
          <a:chOff x="0" y="0"/>
          <a:chExt cx="0" cy="0"/>
        </a:xfrm>
      </p:grpSpPr>
      <p:pic>
        <p:nvPicPr>
          <p:cNvPr descr="connections-05.png" id="99" name="Google Shape;99;p38"/>
          <p:cNvPicPr preferRelativeResize="0"/>
          <p:nvPr/>
        </p:nvPicPr>
        <p:blipFill rotWithShape="1">
          <a:blip r:embed="rId2">
            <a:alphaModFix/>
          </a:blip>
          <a:srcRect b="0" l="0" r="0" t="0"/>
          <a:stretch/>
        </p:blipFill>
        <p:spPr>
          <a:xfrm flipH="1" rot="10800000">
            <a:off x="5945" y="-1"/>
            <a:ext cx="6849083" cy="5143501"/>
          </a:xfrm>
          <a:prstGeom prst="rect">
            <a:avLst/>
          </a:prstGeom>
          <a:noFill/>
          <a:ln>
            <a:noFill/>
          </a:ln>
        </p:spPr>
      </p:pic>
      <p:sp>
        <p:nvSpPr>
          <p:cNvPr id="100" name="Google Shape;100;p38"/>
          <p:cNvSpPr txBox="1"/>
          <p:nvPr>
            <p:ph idx="1" type="body"/>
          </p:nvPr>
        </p:nvSpPr>
        <p:spPr>
          <a:xfrm>
            <a:off x="1215300" y="1876050"/>
            <a:ext cx="6713400" cy="819900"/>
          </a:xfrm>
          <a:prstGeom prst="rect">
            <a:avLst/>
          </a:prstGeom>
          <a:noFill/>
          <a:ln>
            <a:noFill/>
          </a:ln>
        </p:spPr>
        <p:txBody>
          <a:bodyPr anchorCtr="0" anchor="t" bIns="91425" lIns="91425" spcFirstLastPara="1" rIns="91425" wrap="square" tIns="91425">
            <a:noAutofit/>
          </a:bodyPr>
          <a:lstStyle>
            <a:lvl1pPr indent="-457200" lvl="0" marL="457200" algn="ctr">
              <a:lnSpc>
                <a:spcPct val="100000"/>
              </a:lnSpc>
              <a:spcBef>
                <a:spcPts val="600"/>
              </a:spcBef>
              <a:spcAft>
                <a:spcPts val="0"/>
              </a:spcAft>
              <a:buClr>
                <a:srgbClr val="263238"/>
              </a:buClr>
              <a:buSzPts val="3600"/>
              <a:buChar char="◎"/>
              <a:defRPr i="1" sz="3600"/>
            </a:lvl1pPr>
            <a:lvl2pPr indent="-457200" lvl="1" marL="914400" algn="ctr">
              <a:lnSpc>
                <a:spcPct val="100000"/>
              </a:lnSpc>
              <a:spcBef>
                <a:spcPts val="0"/>
              </a:spcBef>
              <a:spcAft>
                <a:spcPts val="0"/>
              </a:spcAft>
              <a:buClr>
                <a:srgbClr val="263238"/>
              </a:buClr>
              <a:buSzPts val="3600"/>
              <a:buChar char="○"/>
              <a:defRPr i="1" sz="3600"/>
            </a:lvl2pPr>
            <a:lvl3pPr indent="-457200" lvl="2" marL="1371600" algn="ctr">
              <a:lnSpc>
                <a:spcPct val="100000"/>
              </a:lnSpc>
              <a:spcBef>
                <a:spcPts val="0"/>
              </a:spcBef>
              <a:spcAft>
                <a:spcPts val="0"/>
              </a:spcAft>
              <a:buClr>
                <a:srgbClr val="263238"/>
              </a:buClr>
              <a:buSzPts val="3600"/>
              <a:buChar char="◉"/>
              <a:defRPr i="1" sz="3600"/>
            </a:lvl3pPr>
            <a:lvl4pPr indent="-457200" lvl="3" marL="1828800" algn="ctr">
              <a:lnSpc>
                <a:spcPct val="100000"/>
              </a:lnSpc>
              <a:spcBef>
                <a:spcPts val="0"/>
              </a:spcBef>
              <a:spcAft>
                <a:spcPts val="0"/>
              </a:spcAft>
              <a:buClr>
                <a:srgbClr val="263238"/>
              </a:buClr>
              <a:buSzPts val="3600"/>
              <a:buChar char="●"/>
              <a:defRPr i="1" sz="3600"/>
            </a:lvl4pPr>
            <a:lvl5pPr indent="-457200" lvl="4" marL="2286000" algn="ctr">
              <a:lnSpc>
                <a:spcPct val="100000"/>
              </a:lnSpc>
              <a:spcBef>
                <a:spcPts val="0"/>
              </a:spcBef>
              <a:spcAft>
                <a:spcPts val="0"/>
              </a:spcAft>
              <a:buClr>
                <a:srgbClr val="263238"/>
              </a:buClr>
              <a:buSzPts val="3600"/>
              <a:buChar char="○"/>
              <a:defRPr i="1" sz="3600"/>
            </a:lvl5pPr>
            <a:lvl6pPr indent="-457200" lvl="5" marL="2743200" algn="ctr">
              <a:lnSpc>
                <a:spcPct val="100000"/>
              </a:lnSpc>
              <a:spcBef>
                <a:spcPts val="0"/>
              </a:spcBef>
              <a:spcAft>
                <a:spcPts val="0"/>
              </a:spcAft>
              <a:buClr>
                <a:srgbClr val="263238"/>
              </a:buClr>
              <a:buSzPts val="3600"/>
              <a:buChar char="■"/>
              <a:defRPr i="1" sz="3600"/>
            </a:lvl6pPr>
            <a:lvl7pPr indent="-457200" lvl="6" marL="3200400" algn="ctr">
              <a:lnSpc>
                <a:spcPct val="100000"/>
              </a:lnSpc>
              <a:spcBef>
                <a:spcPts val="0"/>
              </a:spcBef>
              <a:spcAft>
                <a:spcPts val="0"/>
              </a:spcAft>
              <a:buClr>
                <a:srgbClr val="263238"/>
              </a:buClr>
              <a:buSzPts val="3600"/>
              <a:buChar char="●"/>
              <a:defRPr i="1" sz="3600"/>
            </a:lvl7pPr>
            <a:lvl8pPr indent="-457200" lvl="7" marL="3657600" algn="ctr">
              <a:lnSpc>
                <a:spcPct val="100000"/>
              </a:lnSpc>
              <a:spcBef>
                <a:spcPts val="0"/>
              </a:spcBef>
              <a:spcAft>
                <a:spcPts val="0"/>
              </a:spcAft>
              <a:buClr>
                <a:srgbClr val="263238"/>
              </a:buClr>
              <a:buSzPts val="3600"/>
              <a:buChar char="○"/>
              <a:defRPr i="1" sz="3600"/>
            </a:lvl8pPr>
            <a:lvl9pPr indent="-457200" lvl="8" marL="4114800" algn="ctr">
              <a:lnSpc>
                <a:spcPct val="100000"/>
              </a:lnSpc>
              <a:spcBef>
                <a:spcPts val="0"/>
              </a:spcBef>
              <a:spcAft>
                <a:spcPts val="0"/>
              </a:spcAft>
              <a:buClr>
                <a:srgbClr val="263238"/>
              </a:buClr>
              <a:buSzPts val="3600"/>
              <a:buChar char="■"/>
              <a:defRPr i="1" sz="3600"/>
            </a:lvl9pPr>
          </a:lstStyle>
          <a:p/>
        </p:txBody>
      </p:sp>
      <p:grpSp>
        <p:nvGrpSpPr>
          <p:cNvPr id="101" name="Google Shape;101;p38"/>
          <p:cNvGrpSpPr/>
          <p:nvPr/>
        </p:nvGrpSpPr>
        <p:grpSpPr>
          <a:xfrm>
            <a:off x="3593400" y="805714"/>
            <a:ext cx="1957200" cy="819900"/>
            <a:chOff x="3593400" y="1760085"/>
            <a:chExt cx="1957200" cy="1093200"/>
          </a:xfrm>
        </p:grpSpPr>
        <p:sp>
          <p:nvSpPr>
            <p:cNvPr id="102" name="Google Shape;102;p38"/>
            <p:cNvSpPr txBox="1"/>
            <p:nvPr/>
          </p:nvSpPr>
          <p:spPr>
            <a:xfrm>
              <a:off x="3593400" y="1872097"/>
              <a:ext cx="1957200" cy="871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0"/>
                <a:buFont typeface="Arial"/>
                <a:buNone/>
              </a:pPr>
              <a:r>
                <a:rPr b="1" i="0" lang="en" sz="6000" u="none" cap="none" strike="noStrike">
                  <a:solidFill>
                    <a:srgbClr val="0091EA"/>
                  </a:solidFill>
                  <a:latin typeface="Arial"/>
                  <a:ea typeface="Arial"/>
                  <a:cs typeface="Arial"/>
                  <a:sym typeface="Arial"/>
                </a:rPr>
                <a:t>“</a:t>
              </a:r>
              <a:endParaRPr b="1" i="0" sz="6000" u="none" cap="none" strike="noStrike">
                <a:solidFill>
                  <a:srgbClr val="0091EA"/>
                </a:solidFill>
                <a:latin typeface="Arial"/>
                <a:ea typeface="Arial"/>
                <a:cs typeface="Arial"/>
                <a:sym typeface="Arial"/>
              </a:endParaRPr>
            </a:p>
          </p:txBody>
        </p:sp>
        <p:sp>
          <p:nvSpPr>
            <p:cNvPr id="103" name="Google Shape;103;p38"/>
            <p:cNvSpPr/>
            <p:nvPr/>
          </p:nvSpPr>
          <p:spPr>
            <a:xfrm>
              <a:off x="4025400" y="1760085"/>
              <a:ext cx="1093200" cy="1093200"/>
            </a:xfrm>
            <a:prstGeom prst="ellipse">
              <a:avLst/>
            </a:prstGeom>
            <a:noFill/>
            <a:ln cap="flat" cmpd="sng" w="9525">
              <a:solidFill>
                <a:srgbClr val="CFD8DC"/>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38"/>
            <p:cNvSpPr/>
            <p:nvPr/>
          </p:nvSpPr>
          <p:spPr>
            <a:xfrm>
              <a:off x="4190700" y="1925385"/>
              <a:ext cx="762600" cy="762600"/>
            </a:xfrm>
            <a:prstGeom prst="ellipse">
              <a:avLst/>
            </a:prstGeom>
            <a:noFill/>
            <a:ln cap="flat" cmpd="sng" w="19050">
              <a:solidFill>
                <a:srgbClr val="CFD8D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05" name="Google Shape;105;p38"/>
          <p:cNvCxnSpPr>
            <a:endCxn id="103" idx="1"/>
          </p:cNvCxnSpPr>
          <p:nvPr/>
        </p:nvCxnSpPr>
        <p:spPr>
          <a:xfrm>
            <a:off x="3742095" y="653986"/>
            <a:ext cx="443400" cy="271800"/>
          </a:xfrm>
          <a:prstGeom prst="straightConnector1">
            <a:avLst/>
          </a:prstGeom>
          <a:noFill/>
          <a:ln cap="flat" cmpd="sng" w="9525">
            <a:solidFill>
              <a:srgbClr val="CFD8DC"/>
            </a:solidFill>
            <a:prstDash val="solid"/>
            <a:round/>
            <a:headEnd len="sm" w="sm" type="none"/>
            <a:tailEnd len="sm" w="sm" type="none"/>
          </a:ln>
        </p:spPr>
      </p:cxnSp>
      <p:cxnSp>
        <p:nvCxnSpPr>
          <p:cNvPr id="106" name="Google Shape;106;p38"/>
          <p:cNvCxnSpPr/>
          <p:nvPr/>
        </p:nvCxnSpPr>
        <p:spPr>
          <a:xfrm rot="10800000">
            <a:off x="4114800" y="202414"/>
            <a:ext cx="457200" cy="603300"/>
          </a:xfrm>
          <a:prstGeom prst="straightConnector1">
            <a:avLst/>
          </a:prstGeom>
          <a:noFill/>
          <a:ln cap="flat" cmpd="sng" w="9525">
            <a:solidFill>
              <a:srgbClr val="CFD8DC"/>
            </a:solidFill>
            <a:prstDash val="solid"/>
            <a:round/>
            <a:headEnd len="sm" w="sm" type="none"/>
            <a:tailEnd len="sm" w="sm" type="none"/>
          </a:ln>
        </p:spPr>
      </p:cxnSp>
      <p:cxnSp>
        <p:nvCxnSpPr>
          <p:cNvPr id="107" name="Google Shape;107;p38"/>
          <p:cNvCxnSpPr/>
          <p:nvPr/>
        </p:nvCxnSpPr>
        <p:spPr>
          <a:xfrm flipH="1" rot="10800000">
            <a:off x="4749075" y="564919"/>
            <a:ext cx="95100" cy="261600"/>
          </a:xfrm>
          <a:prstGeom prst="straightConnector1">
            <a:avLst/>
          </a:prstGeom>
          <a:noFill/>
          <a:ln cap="flat" cmpd="sng" w="9525">
            <a:solidFill>
              <a:srgbClr val="CFD8DC"/>
            </a:solidFill>
            <a:prstDash val="solid"/>
            <a:round/>
            <a:headEnd len="sm" w="sm" type="none"/>
            <a:tailEnd len="sm" w="sm" type="none"/>
          </a:ln>
        </p:spPr>
      </p:cxnSp>
      <p:sp>
        <p:nvSpPr>
          <p:cNvPr id="108" name="Google Shape;108;p38"/>
          <p:cNvSpPr txBox="1"/>
          <p:nvPr>
            <p:ph idx="12" type="sldNum"/>
          </p:nvPr>
        </p:nvSpPr>
        <p:spPr>
          <a:xfrm>
            <a:off x="-87" y="4749844"/>
            <a:ext cx="9144000" cy="39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109" name="Shape 109"/>
        <p:cNvGrpSpPr/>
        <p:nvPr/>
      </p:nvGrpSpPr>
      <p:grpSpPr>
        <a:xfrm>
          <a:off x="0" y="0"/>
          <a:ext cx="0" cy="0"/>
          <a:chOff x="0" y="0"/>
          <a:chExt cx="0" cy="0"/>
        </a:xfrm>
      </p:grpSpPr>
      <p:sp>
        <p:nvSpPr>
          <p:cNvPr id="110" name="Google Shape;110;p39"/>
          <p:cNvSpPr txBox="1"/>
          <p:nvPr>
            <p:ph type="title"/>
          </p:nvPr>
        </p:nvSpPr>
        <p:spPr>
          <a:xfrm>
            <a:off x="786150" y="308120"/>
            <a:ext cx="7571700" cy="702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
        <p:nvSpPr>
          <p:cNvPr id="111" name="Google Shape;111;p39"/>
          <p:cNvSpPr txBox="1"/>
          <p:nvPr>
            <p:ph idx="1" type="body"/>
          </p:nvPr>
        </p:nvSpPr>
        <p:spPr>
          <a:xfrm>
            <a:off x="786150" y="1261700"/>
            <a:ext cx="7571700" cy="3573600"/>
          </a:xfrm>
          <a:prstGeom prst="rect">
            <a:avLst/>
          </a:prstGeom>
          <a:noFill/>
          <a:ln>
            <a:noFill/>
          </a:ln>
        </p:spPr>
        <p:txBody>
          <a:bodyPr anchorCtr="0" anchor="t" bIns="91425" lIns="91425" spcFirstLastPara="1" rIns="91425" wrap="square" tIns="91425">
            <a:noAutofit/>
          </a:bodyPr>
          <a:lstStyle>
            <a:lvl1pPr indent="-419100" lvl="0" marL="457200" algn="l">
              <a:lnSpc>
                <a:spcPct val="100000"/>
              </a:lnSpc>
              <a:spcBef>
                <a:spcPts val="600"/>
              </a:spcBef>
              <a:spcAft>
                <a:spcPts val="0"/>
              </a:spcAft>
              <a:buSzPts val="3000"/>
              <a:buChar char="◎"/>
              <a:defRPr/>
            </a:lvl1pPr>
            <a:lvl2pPr indent="-381000" lvl="1" marL="914400" algn="l">
              <a:lnSpc>
                <a:spcPct val="100000"/>
              </a:lnSpc>
              <a:spcBef>
                <a:spcPts val="0"/>
              </a:spcBef>
              <a:spcAft>
                <a:spcPts val="0"/>
              </a:spcAft>
              <a:buSzPts val="2400"/>
              <a:buChar char="○"/>
              <a:defRPr/>
            </a:lvl2pPr>
            <a:lvl3pPr indent="-381000" lvl="2" marL="1371600" algn="l">
              <a:lnSpc>
                <a:spcPct val="100000"/>
              </a:lnSpc>
              <a:spcBef>
                <a:spcPts val="0"/>
              </a:spcBef>
              <a:spcAft>
                <a:spcPts val="0"/>
              </a:spcAft>
              <a:buSzPts val="2400"/>
              <a:buChar char="◉"/>
              <a:defRPr/>
            </a:lvl3pPr>
            <a:lvl4pPr indent="-342900" lvl="3" marL="1828800" algn="l">
              <a:lnSpc>
                <a:spcPct val="100000"/>
              </a:lnSpc>
              <a:spcBef>
                <a:spcPts val="0"/>
              </a:spcBef>
              <a:spcAft>
                <a:spcPts val="0"/>
              </a:spcAft>
              <a:buSzPts val="1800"/>
              <a:buChar char="●"/>
              <a:defRPr/>
            </a:lvl4pPr>
            <a:lvl5pPr indent="-342900" lvl="4" marL="2286000" algn="l">
              <a:lnSpc>
                <a:spcPct val="100000"/>
              </a:lnSpc>
              <a:spcBef>
                <a:spcPts val="0"/>
              </a:spcBef>
              <a:spcAft>
                <a:spcPts val="0"/>
              </a:spcAft>
              <a:buSzPts val="1800"/>
              <a:buChar char="○"/>
              <a:defRPr/>
            </a:lvl5pPr>
            <a:lvl6pPr indent="-342900" lvl="5" marL="2743200" algn="l">
              <a:lnSpc>
                <a:spcPct val="100000"/>
              </a:lnSpc>
              <a:spcBef>
                <a:spcPts val="0"/>
              </a:spcBef>
              <a:spcAft>
                <a:spcPts val="0"/>
              </a:spcAft>
              <a:buSzPts val="1800"/>
              <a:buChar char="■"/>
              <a:defRPr/>
            </a:lvl6pPr>
            <a:lvl7pPr indent="-342900" lvl="6" marL="3200400" algn="l">
              <a:lnSpc>
                <a:spcPct val="100000"/>
              </a:lnSpc>
              <a:spcBef>
                <a:spcPts val="0"/>
              </a:spcBef>
              <a:spcAft>
                <a:spcPts val="0"/>
              </a:spcAft>
              <a:buSzPts val="1800"/>
              <a:buChar char="●"/>
              <a:defRPr/>
            </a:lvl7pPr>
            <a:lvl8pPr indent="-342900" lvl="7" marL="3657600" algn="l">
              <a:lnSpc>
                <a:spcPct val="100000"/>
              </a:lnSpc>
              <a:spcBef>
                <a:spcPts val="0"/>
              </a:spcBef>
              <a:spcAft>
                <a:spcPts val="0"/>
              </a:spcAft>
              <a:buSzPts val="1800"/>
              <a:buChar char="○"/>
              <a:defRPr/>
            </a:lvl8pPr>
            <a:lvl9pPr indent="-342900" lvl="8" marL="4114800" algn="l">
              <a:lnSpc>
                <a:spcPct val="100000"/>
              </a:lnSpc>
              <a:spcBef>
                <a:spcPts val="0"/>
              </a:spcBef>
              <a:spcAft>
                <a:spcPts val="0"/>
              </a:spcAft>
              <a:buSzPts val="1800"/>
              <a:buChar char="■"/>
              <a:defRPr/>
            </a:lvl9pPr>
          </a:lstStyle>
          <a:p/>
        </p:txBody>
      </p:sp>
      <p:sp>
        <p:nvSpPr>
          <p:cNvPr id="112" name="Google Shape;112;p39"/>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113" name="Shape 113"/>
        <p:cNvGrpSpPr/>
        <p:nvPr/>
      </p:nvGrpSpPr>
      <p:grpSpPr>
        <a:xfrm>
          <a:off x="0" y="0"/>
          <a:ext cx="0" cy="0"/>
          <a:chOff x="0" y="0"/>
          <a:chExt cx="0" cy="0"/>
        </a:xfrm>
      </p:grpSpPr>
      <p:sp>
        <p:nvSpPr>
          <p:cNvPr id="114" name="Google Shape;114;p40"/>
          <p:cNvSpPr txBox="1"/>
          <p:nvPr>
            <p:ph type="title"/>
          </p:nvPr>
        </p:nvSpPr>
        <p:spPr>
          <a:xfrm>
            <a:off x="786150" y="308120"/>
            <a:ext cx="7571700" cy="702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
        <p:nvSpPr>
          <p:cNvPr id="115" name="Google Shape;115;p40"/>
          <p:cNvSpPr txBox="1"/>
          <p:nvPr>
            <p:ph idx="1" type="body"/>
          </p:nvPr>
        </p:nvSpPr>
        <p:spPr>
          <a:xfrm>
            <a:off x="786137" y="1200150"/>
            <a:ext cx="3675300" cy="3725700"/>
          </a:xfrm>
          <a:prstGeom prst="rect">
            <a:avLst/>
          </a:prstGeom>
          <a:noFill/>
          <a:ln>
            <a:noFill/>
          </a:ln>
        </p:spPr>
        <p:txBody>
          <a:bodyPr anchorCtr="0" anchor="t" bIns="91425" lIns="91425" spcFirstLastPara="1" rIns="91425" wrap="square" tIns="91425">
            <a:noAutofit/>
          </a:bodyPr>
          <a:lstStyle>
            <a:lvl1pPr indent="-393700" lvl="0" marL="457200" algn="l">
              <a:lnSpc>
                <a:spcPct val="100000"/>
              </a:lnSpc>
              <a:spcBef>
                <a:spcPts val="600"/>
              </a:spcBef>
              <a:spcAft>
                <a:spcPts val="0"/>
              </a:spcAft>
              <a:buSzPts val="2600"/>
              <a:buChar char="◎"/>
              <a:defRPr sz="2600"/>
            </a:lvl1pPr>
            <a:lvl2pPr indent="-393700" lvl="1" marL="914400" algn="l">
              <a:lnSpc>
                <a:spcPct val="100000"/>
              </a:lnSpc>
              <a:spcBef>
                <a:spcPts val="0"/>
              </a:spcBef>
              <a:spcAft>
                <a:spcPts val="0"/>
              </a:spcAft>
              <a:buSzPts val="2600"/>
              <a:buChar char="○"/>
              <a:defRPr sz="2600"/>
            </a:lvl2pPr>
            <a:lvl3pPr indent="-393700" lvl="2" marL="1371600" algn="l">
              <a:lnSpc>
                <a:spcPct val="100000"/>
              </a:lnSpc>
              <a:spcBef>
                <a:spcPts val="0"/>
              </a:spcBef>
              <a:spcAft>
                <a:spcPts val="0"/>
              </a:spcAft>
              <a:buSzPts val="2600"/>
              <a:buChar char="◉"/>
              <a:defRPr sz="2600"/>
            </a:lvl3pPr>
            <a:lvl4pPr indent="-393700" lvl="3" marL="1828800" algn="l">
              <a:lnSpc>
                <a:spcPct val="100000"/>
              </a:lnSpc>
              <a:spcBef>
                <a:spcPts val="0"/>
              </a:spcBef>
              <a:spcAft>
                <a:spcPts val="0"/>
              </a:spcAft>
              <a:buSzPts val="2600"/>
              <a:buChar char="●"/>
              <a:defRPr sz="2600"/>
            </a:lvl4pPr>
            <a:lvl5pPr indent="-393700" lvl="4" marL="2286000" algn="l">
              <a:lnSpc>
                <a:spcPct val="100000"/>
              </a:lnSpc>
              <a:spcBef>
                <a:spcPts val="0"/>
              </a:spcBef>
              <a:spcAft>
                <a:spcPts val="0"/>
              </a:spcAft>
              <a:buSzPts val="2600"/>
              <a:buChar char="○"/>
              <a:defRPr sz="2600"/>
            </a:lvl5pPr>
            <a:lvl6pPr indent="-393700" lvl="5" marL="2743200" algn="l">
              <a:lnSpc>
                <a:spcPct val="100000"/>
              </a:lnSpc>
              <a:spcBef>
                <a:spcPts val="0"/>
              </a:spcBef>
              <a:spcAft>
                <a:spcPts val="0"/>
              </a:spcAft>
              <a:buSzPts val="2600"/>
              <a:buChar char="■"/>
              <a:defRPr sz="2600"/>
            </a:lvl6pPr>
            <a:lvl7pPr indent="-393700" lvl="6" marL="3200400" algn="l">
              <a:lnSpc>
                <a:spcPct val="100000"/>
              </a:lnSpc>
              <a:spcBef>
                <a:spcPts val="0"/>
              </a:spcBef>
              <a:spcAft>
                <a:spcPts val="0"/>
              </a:spcAft>
              <a:buSzPts val="2600"/>
              <a:buChar char="●"/>
              <a:defRPr sz="2600"/>
            </a:lvl7pPr>
            <a:lvl8pPr indent="-393700" lvl="7" marL="3657600" algn="l">
              <a:lnSpc>
                <a:spcPct val="100000"/>
              </a:lnSpc>
              <a:spcBef>
                <a:spcPts val="0"/>
              </a:spcBef>
              <a:spcAft>
                <a:spcPts val="0"/>
              </a:spcAft>
              <a:buSzPts val="2600"/>
              <a:buChar char="○"/>
              <a:defRPr sz="2600"/>
            </a:lvl8pPr>
            <a:lvl9pPr indent="-393700" lvl="8" marL="4114800" algn="l">
              <a:lnSpc>
                <a:spcPct val="100000"/>
              </a:lnSpc>
              <a:spcBef>
                <a:spcPts val="0"/>
              </a:spcBef>
              <a:spcAft>
                <a:spcPts val="0"/>
              </a:spcAft>
              <a:buSzPts val="2600"/>
              <a:buChar char="■"/>
              <a:defRPr sz="2600"/>
            </a:lvl9pPr>
          </a:lstStyle>
          <a:p/>
        </p:txBody>
      </p:sp>
      <p:sp>
        <p:nvSpPr>
          <p:cNvPr id="116" name="Google Shape;116;p40"/>
          <p:cNvSpPr txBox="1"/>
          <p:nvPr>
            <p:ph idx="2" type="body"/>
          </p:nvPr>
        </p:nvSpPr>
        <p:spPr>
          <a:xfrm>
            <a:off x="4682659" y="1200150"/>
            <a:ext cx="3675300" cy="3725700"/>
          </a:xfrm>
          <a:prstGeom prst="rect">
            <a:avLst/>
          </a:prstGeom>
          <a:noFill/>
          <a:ln>
            <a:noFill/>
          </a:ln>
        </p:spPr>
        <p:txBody>
          <a:bodyPr anchorCtr="0" anchor="t" bIns="91425" lIns="91425" spcFirstLastPara="1" rIns="91425" wrap="square" tIns="91425">
            <a:noAutofit/>
          </a:bodyPr>
          <a:lstStyle>
            <a:lvl1pPr indent="-393700" lvl="0" marL="457200" algn="l">
              <a:lnSpc>
                <a:spcPct val="100000"/>
              </a:lnSpc>
              <a:spcBef>
                <a:spcPts val="600"/>
              </a:spcBef>
              <a:spcAft>
                <a:spcPts val="0"/>
              </a:spcAft>
              <a:buSzPts val="2600"/>
              <a:buChar char="◎"/>
              <a:defRPr sz="2600"/>
            </a:lvl1pPr>
            <a:lvl2pPr indent="-393700" lvl="1" marL="914400" algn="l">
              <a:lnSpc>
                <a:spcPct val="100000"/>
              </a:lnSpc>
              <a:spcBef>
                <a:spcPts val="0"/>
              </a:spcBef>
              <a:spcAft>
                <a:spcPts val="0"/>
              </a:spcAft>
              <a:buSzPts val="2600"/>
              <a:buChar char="○"/>
              <a:defRPr sz="2600"/>
            </a:lvl2pPr>
            <a:lvl3pPr indent="-393700" lvl="2" marL="1371600" algn="l">
              <a:lnSpc>
                <a:spcPct val="100000"/>
              </a:lnSpc>
              <a:spcBef>
                <a:spcPts val="0"/>
              </a:spcBef>
              <a:spcAft>
                <a:spcPts val="0"/>
              </a:spcAft>
              <a:buSzPts val="2600"/>
              <a:buChar char="◉"/>
              <a:defRPr sz="2600"/>
            </a:lvl3pPr>
            <a:lvl4pPr indent="-393700" lvl="3" marL="1828800" algn="l">
              <a:lnSpc>
                <a:spcPct val="100000"/>
              </a:lnSpc>
              <a:spcBef>
                <a:spcPts val="0"/>
              </a:spcBef>
              <a:spcAft>
                <a:spcPts val="0"/>
              </a:spcAft>
              <a:buSzPts val="2600"/>
              <a:buChar char="●"/>
              <a:defRPr sz="2600"/>
            </a:lvl4pPr>
            <a:lvl5pPr indent="-393700" lvl="4" marL="2286000" algn="l">
              <a:lnSpc>
                <a:spcPct val="100000"/>
              </a:lnSpc>
              <a:spcBef>
                <a:spcPts val="0"/>
              </a:spcBef>
              <a:spcAft>
                <a:spcPts val="0"/>
              </a:spcAft>
              <a:buSzPts val="2600"/>
              <a:buChar char="○"/>
              <a:defRPr sz="2600"/>
            </a:lvl5pPr>
            <a:lvl6pPr indent="-393700" lvl="5" marL="2743200" algn="l">
              <a:lnSpc>
                <a:spcPct val="100000"/>
              </a:lnSpc>
              <a:spcBef>
                <a:spcPts val="0"/>
              </a:spcBef>
              <a:spcAft>
                <a:spcPts val="0"/>
              </a:spcAft>
              <a:buSzPts val="2600"/>
              <a:buChar char="■"/>
              <a:defRPr sz="2600"/>
            </a:lvl6pPr>
            <a:lvl7pPr indent="-393700" lvl="6" marL="3200400" algn="l">
              <a:lnSpc>
                <a:spcPct val="100000"/>
              </a:lnSpc>
              <a:spcBef>
                <a:spcPts val="0"/>
              </a:spcBef>
              <a:spcAft>
                <a:spcPts val="0"/>
              </a:spcAft>
              <a:buSzPts val="2600"/>
              <a:buChar char="●"/>
              <a:defRPr sz="2600"/>
            </a:lvl7pPr>
            <a:lvl8pPr indent="-393700" lvl="7" marL="3657600" algn="l">
              <a:lnSpc>
                <a:spcPct val="100000"/>
              </a:lnSpc>
              <a:spcBef>
                <a:spcPts val="0"/>
              </a:spcBef>
              <a:spcAft>
                <a:spcPts val="0"/>
              </a:spcAft>
              <a:buSzPts val="2600"/>
              <a:buChar char="○"/>
              <a:defRPr sz="2600"/>
            </a:lvl8pPr>
            <a:lvl9pPr indent="-393700" lvl="8" marL="4114800" algn="l">
              <a:lnSpc>
                <a:spcPct val="100000"/>
              </a:lnSpc>
              <a:spcBef>
                <a:spcPts val="0"/>
              </a:spcBef>
              <a:spcAft>
                <a:spcPts val="0"/>
              </a:spcAft>
              <a:buSzPts val="2600"/>
              <a:buChar char="■"/>
              <a:defRPr sz="2600"/>
            </a:lvl9pPr>
          </a:lstStyle>
          <a:p/>
        </p:txBody>
      </p:sp>
      <p:sp>
        <p:nvSpPr>
          <p:cNvPr id="117" name="Google Shape;117;p40"/>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118" name="Shape 118"/>
        <p:cNvGrpSpPr/>
        <p:nvPr/>
      </p:nvGrpSpPr>
      <p:grpSpPr>
        <a:xfrm>
          <a:off x="0" y="0"/>
          <a:ext cx="0" cy="0"/>
          <a:chOff x="0" y="0"/>
          <a:chExt cx="0" cy="0"/>
        </a:xfrm>
      </p:grpSpPr>
      <p:sp>
        <p:nvSpPr>
          <p:cNvPr id="119" name="Google Shape;119;p41"/>
          <p:cNvSpPr txBox="1"/>
          <p:nvPr>
            <p:ph type="title"/>
          </p:nvPr>
        </p:nvSpPr>
        <p:spPr>
          <a:xfrm>
            <a:off x="786150" y="308120"/>
            <a:ext cx="7571700" cy="702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
        <p:nvSpPr>
          <p:cNvPr id="120" name="Google Shape;120;p41"/>
          <p:cNvSpPr txBox="1"/>
          <p:nvPr>
            <p:ph idx="1" type="body"/>
          </p:nvPr>
        </p:nvSpPr>
        <p:spPr>
          <a:xfrm>
            <a:off x="786150" y="1200150"/>
            <a:ext cx="2419800" cy="3725700"/>
          </a:xfrm>
          <a:prstGeom prst="rect">
            <a:avLst/>
          </a:prstGeom>
          <a:noFill/>
          <a:ln>
            <a:noFill/>
          </a:ln>
        </p:spPr>
        <p:txBody>
          <a:bodyPr anchorCtr="0" anchor="t" bIns="91425" lIns="91425" spcFirstLastPara="1" rIns="91425" wrap="square" tIns="91425">
            <a:noAutofit/>
          </a:bodyPr>
          <a:lstStyle>
            <a:lvl1pPr indent="-355600" lvl="0" marL="457200" algn="l">
              <a:lnSpc>
                <a:spcPct val="100000"/>
              </a:lnSpc>
              <a:spcBef>
                <a:spcPts val="600"/>
              </a:spcBef>
              <a:spcAft>
                <a:spcPts val="0"/>
              </a:spcAft>
              <a:buSzPts val="2000"/>
              <a:buChar char="◎"/>
              <a:defRPr sz="2000"/>
            </a:lvl1pPr>
            <a:lvl2pPr indent="-355600" lvl="1" marL="914400" algn="l">
              <a:lnSpc>
                <a:spcPct val="100000"/>
              </a:lnSpc>
              <a:spcBef>
                <a:spcPts val="0"/>
              </a:spcBef>
              <a:spcAft>
                <a:spcPts val="0"/>
              </a:spcAft>
              <a:buSzPts val="2000"/>
              <a:buChar char="○"/>
              <a:defRPr sz="2000"/>
            </a:lvl2pPr>
            <a:lvl3pPr indent="-355600" lvl="2" marL="1371600" algn="l">
              <a:lnSpc>
                <a:spcPct val="100000"/>
              </a:lnSpc>
              <a:spcBef>
                <a:spcPts val="0"/>
              </a:spcBef>
              <a:spcAft>
                <a:spcPts val="0"/>
              </a:spcAft>
              <a:buSzPts val="2000"/>
              <a:buChar char="◉"/>
              <a:defRPr sz="2000"/>
            </a:lvl3pPr>
            <a:lvl4pPr indent="-355600" lvl="3" marL="1828800" algn="l">
              <a:lnSpc>
                <a:spcPct val="100000"/>
              </a:lnSpc>
              <a:spcBef>
                <a:spcPts val="0"/>
              </a:spcBef>
              <a:spcAft>
                <a:spcPts val="0"/>
              </a:spcAft>
              <a:buSzPts val="2000"/>
              <a:buChar char="●"/>
              <a:defRPr sz="2000"/>
            </a:lvl4pPr>
            <a:lvl5pPr indent="-355600" lvl="4" marL="2286000" algn="l">
              <a:lnSpc>
                <a:spcPct val="100000"/>
              </a:lnSpc>
              <a:spcBef>
                <a:spcPts val="0"/>
              </a:spcBef>
              <a:spcAft>
                <a:spcPts val="0"/>
              </a:spcAft>
              <a:buSzPts val="2000"/>
              <a:buChar char="○"/>
              <a:defRPr sz="2000"/>
            </a:lvl5pPr>
            <a:lvl6pPr indent="-355600" lvl="5" marL="2743200" algn="l">
              <a:lnSpc>
                <a:spcPct val="100000"/>
              </a:lnSpc>
              <a:spcBef>
                <a:spcPts val="0"/>
              </a:spcBef>
              <a:spcAft>
                <a:spcPts val="0"/>
              </a:spcAft>
              <a:buSzPts val="2000"/>
              <a:buChar char="■"/>
              <a:defRPr sz="2000"/>
            </a:lvl6pPr>
            <a:lvl7pPr indent="-355600" lvl="6" marL="3200400" algn="l">
              <a:lnSpc>
                <a:spcPct val="100000"/>
              </a:lnSpc>
              <a:spcBef>
                <a:spcPts val="0"/>
              </a:spcBef>
              <a:spcAft>
                <a:spcPts val="0"/>
              </a:spcAft>
              <a:buSzPts val="2000"/>
              <a:buChar char="●"/>
              <a:defRPr sz="2000"/>
            </a:lvl7pPr>
            <a:lvl8pPr indent="-355600" lvl="7" marL="3657600" algn="l">
              <a:lnSpc>
                <a:spcPct val="100000"/>
              </a:lnSpc>
              <a:spcBef>
                <a:spcPts val="0"/>
              </a:spcBef>
              <a:spcAft>
                <a:spcPts val="0"/>
              </a:spcAft>
              <a:buSzPts val="2000"/>
              <a:buChar char="○"/>
              <a:defRPr sz="2000"/>
            </a:lvl8pPr>
            <a:lvl9pPr indent="-355600" lvl="8" marL="4114800" algn="l">
              <a:lnSpc>
                <a:spcPct val="100000"/>
              </a:lnSpc>
              <a:spcBef>
                <a:spcPts val="0"/>
              </a:spcBef>
              <a:spcAft>
                <a:spcPts val="0"/>
              </a:spcAft>
              <a:buSzPts val="2000"/>
              <a:buChar char="■"/>
              <a:defRPr sz="2000"/>
            </a:lvl9pPr>
          </a:lstStyle>
          <a:p/>
        </p:txBody>
      </p:sp>
      <p:sp>
        <p:nvSpPr>
          <p:cNvPr id="121" name="Google Shape;121;p41"/>
          <p:cNvSpPr txBox="1"/>
          <p:nvPr>
            <p:ph idx="2" type="body"/>
          </p:nvPr>
        </p:nvSpPr>
        <p:spPr>
          <a:xfrm>
            <a:off x="3329992" y="1200150"/>
            <a:ext cx="2419800" cy="3725700"/>
          </a:xfrm>
          <a:prstGeom prst="rect">
            <a:avLst/>
          </a:prstGeom>
          <a:noFill/>
          <a:ln>
            <a:noFill/>
          </a:ln>
        </p:spPr>
        <p:txBody>
          <a:bodyPr anchorCtr="0" anchor="t" bIns="91425" lIns="91425" spcFirstLastPara="1" rIns="91425" wrap="square" tIns="91425">
            <a:noAutofit/>
          </a:bodyPr>
          <a:lstStyle>
            <a:lvl1pPr indent="-355600" lvl="0" marL="457200" algn="l">
              <a:lnSpc>
                <a:spcPct val="100000"/>
              </a:lnSpc>
              <a:spcBef>
                <a:spcPts val="600"/>
              </a:spcBef>
              <a:spcAft>
                <a:spcPts val="0"/>
              </a:spcAft>
              <a:buSzPts val="2000"/>
              <a:buChar char="◎"/>
              <a:defRPr sz="2000"/>
            </a:lvl1pPr>
            <a:lvl2pPr indent="-355600" lvl="1" marL="914400" algn="l">
              <a:lnSpc>
                <a:spcPct val="100000"/>
              </a:lnSpc>
              <a:spcBef>
                <a:spcPts val="0"/>
              </a:spcBef>
              <a:spcAft>
                <a:spcPts val="0"/>
              </a:spcAft>
              <a:buSzPts val="2000"/>
              <a:buChar char="○"/>
              <a:defRPr sz="2000"/>
            </a:lvl2pPr>
            <a:lvl3pPr indent="-355600" lvl="2" marL="1371600" algn="l">
              <a:lnSpc>
                <a:spcPct val="100000"/>
              </a:lnSpc>
              <a:spcBef>
                <a:spcPts val="0"/>
              </a:spcBef>
              <a:spcAft>
                <a:spcPts val="0"/>
              </a:spcAft>
              <a:buSzPts val="2000"/>
              <a:buChar char="◉"/>
              <a:defRPr sz="2000"/>
            </a:lvl3pPr>
            <a:lvl4pPr indent="-355600" lvl="3" marL="1828800" algn="l">
              <a:lnSpc>
                <a:spcPct val="100000"/>
              </a:lnSpc>
              <a:spcBef>
                <a:spcPts val="0"/>
              </a:spcBef>
              <a:spcAft>
                <a:spcPts val="0"/>
              </a:spcAft>
              <a:buSzPts val="2000"/>
              <a:buChar char="●"/>
              <a:defRPr sz="2000"/>
            </a:lvl4pPr>
            <a:lvl5pPr indent="-355600" lvl="4" marL="2286000" algn="l">
              <a:lnSpc>
                <a:spcPct val="100000"/>
              </a:lnSpc>
              <a:spcBef>
                <a:spcPts val="0"/>
              </a:spcBef>
              <a:spcAft>
                <a:spcPts val="0"/>
              </a:spcAft>
              <a:buSzPts val="2000"/>
              <a:buChar char="○"/>
              <a:defRPr sz="2000"/>
            </a:lvl5pPr>
            <a:lvl6pPr indent="-355600" lvl="5" marL="2743200" algn="l">
              <a:lnSpc>
                <a:spcPct val="100000"/>
              </a:lnSpc>
              <a:spcBef>
                <a:spcPts val="0"/>
              </a:spcBef>
              <a:spcAft>
                <a:spcPts val="0"/>
              </a:spcAft>
              <a:buSzPts val="2000"/>
              <a:buChar char="■"/>
              <a:defRPr sz="2000"/>
            </a:lvl6pPr>
            <a:lvl7pPr indent="-355600" lvl="6" marL="3200400" algn="l">
              <a:lnSpc>
                <a:spcPct val="100000"/>
              </a:lnSpc>
              <a:spcBef>
                <a:spcPts val="0"/>
              </a:spcBef>
              <a:spcAft>
                <a:spcPts val="0"/>
              </a:spcAft>
              <a:buSzPts val="2000"/>
              <a:buChar char="●"/>
              <a:defRPr sz="2000"/>
            </a:lvl7pPr>
            <a:lvl8pPr indent="-355600" lvl="7" marL="3657600" algn="l">
              <a:lnSpc>
                <a:spcPct val="100000"/>
              </a:lnSpc>
              <a:spcBef>
                <a:spcPts val="0"/>
              </a:spcBef>
              <a:spcAft>
                <a:spcPts val="0"/>
              </a:spcAft>
              <a:buSzPts val="2000"/>
              <a:buChar char="○"/>
              <a:defRPr sz="2000"/>
            </a:lvl8pPr>
            <a:lvl9pPr indent="-355600" lvl="8" marL="4114800" algn="l">
              <a:lnSpc>
                <a:spcPct val="100000"/>
              </a:lnSpc>
              <a:spcBef>
                <a:spcPts val="0"/>
              </a:spcBef>
              <a:spcAft>
                <a:spcPts val="0"/>
              </a:spcAft>
              <a:buSzPts val="2000"/>
              <a:buChar char="■"/>
              <a:defRPr sz="2000"/>
            </a:lvl9pPr>
          </a:lstStyle>
          <a:p/>
        </p:txBody>
      </p:sp>
      <p:sp>
        <p:nvSpPr>
          <p:cNvPr id="122" name="Google Shape;122;p41"/>
          <p:cNvSpPr txBox="1"/>
          <p:nvPr>
            <p:ph idx="3" type="body"/>
          </p:nvPr>
        </p:nvSpPr>
        <p:spPr>
          <a:xfrm>
            <a:off x="5873834" y="1200150"/>
            <a:ext cx="2419800" cy="3725700"/>
          </a:xfrm>
          <a:prstGeom prst="rect">
            <a:avLst/>
          </a:prstGeom>
          <a:noFill/>
          <a:ln>
            <a:noFill/>
          </a:ln>
        </p:spPr>
        <p:txBody>
          <a:bodyPr anchorCtr="0" anchor="t" bIns="91425" lIns="91425" spcFirstLastPara="1" rIns="91425" wrap="square" tIns="91425">
            <a:noAutofit/>
          </a:bodyPr>
          <a:lstStyle>
            <a:lvl1pPr indent="-355600" lvl="0" marL="457200" algn="l">
              <a:lnSpc>
                <a:spcPct val="100000"/>
              </a:lnSpc>
              <a:spcBef>
                <a:spcPts val="600"/>
              </a:spcBef>
              <a:spcAft>
                <a:spcPts val="0"/>
              </a:spcAft>
              <a:buSzPts val="2000"/>
              <a:buChar char="◎"/>
              <a:defRPr sz="2000"/>
            </a:lvl1pPr>
            <a:lvl2pPr indent="-355600" lvl="1" marL="914400" algn="l">
              <a:lnSpc>
                <a:spcPct val="100000"/>
              </a:lnSpc>
              <a:spcBef>
                <a:spcPts val="0"/>
              </a:spcBef>
              <a:spcAft>
                <a:spcPts val="0"/>
              </a:spcAft>
              <a:buSzPts val="2000"/>
              <a:buChar char="○"/>
              <a:defRPr sz="2000"/>
            </a:lvl2pPr>
            <a:lvl3pPr indent="-355600" lvl="2" marL="1371600" algn="l">
              <a:lnSpc>
                <a:spcPct val="100000"/>
              </a:lnSpc>
              <a:spcBef>
                <a:spcPts val="0"/>
              </a:spcBef>
              <a:spcAft>
                <a:spcPts val="0"/>
              </a:spcAft>
              <a:buSzPts val="2000"/>
              <a:buChar char="◉"/>
              <a:defRPr sz="2000"/>
            </a:lvl3pPr>
            <a:lvl4pPr indent="-355600" lvl="3" marL="1828800" algn="l">
              <a:lnSpc>
                <a:spcPct val="100000"/>
              </a:lnSpc>
              <a:spcBef>
                <a:spcPts val="0"/>
              </a:spcBef>
              <a:spcAft>
                <a:spcPts val="0"/>
              </a:spcAft>
              <a:buSzPts val="2000"/>
              <a:buChar char="●"/>
              <a:defRPr sz="2000"/>
            </a:lvl4pPr>
            <a:lvl5pPr indent="-355600" lvl="4" marL="2286000" algn="l">
              <a:lnSpc>
                <a:spcPct val="100000"/>
              </a:lnSpc>
              <a:spcBef>
                <a:spcPts val="0"/>
              </a:spcBef>
              <a:spcAft>
                <a:spcPts val="0"/>
              </a:spcAft>
              <a:buSzPts val="2000"/>
              <a:buChar char="○"/>
              <a:defRPr sz="2000"/>
            </a:lvl5pPr>
            <a:lvl6pPr indent="-355600" lvl="5" marL="2743200" algn="l">
              <a:lnSpc>
                <a:spcPct val="100000"/>
              </a:lnSpc>
              <a:spcBef>
                <a:spcPts val="0"/>
              </a:spcBef>
              <a:spcAft>
                <a:spcPts val="0"/>
              </a:spcAft>
              <a:buSzPts val="2000"/>
              <a:buChar char="■"/>
              <a:defRPr sz="2000"/>
            </a:lvl6pPr>
            <a:lvl7pPr indent="-355600" lvl="6" marL="3200400" algn="l">
              <a:lnSpc>
                <a:spcPct val="100000"/>
              </a:lnSpc>
              <a:spcBef>
                <a:spcPts val="0"/>
              </a:spcBef>
              <a:spcAft>
                <a:spcPts val="0"/>
              </a:spcAft>
              <a:buSzPts val="2000"/>
              <a:buChar char="●"/>
              <a:defRPr sz="2000"/>
            </a:lvl7pPr>
            <a:lvl8pPr indent="-355600" lvl="7" marL="3657600" algn="l">
              <a:lnSpc>
                <a:spcPct val="100000"/>
              </a:lnSpc>
              <a:spcBef>
                <a:spcPts val="0"/>
              </a:spcBef>
              <a:spcAft>
                <a:spcPts val="0"/>
              </a:spcAft>
              <a:buSzPts val="2000"/>
              <a:buChar char="○"/>
              <a:defRPr sz="2000"/>
            </a:lvl8pPr>
            <a:lvl9pPr indent="-355600" lvl="8" marL="4114800" algn="l">
              <a:lnSpc>
                <a:spcPct val="100000"/>
              </a:lnSpc>
              <a:spcBef>
                <a:spcPts val="0"/>
              </a:spcBef>
              <a:spcAft>
                <a:spcPts val="0"/>
              </a:spcAft>
              <a:buSzPts val="2000"/>
              <a:buChar char="■"/>
              <a:defRPr sz="2000"/>
            </a:lvl9pPr>
          </a:lstStyle>
          <a:p/>
        </p:txBody>
      </p:sp>
      <p:sp>
        <p:nvSpPr>
          <p:cNvPr id="123" name="Google Shape;123;p41"/>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blipFill>
          <a:blip r:embed="rId2">
            <a:alphaModFix/>
          </a:blip>
          <a:stretch>
            <a:fillRect/>
          </a:stretch>
        </a:blipFill>
      </p:bgPr>
    </p:bg>
    <p:spTree>
      <p:nvGrpSpPr>
        <p:cNvPr id="124" name="Shape 124"/>
        <p:cNvGrpSpPr/>
        <p:nvPr/>
      </p:nvGrpSpPr>
      <p:grpSpPr>
        <a:xfrm>
          <a:off x="0" y="0"/>
          <a:ext cx="0" cy="0"/>
          <a:chOff x="0" y="0"/>
          <a:chExt cx="0" cy="0"/>
        </a:xfrm>
      </p:grpSpPr>
      <p:sp>
        <p:nvSpPr>
          <p:cNvPr id="125" name="Google Shape;125;p42"/>
          <p:cNvSpPr txBox="1"/>
          <p:nvPr>
            <p:ph idx="1" type="body"/>
          </p:nvPr>
        </p:nvSpPr>
        <p:spPr>
          <a:xfrm>
            <a:off x="457200" y="4055343"/>
            <a:ext cx="8229600" cy="368700"/>
          </a:xfrm>
          <a:prstGeom prst="rect">
            <a:avLst/>
          </a:prstGeom>
          <a:noFill/>
          <a:ln>
            <a:noFill/>
          </a:ln>
        </p:spPr>
        <p:txBody>
          <a:bodyPr anchorCtr="0" anchor="t" bIns="91425" lIns="91425" spcFirstLastPara="1" rIns="91425" wrap="square" tIns="91425">
            <a:noAutofit/>
          </a:bodyPr>
          <a:lstStyle>
            <a:lvl1pPr indent="-228600" lvl="0" marL="457200" algn="ctr">
              <a:lnSpc>
                <a:spcPct val="100000"/>
              </a:lnSpc>
              <a:spcBef>
                <a:spcPts val="360"/>
              </a:spcBef>
              <a:spcAft>
                <a:spcPts val="0"/>
              </a:spcAft>
              <a:buSzPts val="1800"/>
              <a:buNone/>
              <a:defRPr sz="1800"/>
            </a:lvl1pPr>
          </a:lstStyle>
          <a:p/>
        </p:txBody>
      </p:sp>
      <p:sp>
        <p:nvSpPr>
          <p:cNvPr id="126" name="Google Shape;126;p42"/>
          <p:cNvSpPr txBox="1"/>
          <p:nvPr>
            <p:ph idx="12" type="sldNum"/>
          </p:nvPr>
        </p:nvSpPr>
        <p:spPr>
          <a:xfrm>
            <a:off x="-92" y="4749844"/>
            <a:ext cx="9144000" cy="39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blipFill>
          <a:blip r:embed="rId2">
            <a:alphaModFix/>
          </a:blip>
          <a:stretch>
            <a:fillRect/>
          </a:stretch>
        </a:blipFill>
      </p:bgPr>
    </p:bg>
    <p:spTree>
      <p:nvGrpSpPr>
        <p:cNvPr id="127" name="Shape 127"/>
        <p:cNvGrpSpPr/>
        <p:nvPr/>
      </p:nvGrpSpPr>
      <p:grpSpPr>
        <a:xfrm>
          <a:off x="0" y="0"/>
          <a:ext cx="0" cy="0"/>
          <a:chOff x="0" y="0"/>
          <a:chExt cx="0" cy="0"/>
        </a:xfrm>
      </p:grpSpPr>
      <p:sp>
        <p:nvSpPr>
          <p:cNvPr id="128" name="Google Shape;128;p43"/>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complete pattern">
  <p:cSld name="BLANK_1">
    <p:bg>
      <p:bgPr>
        <a:blipFill>
          <a:blip r:embed="rId2">
            <a:alphaModFix/>
          </a:blip>
          <a:stretch>
            <a:fillRect/>
          </a:stretch>
        </a:blipFill>
      </p:bgPr>
    </p:bg>
    <p:spTree>
      <p:nvGrpSpPr>
        <p:cNvPr id="129" name="Shape 129"/>
        <p:cNvGrpSpPr/>
        <p:nvPr/>
      </p:nvGrpSpPr>
      <p:grpSpPr>
        <a:xfrm>
          <a:off x="0" y="0"/>
          <a:ext cx="0" cy="0"/>
          <a:chOff x="0" y="0"/>
          <a:chExt cx="0" cy="0"/>
        </a:xfrm>
      </p:grpSpPr>
      <p:sp>
        <p:nvSpPr>
          <p:cNvPr id="130" name="Google Shape;130;p44"/>
          <p:cNvSpPr/>
          <p:nvPr/>
        </p:nvSpPr>
        <p:spPr>
          <a:xfrm>
            <a:off x="-26550" y="-14850"/>
            <a:ext cx="9197100" cy="5173200"/>
          </a:xfrm>
          <a:prstGeom prst="rect">
            <a:avLst/>
          </a:prstGeom>
          <a:solidFill>
            <a:srgbClr val="CFD8DC">
              <a:alpha val="4902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44"/>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p:cSld name="Vertical Title and Text">
    <p:spTree>
      <p:nvGrpSpPr>
        <p:cNvPr id="132" name="Shape 132"/>
        <p:cNvGrpSpPr/>
        <p:nvPr/>
      </p:nvGrpSpPr>
      <p:grpSpPr>
        <a:xfrm>
          <a:off x="0" y="0"/>
          <a:ext cx="0" cy="0"/>
          <a:chOff x="0" y="0"/>
          <a:chExt cx="0" cy="0"/>
        </a:xfrm>
      </p:grpSpPr>
      <p:sp>
        <p:nvSpPr>
          <p:cNvPr id="133" name="Google Shape;133;p45"/>
          <p:cNvSpPr/>
          <p:nvPr/>
        </p:nvSpPr>
        <p:spPr>
          <a:xfrm>
            <a:off x="2382" y="4800600"/>
            <a:ext cx="9141600" cy="342900"/>
          </a:xfrm>
          <a:prstGeom prst="rect">
            <a:avLst/>
          </a:prstGeom>
          <a:solidFill>
            <a:schemeClr val="lt2"/>
          </a:solidFill>
          <a:ln cap="flat" cmpd="sng" w="158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45"/>
          <p:cNvSpPr/>
          <p:nvPr/>
        </p:nvSpPr>
        <p:spPr>
          <a:xfrm>
            <a:off x="12" y="4717605"/>
            <a:ext cx="9141600" cy="101400"/>
          </a:xfrm>
          <a:prstGeom prst="rect">
            <a:avLst/>
          </a:prstGeom>
          <a:solidFill>
            <a:schemeClr val="lt2"/>
          </a:solidFill>
          <a:ln cap="flat" cmpd="sng" w="158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45"/>
          <p:cNvSpPr txBox="1"/>
          <p:nvPr>
            <p:ph idx="1" type="body"/>
          </p:nvPr>
        </p:nvSpPr>
        <p:spPr>
          <a:xfrm>
            <a:off x="919393" y="191355"/>
            <a:ext cx="7041300" cy="652500"/>
          </a:xfrm>
          <a:prstGeom prst="rect">
            <a:avLst/>
          </a:prstGeom>
          <a:noFill/>
          <a:ln>
            <a:noFill/>
          </a:ln>
        </p:spPr>
        <p:txBody>
          <a:bodyPr anchorCtr="0" anchor="t" bIns="91425" lIns="91425" spcFirstLastPara="1" rIns="91425" wrap="square" tIns="91425">
            <a:noAutofit/>
          </a:bodyPr>
          <a:lstStyle>
            <a:lvl1pPr indent="-508000" lvl="0" marL="457200" marR="0" algn="ctr">
              <a:lnSpc>
                <a:spcPct val="90000"/>
              </a:lnSpc>
              <a:spcBef>
                <a:spcPts val="1200"/>
              </a:spcBef>
              <a:spcAft>
                <a:spcPts val="0"/>
              </a:spcAft>
              <a:buClr>
                <a:schemeClr val="accent1"/>
              </a:buClr>
              <a:buSzPts val="4400"/>
              <a:buFont typeface="Calibri"/>
              <a:buChar char=" "/>
              <a:defRPr b="0" i="0" sz="4400" u="none" cap="none" strike="noStrike">
                <a:solidFill>
                  <a:srgbClr val="000000"/>
                </a:solidFill>
                <a:latin typeface="Calibri"/>
                <a:ea typeface="Calibri"/>
                <a:cs typeface="Calibri"/>
                <a:sym typeface="Calibri"/>
              </a:defRPr>
            </a:lvl1pPr>
            <a:lvl2pPr indent="-342900" lvl="1" marL="914400" marR="0" algn="l">
              <a:lnSpc>
                <a:spcPct val="90000"/>
              </a:lnSpc>
              <a:spcBef>
                <a:spcPts val="200"/>
              </a:spcBef>
              <a:spcAft>
                <a:spcPts val="0"/>
              </a:spcAft>
              <a:buClr>
                <a:schemeClr val="accent1"/>
              </a:buClr>
              <a:buSzPts val="1800"/>
              <a:buFont typeface="Calibri"/>
              <a:buChar char="◦"/>
              <a:defRPr b="0" i="0" sz="1800" u="none" cap="none" strike="noStrike">
                <a:solidFill>
                  <a:srgbClr val="000000"/>
                </a:solidFill>
                <a:latin typeface="Calibri"/>
                <a:ea typeface="Calibri"/>
                <a:cs typeface="Calibri"/>
                <a:sym typeface="Calibri"/>
              </a:defRPr>
            </a:lvl2pPr>
            <a:lvl3pPr indent="-317500" lvl="2" marL="1371600" marR="0" algn="l">
              <a:lnSpc>
                <a:spcPct val="90000"/>
              </a:lnSpc>
              <a:spcBef>
                <a:spcPts val="400"/>
              </a:spcBef>
              <a:spcAft>
                <a:spcPts val="0"/>
              </a:spcAft>
              <a:buClr>
                <a:schemeClr val="accent1"/>
              </a:buClr>
              <a:buSzPts val="1400"/>
              <a:buFont typeface="Calibri"/>
              <a:buChar char="◦"/>
              <a:defRPr b="0" i="0" sz="1400" u="none" cap="none" strike="noStrike">
                <a:solidFill>
                  <a:srgbClr val="000000"/>
                </a:solidFill>
                <a:latin typeface="Calibri"/>
                <a:ea typeface="Calibri"/>
                <a:cs typeface="Calibri"/>
                <a:sym typeface="Calibri"/>
              </a:defRPr>
            </a:lvl3pPr>
            <a:lvl4pPr indent="-317500" lvl="3" marL="1828800" marR="0" algn="l">
              <a:lnSpc>
                <a:spcPct val="90000"/>
              </a:lnSpc>
              <a:spcBef>
                <a:spcPts val="400"/>
              </a:spcBef>
              <a:spcAft>
                <a:spcPts val="0"/>
              </a:spcAft>
              <a:buClr>
                <a:schemeClr val="accent1"/>
              </a:buClr>
              <a:buSzPts val="1400"/>
              <a:buFont typeface="Calibri"/>
              <a:buChar char="◦"/>
              <a:defRPr b="0" i="0" sz="1400" u="none" cap="none" strike="noStrike">
                <a:solidFill>
                  <a:srgbClr val="000000"/>
                </a:solidFill>
                <a:latin typeface="Calibri"/>
                <a:ea typeface="Calibri"/>
                <a:cs typeface="Calibri"/>
                <a:sym typeface="Calibri"/>
              </a:defRPr>
            </a:lvl4pPr>
            <a:lvl5pPr indent="-317500" lvl="4" marL="2286000" marR="0" algn="l">
              <a:lnSpc>
                <a:spcPct val="90000"/>
              </a:lnSpc>
              <a:spcBef>
                <a:spcPts val="400"/>
              </a:spcBef>
              <a:spcAft>
                <a:spcPts val="0"/>
              </a:spcAft>
              <a:buClr>
                <a:schemeClr val="accent1"/>
              </a:buClr>
              <a:buSzPts val="1400"/>
              <a:buFont typeface="Calibri"/>
              <a:buChar char="◦"/>
              <a:defRPr b="0" i="0" sz="1400" u="none" cap="none" strike="noStrike">
                <a:solidFill>
                  <a:srgbClr val="000000"/>
                </a:solidFill>
                <a:latin typeface="Calibri"/>
                <a:ea typeface="Calibri"/>
                <a:cs typeface="Calibri"/>
                <a:sym typeface="Calibri"/>
              </a:defRPr>
            </a:lvl5pPr>
            <a:lvl6pPr indent="-317500" lvl="5" marL="2743200" marR="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3.xml"/><Relationship Id="rId12" Type="http://schemas.openxmlformats.org/officeDocument/2006/relationships/slideLayout" Target="../slideLayouts/slideLayout22.xml"/><Relationship Id="rId1" Type="http://schemas.openxmlformats.org/officeDocument/2006/relationships/image" Target="../media/image13.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lt1"/>
        </a:solidFill>
      </p:bgPr>
    </p:bg>
    <p:spTree>
      <p:nvGrpSpPr>
        <p:cNvPr id="5" name="Shape 5"/>
        <p:cNvGrpSpPr/>
        <p:nvPr/>
      </p:nvGrpSpPr>
      <p:grpSpPr>
        <a:xfrm>
          <a:off x="0" y="0"/>
          <a:ext cx="0" cy="0"/>
          <a:chOff x="0" y="0"/>
          <a:chExt cx="0" cy="0"/>
        </a:xfrm>
      </p:grpSpPr>
      <p:sp>
        <p:nvSpPr>
          <p:cNvPr id="6" name="Google Shape;6;p22"/>
          <p:cNvSpPr txBox="1"/>
          <p:nvPr>
            <p:ph type="title"/>
          </p:nvPr>
        </p:nvSpPr>
        <p:spPr>
          <a:xfrm>
            <a:off x="844425" y="5598"/>
            <a:ext cx="3552600" cy="11400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0DB7C4"/>
              </a:buClr>
              <a:buSzPts val="2400"/>
              <a:buFont typeface="Dosis"/>
              <a:buNone/>
              <a:defRPr b="0" i="0" sz="2400" u="none" cap="none" strike="noStrike">
                <a:solidFill>
                  <a:srgbClr val="0DB7C4"/>
                </a:solidFill>
                <a:latin typeface="Dosis"/>
                <a:ea typeface="Dosis"/>
                <a:cs typeface="Dosis"/>
                <a:sym typeface="Dosis"/>
              </a:defRPr>
            </a:lvl1pPr>
            <a:lvl2pPr lvl="1" marR="0" rtl="0" algn="l">
              <a:lnSpc>
                <a:spcPct val="100000"/>
              </a:lnSpc>
              <a:spcBef>
                <a:spcPts val="0"/>
              </a:spcBef>
              <a:spcAft>
                <a:spcPts val="0"/>
              </a:spcAft>
              <a:buClr>
                <a:srgbClr val="0DB7C4"/>
              </a:buClr>
              <a:buSzPts val="2400"/>
              <a:buFont typeface="Dosis"/>
              <a:buNone/>
              <a:defRPr b="0" i="0" sz="2400" u="none" cap="none" strike="noStrike">
                <a:solidFill>
                  <a:srgbClr val="0DB7C4"/>
                </a:solidFill>
                <a:latin typeface="Dosis"/>
                <a:ea typeface="Dosis"/>
                <a:cs typeface="Dosis"/>
                <a:sym typeface="Dosis"/>
              </a:defRPr>
            </a:lvl2pPr>
            <a:lvl3pPr lvl="2" marR="0" rtl="0" algn="l">
              <a:lnSpc>
                <a:spcPct val="100000"/>
              </a:lnSpc>
              <a:spcBef>
                <a:spcPts val="0"/>
              </a:spcBef>
              <a:spcAft>
                <a:spcPts val="0"/>
              </a:spcAft>
              <a:buClr>
                <a:srgbClr val="0DB7C4"/>
              </a:buClr>
              <a:buSzPts val="2400"/>
              <a:buFont typeface="Dosis"/>
              <a:buNone/>
              <a:defRPr b="0" i="0" sz="2400" u="none" cap="none" strike="noStrike">
                <a:solidFill>
                  <a:srgbClr val="0DB7C4"/>
                </a:solidFill>
                <a:latin typeface="Dosis"/>
                <a:ea typeface="Dosis"/>
                <a:cs typeface="Dosis"/>
                <a:sym typeface="Dosis"/>
              </a:defRPr>
            </a:lvl3pPr>
            <a:lvl4pPr lvl="3" marR="0" rtl="0" algn="l">
              <a:lnSpc>
                <a:spcPct val="100000"/>
              </a:lnSpc>
              <a:spcBef>
                <a:spcPts val="0"/>
              </a:spcBef>
              <a:spcAft>
                <a:spcPts val="0"/>
              </a:spcAft>
              <a:buClr>
                <a:srgbClr val="0DB7C4"/>
              </a:buClr>
              <a:buSzPts val="2400"/>
              <a:buFont typeface="Dosis"/>
              <a:buNone/>
              <a:defRPr b="0" i="0" sz="2400" u="none" cap="none" strike="noStrike">
                <a:solidFill>
                  <a:srgbClr val="0DB7C4"/>
                </a:solidFill>
                <a:latin typeface="Dosis"/>
                <a:ea typeface="Dosis"/>
                <a:cs typeface="Dosis"/>
                <a:sym typeface="Dosis"/>
              </a:defRPr>
            </a:lvl4pPr>
            <a:lvl5pPr lvl="4" marR="0" rtl="0" algn="l">
              <a:lnSpc>
                <a:spcPct val="100000"/>
              </a:lnSpc>
              <a:spcBef>
                <a:spcPts val="0"/>
              </a:spcBef>
              <a:spcAft>
                <a:spcPts val="0"/>
              </a:spcAft>
              <a:buClr>
                <a:srgbClr val="0DB7C4"/>
              </a:buClr>
              <a:buSzPts val="2400"/>
              <a:buFont typeface="Dosis"/>
              <a:buNone/>
              <a:defRPr b="0" i="0" sz="2400" u="none" cap="none" strike="noStrike">
                <a:solidFill>
                  <a:srgbClr val="0DB7C4"/>
                </a:solidFill>
                <a:latin typeface="Dosis"/>
                <a:ea typeface="Dosis"/>
                <a:cs typeface="Dosis"/>
                <a:sym typeface="Dosis"/>
              </a:defRPr>
            </a:lvl5pPr>
            <a:lvl6pPr lvl="5" marR="0" rtl="0" algn="l">
              <a:lnSpc>
                <a:spcPct val="100000"/>
              </a:lnSpc>
              <a:spcBef>
                <a:spcPts val="0"/>
              </a:spcBef>
              <a:spcAft>
                <a:spcPts val="0"/>
              </a:spcAft>
              <a:buClr>
                <a:srgbClr val="0DB7C4"/>
              </a:buClr>
              <a:buSzPts val="2400"/>
              <a:buFont typeface="Dosis"/>
              <a:buNone/>
              <a:defRPr b="0" i="0" sz="2400" u="none" cap="none" strike="noStrike">
                <a:solidFill>
                  <a:srgbClr val="0DB7C4"/>
                </a:solidFill>
                <a:latin typeface="Dosis"/>
                <a:ea typeface="Dosis"/>
                <a:cs typeface="Dosis"/>
                <a:sym typeface="Dosis"/>
              </a:defRPr>
            </a:lvl6pPr>
            <a:lvl7pPr lvl="6" marR="0" rtl="0" algn="l">
              <a:lnSpc>
                <a:spcPct val="100000"/>
              </a:lnSpc>
              <a:spcBef>
                <a:spcPts val="0"/>
              </a:spcBef>
              <a:spcAft>
                <a:spcPts val="0"/>
              </a:spcAft>
              <a:buClr>
                <a:srgbClr val="0DB7C4"/>
              </a:buClr>
              <a:buSzPts val="2400"/>
              <a:buFont typeface="Dosis"/>
              <a:buNone/>
              <a:defRPr b="0" i="0" sz="2400" u="none" cap="none" strike="noStrike">
                <a:solidFill>
                  <a:srgbClr val="0DB7C4"/>
                </a:solidFill>
                <a:latin typeface="Dosis"/>
                <a:ea typeface="Dosis"/>
                <a:cs typeface="Dosis"/>
                <a:sym typeface="Dosis"/>
              </a:defRPr>
            </a:lvl7pPr>
            <a:lvl8pPr lvl="7" marR="0" rtl="0" algn="l">
              <a:lnSpc>
                <a:spcPct val="100000"/>
              </a:lnSpc>
              <a:spcBef>
                <a:spcPts val="0"/>
              </a:spcBef>
              <a:spcAft>
                <a:spcPts val="0"/>
              </a:spcAft>
              <a:buClr>
                <a:srgbClr val="0DB7C4"/>
              </a:buClr>
              <a:buSzPts val="2400"/>
              <a:buFont typeface="Dosis"/>
              <a:buNone/>
              <a:defRPr b="0" i="0" sz="2400" u="none" cap="none" strike="noStrike">
                <a:solidFill>
                  <a:srgbClr val="0DB7C4"/>
                </a:solidFill>
                <a:latin typeface="Dosis"/>
                <a:ea typeface="Dosis"/>
                <a:cs typeface="Dosis"/>
                <a:sym typeface="Dosis"/>
              </a:defRPr>
            </a:lvl8pPr>
            <a:lvl9pPr lvl="8" marR="0" rtl="0" algn="l">
              <a:lnSpc>
                <a:spcPct val="100000"/>
              </a:lnSpc>
              <a:spcBef>
                <a:spcPts val="0"/>
              </a:spcBef>
              <a:spcAft>
                <a:spcPts val="0"/>
              </a:spcAft>
              <a:buClr>
                <a:srgbClr val="0DB7C4"/>
              </a:buClr>
              <a:buSzPts val="2400"/>
              <a:buFont typeface="Dosis"/>
              <a:buNone/>
              <a:defRPr b="0" i="0" sz="2400" u="none" cap="none" strike="noStrike">
                <a:solidFill>
                  <a:srgbClr val="0DB7C4"/>
                </a:solidFill>
                <a:latin typeface="Dosis"/>
                <a:ea typeface="Dosis"/>
                <a:cs typeface="Dosis"/>
                <a:sym typeface="Dosis"/>
              </a:defRPr>
            </a:lvl9pPr>
          </a:lstStyle>
          <a:p/>
        </p:txBody>
      </p:sp>
      <p:sp>
        <p:nvSpPr>
          <p:cNvPr id="7" name="Google Shape;7;p22"/>
          <p:cNvSpPr txBox="1"/>
          <p:nvPr>
            <p:ph idx="1" type="body"/>
          </p:nvPr>
        </p:nvSpPr>
        <p:spPr>
          <a:xfrm>
            <a:off x="844425" y="1538075"/>
            <a:ext cx="5169000" cy="3387900"/>
          </a:xfrm>
          <a:prstGeom prst="rect">
            <a:avLst/>
          </a:prstGeom>
          <a:noFill/>
          <a:ln>
            <a:noFill/>
          </a:ln>
        </p:spPr>
        <p:txBody>
          <a:bodyPr anchorCtr="0" anchor="t" bIns="91425" lIns="91425" spcFirstLastPara="1" rIns="91425" wrap="square" tIns="91425">
            <a:noAutofit/>
          </a:bodyPr>
          <a:lstStyle>
            <a:lvl1pPr indent="-419100" lvl="0" marL="457200" marR="0" rtl="0" algn="l">
              <a:lnSpc>
                <a:spcPct val="100000"/>
              </a:lnSpc>
              <a:spcBef>
                <a:spcPts val="600"/>
              </a:spcBef>
              <a:spcAft>
                <a:spcPts val="0"/>
              </a:spcAft>
              <a:buClr>
                <a:srgbClr val="0DB7C4"/>
              </a:buClr>
              <a:buSzPts val="3000"/>
              <a:buFont typeface="Arial"/>
              <a:buChar char="▹"/>
              <a:defRPr b="0" i="0" sz="3000" u="none" cap="none" strike="noStrike">
                <a:solidFill>
                  <a:srgbClr val="415665"/>
                </a:solidFill>
                <a:latin typeface="Arial"/>
                <a:ea typeface="Arial"/>
                <a:cs typeface="Arial"/>
                <a:sym typeface="Arial"/>
              </a:defRPr>
            </a:lvl1pPr>
            <a:lvl2pPr indent="-381000" lvl="1" marL="914400" marR="0" rtl="0" algn="l">
              <a:lnSpc>
                <a:spcPct val="100000"/>
              </a:lnSpc>
              <a:spcBef>
                <a:spcPts val="0"/>
              </a:spcBef>
              <a:spcAft>
                <a:spcPts val="0"/>
              </a:spcAft>
              <a:buClr>
                <a:srgbClr val="0DB7C4"/>
              </a:buClr>
              <a:buSzPts val="2400"/>
              <a:buFont typeface="Arial"/>
              <a:buChar char="▸"/>
              <a:defRPr b="0" i="0" sz="2400" u="none" cap="none" strike="noStrike">
                <a:solidFill>
                  <a:srgbClr val="415665"/>
                </a:solidFill>
                <a:latin typeface="Arial"/>
                <a:ea typeface="Arial"/>
                <a:cs typeface="Arial"/>
                <a:sym typeface="Arial"/>
              </a:defRPr>
            </a:lvl2pPr>
            <a:lvl3pPr indent="-381000" lvl="2" marL="1371600" marR="0" rtl="0" algn="l">
              <a:lnSpc>
                <a:spcPct val="100000"/>
              </a:lnSpc>
              <a:spcBef>
                <a:spcPts val="0"/>
              </a:spcBef>
              <a:spcAft>
                <a:spcPts val="0"/>
              </a:spcAft>
              <a:buClr>
                <a:srgbClr val="0DB7C4"/>
              </a:buClr>
              <a:buSzPts val="2400"/>
              <a:buFont typeface="Arial"/>
              <a:buChar char="⬩"/>
              <a:defRPr b="0" i="0" sz="2400" u="none" cap="none" strike="noStrike">
                <a:solidFill>
                  <a:srgbClr val="415665"/>
                </a:solidFill>
                <a:latin typeface="Arial"/>
                <a:ea typeface="Arial"/>
                <a:cs typeface="Arial"/>
                <a:sym typeface="Arial"/>
              </a:defRPr>
            </a:lvl3pPr>
            <a:lvl4pPr indent="-342900" lvl="3" marL="1828800" marR="0" rtl="0" algn="l">
              <a:lnSpc>
                <a:spcPct val="100000"/>
              </a:lnSpc>
              <a:spcBef>
                <a:spcPts val="0"/>
              </a:spcBef>
              <a:spcAft>
                <a:spcPts val="0"/>
              </a:spcAft>
              <a:buClr>
                <a:srgbClr val="0DB7C4"/>
              </a:buClr>
              <a:buSzPts val="1800"/>
              <a:buFont typeface="Arial"/>
              <a:buChar char="⬞"/>
              <a:defRPr b="0" i="0" sz="1800" u="none" cap="none" strike="noStrike">
                <a:solidFill>
                  <a:srgbClr val="415665"/>
                </a:solidFill>
                <a:latin typeface="Arial"/>
                <a:ea typeface="Arial"/>
                <a:cs typeface="Arial"/>
                <a:sym typeface="Arial"/>
              </a:defRPr>
            </a:lvl4pPr>
            <a:lvl5pPr indent="-342900" lvl="4" marL="2286000" marR="0" rtl="0" algn="l">
              <a:lnSpc>
                <a:spcPct val="100000"/>
              </a:lnSpc>
              <a:spcBef>
                <a:spcPts val="0"/>
              </a:spcBef>
              <a:spcAft>
                <a:spcPts val="0"/>
              </a:spcAft>
              <a:buClr>
                <a:srgbClr val="0DB7C4"/>
              </a:buClr>
              <a:buSzPts val="1800"/>
              <a:buFont typeface="Arial"/>
              <a:buChar char="○"/>
              <a:defRPr b="0" i="0" sz="1800" u="none" cap="none" strike="noStrike">
                <a:solidFill>
                  <a:srgbClr val="415665"/>
                </a:solidFill>
                <a:latin typeface="Arial"/>
                <a:ea typeface="Arial"/>
                <a:cs typeface="Arial"/>
                <a:sym typeface="Arial"/>
              </a:defRPr>
            </a:lvl5pPr>
            <a:lvl6pPr indent="-342900" lvl="5" marL="2743200" marR="0" rtl="0" algn="l">
              <a:lnSpc>
                <a:spcPct val="100000"/>
              </a:lnSpc>
              <a:spcBef>
                <a:spcPts val="0"/>
              </a:spcBef>
              <a:spcAft>
                <a:spcPts val="0"/>
              </a:spcAft>
              <a:buClr>
                <a:srgbClr val="0DB7C4"/>
              </a:buClr>
              <a:buSzPts val="1800"/>
              <a:buFont typeface="Arial"/>
              <a:buChar char="■"/>
              <a:defRPr b="0" i="0" sz="1800" u="none" cap="none" strike="noStrike">
                <a:solidFill>
                  <a:srgbClr val="415665"/>
                </a:solidFill>
                <a:latin typeface="Arial"/>
                <a:ea typeface="Arial"/>
                <a:cs typeface="Arial"/>
                <a:sym typeface="Arial"/>
              </a:defRPr>
            </a:lvl6pPr>
            <a:lvl7pPr indent="-342900" lvl="6" marL="3200400" marR="0" rtl="0" algn="l">
              <a:lnSpc>
                <a:spcPct val="100000"/>
              </a:lnSpc>
              <a:spcBef>
                <a:spcPts val="0"/>
              </a:spcBef>
              <a:spcAft>
                <a:spcPts val="0"/>
              </a:spcAft>
              <a:buClr>
                <a:srgbClr val="0DB7C4"/>
              </a:buClr>
              <a:buSzPts val="1800"/>
              <a:buFont typeface="Arial"/>
              <a:buChar char="●"/>
              <a:defRPr b="0" i="0" sz="1800" u="none" cap="none" strike="noStrike">
                <a:solidFill>
                  <a:srgbClr val="415665"/>
                </a:solidFill>
                <a:latin typeface="Arial"/>
                <a:ea typeface="Arial"/>
                <a:cs typeface="Arial"/>
                <a:sym typeface="Arial"/>
              </a:defRPr>
            </a:lvl7pPr>
            <a:lvl8pPr indent="-342900" lvl="7" marL="3657600" marR="0" rtl="0" algn="l">
              <a:lnSpc>
                <a:spcPct val="100000"/>
              </a:lnSpc>
              <a:spcBef>
                <a:spcPts val="0"/>
              </a:spcBef>
              <a:spcAft>
                <a:spcPts val="0"/>
              </a:spcAft>
              <a:buClr>
                <a:srgbClr val="0DB7C4"/>
              </a:buClr>
              <a:buSzPts val="1800"/>
              <a:buFont typeface="Arial"/>
              <a:buChar char="○"/>
              <a:defRPr b="0" i="0" sz="1800" u="none" cap="none" strike="noStrike">
                <a:solidFill>
                  <a:srgbClr val="415665"/>
                </a:solidFill>
                <a:latin typeface="Arial"/>
                <a:ea typeface="Arial"/>
                <a:cs typeface="Arial"/>
                <a:sym typeface="Arial"/>
              </a:defRPr>
            </a:lvl8pPr>
            <a:lvl9pPr indent="-342900" lvl="8" marL="4114800" marR="0" rtl="0" algn="l">
              <a:lnSpc>
                <a:spcPct val="100000"/>
              </a:lnSpc>
              <a:spcBef>
                <a:spcPts val="0"/>
              </a:spcBef>
              <a:spcAft>
                <a:spcPts val="0"/>
              </a:spcAft>
              <a:buClr>
                <a:srgbClr val="0DB7C4"/>
              </a:buClr>
              <a:buSzPts val="1800"/>
              <a:buFont typeface="Arial"/>
              <a:buChar char="■"/>
              <a:defRPr b="0" i="0" sz="1800" u="none" cap="none" strike="noStrike">
                <a:solidFill>
                  <a:srgbClr val="415665"/>
                </a:solidFill>
                <a:latin typeface="Arial"/>
                <a:ea typeface="Arial"/>
                <a:cs typeface="Arial"/>
                <a:sym typeface="Arial"/>
              </a:defRPr>
            </a:lvl9pPr>
          </a:lstStyle>
          <a:p/>
        </p:txBody>
      </p:sp>
      <p:sp>
        <p:nvSpPr>
          <p:cNvPr id="8" name="Google Shape;8;p22"/>
          <p:cNvSpPr txBox="1"/>
          <p:nvPr>
            <p:ph idx="12" type="sldNum"/>
          </p:nvPr>
        </p:nvSpPr>
        <p:spPr>
          <a:xfrm>
            <a:off x="-75" y="0"/>
            <a:ext cx="669600" cy="1140000"/>
          </a:xfrm>
          <a:prstGeom prst="rect">
            <a:avLst/>
          </a:prstGeom>
          <a:noFill/>
          <a:ln>
            <a:noFill/>
          </a:ln>
        </p:spPr>
        <p:txBody>
          <a:bodyPr anchorCtr="0" anchor="b" bIns="91425" lIns="91425" spcFirstLastPara="1" rIns="91425" wrap="square" tIns="91425">
            <a:noAutofit/>
          </a:bodyPr>
          <a:lstStyle>
            <a:lvl1pPr indent="0" lvl="0" marL="0" marR="0" rtl="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1pPr>
            <a:lvl2pPr indent="0" lvl="1" marL="0" marR="0" rtl="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2pPr>
            <a:lvl3pPr indent="0" lvl="2" marL="0" marR="0" rtl="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3pPr>
            <a:lvl4pPr indent="0" lvl="3" marL="0" marR="0" rtl="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4pPr>
            <a:lvl5pPr indent="0" lvl="4" marL="0" marR="0" rtl="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5pPr>
            <a:lvl6pPr indent="0" lvl="5" marL="0" marR="0" rtl="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6pPr>
            <a:lvl7pPr indent="0" lvl="6" marL="0" marR="0" rtl="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7pPr>
            <a:lvl8pPr indent="0" lvl="7" marL="0" marR="0" rtl="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8pPr>
            <a:lvl9pPr indent="0" lvl="8" marL="0" marR="0" rtl="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9pPr>
          </a:lstStyle>
          <a:p>
            <a:pPr indent="0" lvl="0" marL="0" rtl="0" algn="ct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blipFill>
          <a:blip r:embed="rId1">
            <a:alphaModFix/>
          </a:blip>
          <a:stretch>
            <a:fillRect/>
          </a:stretch>
        </a:blipFill>
      </p:bgPr>
    </p:bg>
    <p:spTree>
      <p:nvGrpSpPr>
        <p:cNvPr id="71" name="Shape 71"/>
        <p:cNvGrpSpPr/>
        <p:nvPr/>
      </p:nvGrpSpPr>
      <p:grpSpPr>
        <a:xfrm>
          <a:off x="0" y="0"/>
          <a:ext cx="0" cy="0"/>
          <a:chOff x="0" y="0"/>
          <a:chExt cx="0" cy="0"/>
        </a:xfrm>
      </p:grpSpPr>
      <p:sp>
        <p:nvSpPr>
          <p:cNvPr id="72" name="Google Shape;72;p27"/>
          <p:cNvSpPr txBox="1"/>
          <p:nvPr>
            <p:ph type="title"/>
          </p:nvPr>
        </p:nvSpPr>
        <p:spPr>
          <a:xfrm>
            <a:off x="786150" y="308120"/>
            <a:ext cx="7571700" cy="7026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0091EA"/>
              </a:buClr>
              <a:buSzPts val="2000"/>
              <a:buFont typeface="Roboto Slab"/>
              <a:buNone/>
              <a:defRPr b="0" i="0" sz="2000" u="none" cap="none" strike="noStrike">
                <a:solidFill>
                  <a:srgbClr val="0091EA"/>
                </a:solidFill>
                <a:latin typeface="Roboto Slab"/>
                <a:ea typeface="Roboto Slab"/>
                <a:cs typeface="Roboto Slab"/>
                <a:sym typeface="Roboto Slab"/>
              </a:defRPr>
            </a:lvl1pPr>
            <a:lvl2pPr lvl="1" marR="0" rtl="0" algn="l">
              <a:lnSpc>
                <a:spcPct val="100000"/>
              </a:lnSpc>
              <a:spcBef>
                <a:spcPts val="0"/>
              </a:spcBef>
              <a:spcAft>
                <a:spcPts val="0"/>
              </a:spcAft>
              <a:buClr>
                <a:srgbClr val="0091EA"/>
              </a:buClr>
              <a:buSzPts val="2000"/>
              <a:buFont typeface="Roboto Slab"/>
              <a:buNone/>
              <a:defRPr b="0" i="0" sz="2000" u="none" cap="none" strike="noStrike">
                <a:solidFill>
                  <a:srgbClr val="0091EA"/>
                </a:solidFill>
                <a:latin typeface="Roboto Slab"/>
                <a:ea typeface="Roboto Slab"/>
                <a:cs typeface="Roboto Slab"/>
                <a:sym typeface="Roboto Slab"/>
              </a:defRPr>
            </a:lvl2pPr>
            <a:lvl3pPr lvl="2" marR="0" rtl="0" algn="l">
              <a:lnSpc>
                <a:spcPct val="100000"/>
              </a:lnSpc>
              <a:spcBef>
                <a:spcPts val="0"/>
              </a:spcBef>
              <a:spcAft>
                <a:spcPts val="0"/>
              </a:spcAft>
              <a:buClr>
                <a:srgbClr val="0091EA"/>
              </a:buClr>
              <a:buSzPts val="2000"/>
              <a:buFont typeface="Roboto Slab"/>
              <a:buNone/>
              <a:defRPr b="0" i="0" sz="2000" u="none" cap="none" strike="noStrike">
                <a:solidFill>
                  <a:srgbClr val="0091EA"/>
                </a:solidFill>
                <a:latin typeface="Roboto Slab"/>
                <a:ea typeface="Roboto Slab"/>
                <a:cs typeface="Roboto Slab"/>
                <a:sym typeface="Roboto Slab"/>
              </a:defRPr>
            </a:lvl3pPr>
            <a:lvl4pPr lvl="3" marR="0" rtl="0" algn="l">
              <a:lnSpc>
                <a:spcPct val="100000"/>
              </a:lnSpc>
              <a:spcBef>
                <a:spcPts val="0"/>
              </a:spcBef>
              <a:spcAft>
                <a:spcPts val="0"/>
              </a:spcAft>
              <a:buClr>
                <a:srgbClr val="0091EA"/>
              </a:buClr>
              <a:buSzPts val="2000"/>
              <a:buFont typeface="Roboto Slab"/>
              <a:buNone/>
              <a:defRPr b="0" i="0" sz="2000" u="none" cap="none" strike="noStrike">
                <a:solidFill>
                  <a:srgbClr val="0091EA"/>
                </a:solidFill>
                <a:latin typeface="Roboto Slab"/>
                <a:ea typeface="Roboto Slab"/>
                <a:cs typeface="Roboto Slab"/>
                <a:sym typeface="Roboto Slab"/>
              </a:defRPr>
            </a:lvl4pPr>
            <a:lvl5pPr lvl="4" marR="0" rtl="0" algn="l">
              <a:lnSpc>
                <a:spcPct val="100000"/>
              </a:lnSpc>
              <a:spcBef>
                <a:spcPts val="0"/>
              </a:spcBef>
              <a:spcAft>
                <a:spcPts val="0"/>
              </a:spcAft>
              <a:buClr>
                <a:srgbClr val="0091EA"/>
              </a:buClr>
              <a:buSzPts val="2000"/>
              <a:buFont typeface="Roboto Slab"/>
              <a:buNone/>
              <a:defRPr b="0" i="0" sz="2000" u="none" cap="none" strike="noStrike">
                <a:solidFill>
                  <a:srgbClr val="0091EA"/>
                </a:solidFill>
                <a:latin typeface="Roboto Slab"/>
                <a:ea typeface="Roboto Slab"/>
                <a:cs typeface="Roboto Slab"/>
                <a:sym typeface="Roboto Slab"/>
              </a:defRPr>
            </a:lvl5pPr>
            <a:lvl6pPr lvl="5" marR="0" rtl="0" algn="l">
              <a:lnSpc>
                <a:spcPct val="100000"/>
              </a:lnSpc>
              <a:spcBef>
                <a:spcPts val="0"/>
              </a:spcBef>
              <a:spcAft>
                <a:spcPts val="0"/>
              </a:spcAft>
              <a:buClr>
                <a:srgbClr val="0091EA"/>
              </a:buClr>
              <a:buSzPts val="2000"/>
              <a:buFont typeface="Roboto Slab"/>
              <a:buNone/>
              <a:defRPr b="0" i="0" sz="2000" u="none" cap="none" strike="noStrike">
                <a:solidFill>
                  <a:srgbClr val="0091EA"/>
                </a:solidFill>
                <a:latin typeface="Roboto Slab"/>
                <a:ea typeface="Roboto Slab"/>
                <a:cs typeface="Roboto Slab"/>
                <a:sym typeface="Roboto Slab"/>
              </a:defRPr>
            </a:lvl6pPr>
            <a:lvl7pPr lvl="6" marR="0" rtl="0" algn="l">
              <a:lnSpc>
                <a:spcPct val="100000"/>
              </a:lnSpc>
              <a:spcBef>
                <a:spcPts val="0"/>
              </a:spcBef>
              <a:spcAft>
                <a:spcPts val="0"/>
              </a:spcAft>
              <a:buClr>
                <a:srgbClr val="0091EA"/>
              </a:buClr>
              <a:buSzPts val="2000"/>
              <a:buFont typeface="Roboto Slab"/>
              <a:buNone/>
              <a:defRPr b="0" i="0" sz="2000" u="none" cap="none" strike="noStrike">
                <a:solidFill>
                  <a:srgbClr val="0091EA"/>
                </a:solidFill>
                <a:latin typeface="Roboto Slab"/>
                <a:ea typeface="Roboto Slab"/>
                <a:cs typeface="Roboto Slab"/>
                <a:sym typeface="Roboto Slab"/>
              </a:defRPr>
            </a:lvl7pPr>
            <a:lvl8pPr lvl="7" marR="0" rtl="0" algn="l">
              <a:lnSpc>
                <a:spcPct val="100000"/>
              </a:lnSpc>
              <a:spcBef>
                <a:spcPts val="0"/>
              </a:spcBef>
              <a:spcAft>
                <a:spcPts val="0"/>
              </a:spcAft>
              <a:buClr>
                <a:srgbClr val="0091EA"/>
              </a:buClr>
              <a:buSzPts val="2000"/>
              <a:buFont typeface="Roboto Slab"/>
              <a:buNone/>
              <a:defRPr b="0" i="0" sz="2000" u="none" cap="none" strike="noStrike">
                <a:solidFill>
                  <a:srgbClr val="0091EA"/>
                </a:solidFill>
                <a:latin typeface="Roboto Slab"/>
                <a:ea typeface="Roboto Slab"/>
                <a:cs typeface="Roboto Slab"/>
                <a:sym typeface="Roboto Slab"/>
              </a:defRPr>
            </a:lvl8pPr>
            <a:lvl9pPr lvl="8" marR="0" rtl="0" algn="l">
              <a:lnSpc>
                <a:spcPct val="100000"/>
              </a:lnSpc>
              <a:spcBef>
                <a:spcPts val="0"/>
              </a:spcBef>
              <a:spcAft>
                <a:spcPts val="0"/>
              </a:spcAft>
              <a:buClr>
                <a:srgbClr val="0091EA"/>
              </a:buClr>
              <a:buSzPts val="2000"/>
              <a:buFont typeface="Roboto Slab"/>
              <a:buNone/>
              <a:defRPr b="0" i="0" sz="2000" u="none" cap="none" strike="noStrike">
                <a:solidFill>
                  <a:srgbClr val="0091EA"/>
                </a:solidFill>
                <a:latin typeface="Roboto Slab"/>
                <a:ea typeface="Roboto Slab"/>
                <a:cs typeface="Roboto Slab"/>
                <a:sym typeface="Roboto Slab"/>
              </a:defRPr>
            </a:lvl9pPr>
          </a:lstStyle>
          <a:p/>
        </p:txBody>
      </p:sp>
      <p:sp>
        <p:nvSpPr>
          <p:cNvPr id="73" name="Google Shape;73;p27"/>
          <p:cNvSpPr txBox="1"/>
          <p:nvPr>
            <p:ph idx="1" type="body"/>
          </p:nvPr>
        </p:nvSpPr>
        <p:spPr>
          <a:xfrm>
            <a:off x="786150" y="1261700"/>
            <a:ext cx="7571700" cy="3573600"/>
          </a:xfrm>
          <a:prstGeom prst="rect">
            <a:avLst/>
          </a:prstGeom>
          <a:noFill/>
          <a:ln>
            <a:noFill/>
          </a:ln>
        </p:spPr>
        <p:txBody>
          <a:bodyPr anchorCtr="0" anchor="t" bIns="91425" lIns="91425" spcFirstLastPara="1" rIns="91425" wrap="square" tIns="91425">
            <a:noAutofit/>
          </a:bodyPr>
          <a:lstStyle>
            <a:lvl1pPr indent="-419100" lvl="0" marL="457200" marR="0" rtl="0" algn="l">
              <a:lnSpc>
                <a:spcPct val="100000"/>
              </a:lnSpc>
              <a:spcBef>
                <a:spcPts val="600"/>
              </a:spcBef>
              <a:spcAft>
                <a:spcPts val="0"/>
              </a:spcAft>
              <a:buClr>
                <a:srgbClr val="CFD8DC"/>
              </a:buClr>
              <a:buSzPts val="3000"/>
              <a:buFont typeface="Arial"/>
              <a:buChar char="◎"/>
              <a:defRPr b="0" i="0" sz="3000" u="none" cap="none" strike="noStrike">
                <a:solidFill>
                  <a:srgbClr val="263238"/>
                </a:solidFill>
                <a:latin typeface="Arial"/>
                <a:ea typeface="Arial"/>
                <a:cs typeface="Arial"/>
                <a:sym typeface="Arial"/>
              </a:defRPr>
            </a:lvl1pPr>
            <a:lvl2pPr indent="-381000" lvl="1" marL="914400" marR="0" rtl="0" algn="l">
              <a:lnSpc>
                <a:spcPct val="100000"/>
              </a:lnSpc>
              <a:spcBef>
                <a:spcPts val="0"/>
              </a:spcBef>
              <a:spcAft>
                <a:spcPts val="0"/>
              </a:spcAft>
              <a:buClr>
                <a:srgbClr val="CFD8DC"/>
              </a:buClr>
              <a:buSzPts val="2400"/>
              <a:buFont typeface="Arial"/>
              <a:buChar char="○"/>
              <a:defRPr b="0" i="0" sz="2400" u="none" cap="none" strike="noStrike">
                <a:solidFill>
                  <a:srgbClr val="263238"/>
                </a:solidFill>
                <a:latin typeface="Arial"/>
                <a:ea typeface="Arial"/>
                <a:cs typeface="Arial"/>
                <a:sym typeface="Arial"/>
              </a:defRPr>
            </a:lvl2pPr>
            <a:lvl3pPr indent="-381000" lvl="2" marL="1371600" marR="0" rtl="0" algn="l">
              <a:lnSpc>
                <a:spcPct val="100000"/>
              </a:lnSpc>
              <a:spcBef>
                <a:spcPts val="0"/>
              </a:spcBef>
              <a:spcAft>
                <a:spcPts val="0"/>
              </a:spcAft>
              <a:buClr>
                <a:srgbClr val="CFD8DC"/>
              </a:buClr>
              <a:buSzPts val="2400"/>
              <a:buFont typeface="Arial"/>
              <a:buChar char="◉"/>
              <a:defRPr b="0" i="0" sz="2400" u="none" cap="none" strike="noStrike">
                <a:solidFill>
                  <a:srgbClr val="263238"/>
                </a:solidFill>
                <a:latin typeface="Arial"/>
                <a:ea typeface="Arial"/>
                <a:cs typeface="Arial"/>
                <a:sym typeface="Arial"/>
              </a:defRPr>
            </a:lvl3pPr>
            <a:lvl4pPr indent="-342900" lvl="3" marL="1828800" marR="0" rtl="0" algn="l">
              <a:lnSpc>
                <a:spcPct val="100000"/>
              </a:lnSpc>
              <a:spcBef>
                <a:spcPts val="0"/>
              </a:spcBef>
              <a:spcAft>
                <a:spcPts val="0"/>
              </a:spcAft>
              <a:buClr>
                <a:srgbClr val="CFD8DC"/>
              </a:buClr>
              <a:buSzPts val="1800"/>
              <a:buFont typeface="Arial"/>
              <a:buChar char="●"/>
              <a:defRPr b="0" i="0" sz="1800" u="none" cap="none" strike="noStrike">
                <a:solidFill>
                  <a:srgbClr val="263238"/>
                </a:solidFill>
                <a:latin typeface="Arial"/>
                <a:ea typeface="Arial"/>
                <a:cs typeface="Arial"/>
                <a:sym typeface="Arial"/>
              </a:defRPr>
            </a:lvl4pPr>
            <a:lvl5pPr indent="-342900" lvl="4" marL="2286000" marR="0" rtl="0" algn="l">
              <a:lnSpc>
                <a:spcPct val="100000"/>
              </a:lnSpc>
              <a:spcBef>
                <a:spcPts val="0"/>
              </a:spcBef>
              <a:spcAft>
                <a:spcPts val="0"/>
              </a:spcAft>
              <a:buClr>
                <a:srgbClr val="CFD8DC"/>
              </a:buClr>
              <a:buSzPts val="1800"/>
              <a:buFont typeface="Arial"/>
              <a:buChar char="○"/>
              <a:defRPr b="0" i="0" sz="1800" u="none" cap="none" strike="noStrike">
                <a:solidFill>
                  <a:srgbClr val="263238"/>
                </a:solidFill>
                <a:latin typeface="Arial"/>
                <a:ea typeface="Arial"/>
                <a:cs typeface="Arial"/>
                <a:sym typeface="Arial"/>
              </a:defRPr>
            </a:lvl5pPr>
            <a:lvl6pPr indent="-342900" lvl="5" marL="2743200" marR="0" rtl="0" algn="l">
              <a:lnSpc>
                <a:spcPct val="100000"/>
              </a:lnSpc>
              <a:spcBef>
                <a:spcPts val="0"/>
              </a:spcBef>
              <a:spcAft>
                <a:spcPts val="0"/>
              </a:spcAft>
              <a:buClr>
                <a:srgbClr val="CFD8DC"/>
              </a:buClr>
              <a:buSzPts val="1800"/>
              <a:buFont typeface="Arial"/>
              <a:buChar char="■"/>
              <a:defRPr b="0" i="0" sz="1800" u="none" cap="none" strike="noStrike">
                <a:solidFill>
                  <a:srgbClr val="263238"/>
                </a:solidFill>
                <a:latin typeface="Arial"/>
                <a:ea typeface="Arial"/>
                <a:cs typeface="Arial"/>
                <a:sym typeface="Arial"/>
              </a:defRPr>
            </a:lvl6pPr>
            <a:lvl7pPr indent="-342900" lvl="6" marL="3200400" marR="0" rtl="0" algn="l">
              <a:lnSpc>
                <a:spcPct val="100000"/>
              </a:lnSpc>
              <a:spcBef>
                <a:spcPts val="0"/>
              </a:spcBef>
              <a:spcAft>
                <a:spcPts val="0"/>
              </a:spcAft>
              <a:buClr>
                <a:srgbClr val="CFD8DC"/>
              </a:buClr>
              <a:buSzPts val="1800"/>
              <a:buFont typeface="Arial"/>
              <a:buChar char="●"/>
              <a:defRPr b="0" i="0" sz="1800" u="none" cap="none" strike="noStrike">
                <a:solidFill>
                  <a:srgbClr val="263238"/>
                </a:solidFill>
                <a:latin typeface="Arial"/>
                <a:ea typeface="Arial"/>
                <a:cs typeface="Arial"/>
                <a:sym typeface="Arial"/>
              </a:defRPr>
            </a:lvl7pPr>
            <a:lvl8pPr indent="-342900" lvl="7" marL="3657600" marR="0" rtl="0" algn="l">
              <a:lnSpc>
                <a:spcPct val="100000"/>
              </a:lnSpc>
              <a:spcBef>
                <a:spcPts val="0"/>
              </a:spcBef>
              <a:spcAft>
                <a:spcPts val="0"/>
              </a:spcAft>
              <a:buClr>
                <a:srgbClr val="CFD8DC"/>
              </a:buClr>
              <a:buSzPts val="1800"/>
              <a:buFont typeface="Arial"/>
              <a:buChar char="○"/>
              <a:defRPr b="0" i="0" sz="1800" u="none" cap="none" strike="noStrike">
                <a:solidFill>
                  <a:srgbClr val="263238"/>
                </a:solidFill>
                <a:latin typeface="Arial"/>
                <a:ea typeface="Arial"/>
                <a:cs typeface="Arial"/>
                <a:sym typeface="Arial"/>
              </a:defRPr>
            </a:lvl8pPr>
            <a:lvl9pPr indent="-342900" lvl="8" marL="4114800" marR="0" rtl="0" algn="l">
              <a:lnSpc>
                <a:spcPct val="100000"/>
              </a:lnSpc>
              <a:spcBef>
                <a:spcPts val="0"/>
              </a:spcBef>
              <a:spcAft>
                <a:spcPts val="0"/>
              </a:spcAft>
              <a:buClr>
                <a:srgbClr val="CFD8DC"/>
              </a:buClr>
              <a:buSzPts val="1800"/>
              <a:buFont typeface="Arial"/>
              <a:buChar char="■"/>
              <a:defRPr b="0" i="0" sz="1800" u="none" cap="none" strike="noStrike">
                <a:solidFill>
                  <a:srgbClr val="263238"/>
                </a:solidFill>
                <a:latin typeface="Arial"/>
                <a:ea typeface="Arial"/>
                <a:cs typeface="Arial"/>
                <a:sym typeface="Arial"/>
              </a:defRPr>
            </a:lvl9pPr>
          </a:lstStyle>
          <a:p/>
        </p:txBody>
      </p:sp>
      <p:sp>
        <p:nvSpPr>
          <p:cNvPr id="74" name="Google Shape;74;p27"/>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1" i="0" sz="1300" u="none" cap="none" strike="noStrike">
                <a:solidFill>
                  <a:srgbClr val="0091EA"/>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latin typeface="Roboto Slab"/>
              <a:ea typeface="Roboto Slab"/>
              <a:cs typeface="Roboto Slab"/>
              <a:sym typeface="Roboto Slab"/>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9.gif"/><Relationship Id="rId5"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18.png"/><Relationship Id="rId5"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1.jpg"/><Relationship Id="rId4" Type="http://schemas.openxmlformats.org/officeDocument/2006/relationships/image" Target="../media/image22.jpg"/><Relationship Id="rId5" Type="http://schemas.openxmlformats.org/officeDocument/2006/relationships/hyperlink" Target="http://www.youtube.com/watch?v=BIP0lYrdirI" TargetMode="External"/><Relationship Id="rId6" Type="http://schemas.openxmlformats.org/officeDocument/2006/relationships/image" Target="../media/image2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3.png"/><Relationship Id="rId4" Type="http://schemas.openxmlformats.org/officeDocument/2006/relationships/image" Target="../media/image20.png"/><Relationship Id="rId5"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8.png"/><Relationship Id="rId4" Type="http://schemas.openxmlformats.org/officeDocument/2006/relationships/image" Target="../media/image24.png"/><Relationship Id="rId5"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18.png"/><Relationship Id="rId7"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7.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32.pn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
          <p:cNvSpPr txBox="1"/>
          <p:nvPr/>
        </p:nvSpPr>
        <p:spPr>
          <a:xfrm>
            <a:off x="728425" y="54025"/>
            <a:ext cx="80427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Arial"/>
              <a:buNone/>
            </a:pPr>
            <a:r>
              <a:rPr b="0" i="0" lang="en" sz="3000" u="none" cap="none" strike="noStrike">
                <a:solidFill>
                  <a:srgbClr val="0A95B0"/>
                </a:solidFill>
                <a:latin typeface="Roboto"/>
                <a:ea typeface="Roboto"/>
                <a:cs typeface="Roboto"/>
                <a:sym typeface="Roboto"/>
              </a:rPr>
              <a:t>Chromosomes, genes and DNA</a:t>
            </a:r>
            <a:endParaRPr b="0" i="0" sz="1800" u="none" cap="none" strike="noStrike">
              <a:solidFill>
                <a:srgbClr val="0A95B0"/>
              </a:solidFill>
              <a:latin typeface="Roboto"/>
              <a:ea typeface="Roboto"/>
              <a:cs typeface="Roboto"/>
              <a:sym typeface="Roboto"/>
            </a:endParaRPr>
          </a:p>
        </p:txBody>
      </p:sp>
      <p:sp>
        <p:nvSpPr>
          <p:cNvPr id="141" name="Google Shape;141;p1"/>
          <p:cNvSpPr txBox="1"/>
          <p:nvPr/>
        </p:nvSpPr>
        <p:spPr>
          <a:xfrm>
            <a:off x="795775" y="700513"/>
            <a:ext cx="8185500" cy="1877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200" u="sng" cap="none" strike="noStrike">
                <a:solidFill>
                  <a:srgbClr val="000000"/>
                </a:solidFill>
                <a:latin typeface="Roboto"/>
                <a:ea typeface="Roboto"/>
                <a:cs typeface="Roboto"/>
                <a:sym typeface="Roboto"/>
              </a:rPr>
              <a:t>Lesson objectives</a:t>
            </a:r>
            <a:endParaRPr b="0" i="0" sz="2200" u="sng" cap="none" strike="noStrike">
              <a:solidFill>
                <a:srgbClr val="000000"/>
              </a:solidFill>
              <a:latin typeface="Roboto"/>
              <a:ea typeface="Roboto"/>
              <a:cs typeface="Roboto"/>
              <a:sym typeface="Roboto"/>
            </a:endParaRPr>
          </a:p>
          <a:p>
            <a:pPr indent="-368300" lvl="0" marL="457200" marR="0" rtl="0" algn="l">
              <a:lnSpc>
                <a:spcPct val="100000"/>
              </a:lnSpc>
              <a:spcBef>
                <a:spcPts val="0"/>
              </a:spcBef>
              <a:spcAft>
                <a:spcPts val="0"/>
              </a:spcAft>
              <a:buClr>
                <a:srgbClr val="000000"/>
              </a:buClr>
              <a:buSzPts val="2200"/>
              <a:buFont typeface="Roboto"/>
              <a:buChar char="❏"/>
            </a:pPr>
            <a:r>
              <a:rPr b="0" i="0" lang="en" sz="2200" u="none" cap="none" strike="noStrike">
                <a:solidFill>
                  <a:srgbClr val="000000"/>
                </a:solidFill>
                <a:latin typeface="Roboto"/>
                <a:ea typeface="Roboto"/>
                <a:cs typeface="Roboto"/>
                <a:sym typeface="Roboto"/>
              </a:rPr>
              <a:t>To explain what chromosomes are made up of.</a:t>
            </a:r>
            <a:endParaRPr b="0" i="0" sz="2200" u="none" cap="none" strike="noStrike">
              <a:solidFill>
                <a:srgbClr val="000000"/>
              </a:solidFill>
              <a:latin typeface="Roboto"/>
              <a:ea typeface="Roboto"/>
              <a:cs typeface="Roboto"/>
              <a:sym typeface="Roboto"/>
            </a:endParaRPr>
          </a:p>
          <a:p>
            <a:pPr indent="-368300" lvl="0" marL="457200" marR="0" rtl="0" algn="l">
              <a:lnSpc>
                <a:spcPct val="100000"/>
              </a:lnSpc>
              <a:spcBef>
                <a:spcPts val="0"/>
              </a:spcBef>
              <a:spcAft>
                <a:spcPts val="0"/>
              </a:spcAft>
              <a:buClr>
                <a:srgbClr val="000000"/>
              </a:buClr>
              <a:buSzPts val="2200"/>
              <a:buFont typeface="Roboto"/>
              <a:buChar char="❏"/>
            </a:pPr>
            <a:r>
              <a:rPr b="0" i="0" lang="en" sz="2200" u="none" cap="none" strike="noStrike">
                <a:solidFill>
                  <a:srgbClr val="000000"/>
                </a:solidFill>
                <a:latin typeface="Roboto"/>
                <a:ea typeface="Roboto"/>
                <a:cs typeface="Roboto"/>
                <a:sym typeface="Roboto"/>
              </a:rPr>
              <a:t>To describe how characteristics are inherited.</a:t>
            </a:r>
            <a:endParaRPr b="0" i="0" sz="2200" u="none" cap="none" strike="noStrike">
              <a:solidFill>
                <a:srgbClr val="000000"/>
              </a:solidFill>
              <a:latin typeface="Roboto"/>
              <a:ea typeface="Roboto"/>
              <a:cs typeface="Roboto"/>
              <a:sym typeface="Roboto"/>
            </a:endParaRPr>
          </a:p>
          <a:p>
            <a:pPr indent="-368300" lvl="0" marL="457200" marR="0" rtl="0" algn="l">
              <a:lnSpc>
                <a:spcPct val="100000"/>
              </a:lnSpc>
              <a:spcBef>
                <a:spcPts val="0"/>
              </a:spcBef>
              <a:spcAft>
                <a:spcPts val="0"/>
              </a:spcAft>
              <a:buClr>
                <a:schemeClr val="dk1"/>
              </a:buClr>
              <a:buSzPts val="2200"/>
              <a:buFont typeface="Roboto"/>
              <a:buChar char="❏"/>
            </a:pPr>
            <a:r>
              <a:rPr b="0" i="0" lang="en" sz="2200" u="none" cap="none" strike="noStrike">
                <a:solidFill>
                  <a:srgbClr val="000000"/>
                </a:solidFill>
                <a:latin typeface="Roboto"/>
                <a:ea typeface="Roboto"/>
                <a:cs typeface="Roboto"/>
                <a:sym typeface="Roboto"/>
              </a:rPr>
              <a:t>To understand that more than one scientist was involved in discovering the structure of DNA.</a:t>
            </a:r>
            <a:endParaRPr b="0" i="0" sz="2200" u="none" cap="none" strike="noStrike">
              <a:solidFill>
                <a:srgbClr val="000000"/>
              </a:solidFill>
              <a:latin typeface="Roboto"/>
              <a:ea typeface="Roboto"/>
              <a:cs typeface="Roboto"/>
              <a:sym typeface="Roboto"/>
            </a:endParaRPr>
          </a:p>
        </p:txBody>
      </p:sp>
      <p:sp>
        <p:nvSpPr>
          <p:cNvPr id="142" name="Google Shape;142;p1"/>
          <p:cNvSpPr/>
          <p:nvPr/>
        </p:nvSpPr>
        <p:spPr>
          <a:xfrm>
            <a:off x="728425" y="4419600"/>
            <a:ext cx="8320200" cy="620400"/>
          </a:xfrm>
          <a:prstGeom prst="rect">
            <a:avLst/>
          </a:prstGeom>
          <a:noFill/>
          <a:ln cap="flat" cmpd="sng" w="19050">
            <a:solidFill>
              <a:srgbClr val="0A95B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1200" u="none" cap="none" strike="noStrike">
                <a:solidFill>
                  <a:srgbClr val="000000"/>
                </a:solidFill>
                <a:latin typeface="Roboto"/>
                <a:ea typeface="Roboto"/>
                <a:cs typeface="Roboto"/>
                <a:sym typeface="Roboto"/>
              </a:rPr>
              <a:t>Keywords:</a:t>
            </a:r>
            <a:r>
              <a:rPr b="0" i="0" lang="en" sz="1200" u="none" cap="none" strike="noStrike">
                <a:solidFill>
                  <a:srgbClr val="000000"/>
                </a:solidFill>
                <a:latin typeface="Roboto"/>
                <a:ea typeface="Roboto"/>
                <a:cs typeface="Roboto"/>
                <a:sym typeface="Roboto"/>
              </a:rPr>
              <a:t> nucleus, chromosomes, chromatid, centromere, genes, DNA, base sequences</a:t>
            </a:r>
            <a:endParaRPr b="0" i="0" sz="1200" u="none" cap="none" strike="noStrike">
              <a:solidFill>
                <a:srgbClr val="000000"/>
              </a:solidFill>
              <a:latin typeface="Roboto"/>
              <a:ea typeface="Roboto"/>
              <a:cs typeface="Roboto"/>
              <a:sym typeface="Roboto"/>
            </a:endParaRPr>
          </a:p>
        </p:txBody>
      </p:sp>
      <p:pic>
        <p:nvPicPr>
          <p:cNvPr id="143" name="Google Shape;143;p1"/>
          <p:cNvPicPr preferRelativeResize="0"/>
          <p:nvPr/>
        </p:nvPicPr>
        <p:blipFill rotWithShape="1">
          <a:blip r:embed="rId3">
            <a:alphaModFix/>
          </a:blip>
          <a:srcRect b="0" l="0" r="0" t="0"/>
          <a:stretch/>
        </p:blipFill>
        <p:spPr>
          <a:xfrm>
            <a:off x="717675" y="3023975"/>
            <a:ext cx="1384800" cy="1196462"/>
          </a:xfrm>
          <a:prstGeom prst="rect">
            <a:avLst/>
          </a:prstGeom>
          <a:noFill/>
          <a:ln>
            <a:noFill/>
          </a:ln>
        </p:spPr>
      </p:pic>
      <p:pic>
        <p:nvPicPr>
          <p:cNvPr id="144" name="Google Shape;144;p1"/>
          <p:cNvPicPr preferRelativeResize="0"/>
          <p:nvPr/>
        </p:nvPicPr>
        <p:blipFill rotWithShape="1">
          <a:blip r:embed="rId4">
            <a:alphaModFix/>
          </a:blip>
          <a:srcRect b="5152" l="19122" r="20095" t="9121"/>
          <a:stretch/>
        </p:blipFill>
        <p:spPr>
          <a:xfrm>
            <a:off x="7444376" y="2971075"/>
            <a:ext cx="1384800" cy="1302300"/>
          </a:xfrm>
          <a:prstGeom prst="ellipse">
            <a:avLst/>
          </a:prstGeom>
          <a:noFill/>
          <a:ln>
            <a:noFill/>
          </a:ln>
        </p:spPr>
      </p:pic>
      <p:pic>
        <p:nvPicPr>
          <p:cNvPr id="145" name="Google Shape;145;p1"/>
          <p:cNvPicPr preferRelativeResize="0"/>
          <p:nvPr/>
        </p:nvPicPr>
        <p:blipFill rotWithShape="1">
          <a:blip r:embed="rId5">
            <a:alphaModFix/>
          </a:blip>
          <a:srcRect b="5820" l="6097" r="12931" t="0"/>
          <a:stretch/>
        </p:blipFill>
        <p:spPr>
          <a:xfrm>
            <a:off x="2102475" y="2883325"/>
            <a:ext cx="1488600" cy="1477800"/>
          </a:xfrm>
          <a:prstGeom prst="ellipse">
            <a:avLst/>
          </a:prstGeom>
          <a:noFill/>
          <a:ln>
            <a:noFill/>
          </a:ln>
        </p:spPr>
      </p:pic>
      <p:sp>
        <p:nvSpPr>
          <p:cNvPr id="146" name="Google Shape;146;p1"/>
          <p:cNvSpPr txBox="1"/>
          <p:nvPr/>
        </p:nvSpPr>
        <p:spPr>
          <a:xfrm>
            <a:off x="3642275" y="2914600"/>
            <a:ext cx="3750900" cy="119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chemeClr val="dk1"/>
                </a:solidFill>
                <a:latin typeface="Roboto"/>
                <a:ea typeface="Roboto"/>
                <a:cs typeface="Roboto"/>
                <a:sym typeface="Roboto"/>
              </a:rPr>
              <a:t>Atoms and cells both contain a </a:t>
            </a:r>
            <a:r>
              <a:rPr b="1" i="0" lang="en" sz="1900" u="none" cap="none" strike="noStrike">
                <a:solidFill>
                  <a:schemeClr val="dk1"/>
                </a:solidFill>
                <a:latin typeface="Roboto"/>
                <a:ea typeface="Roboto"/>
                <a:cs typeface="Roboto"/>
                <a:sym typeface="Roboto"/>
              </a:rPr>
              <a:t>nucleus</a:t>
            </a:r>
            <a:r>
              <a:rPr b="0" i="0" lang="en" sz="1900" u="none" cap="none" strike="noStrike">
                <a:solidFill>
                  <a:schemeClr val="dk1"/>
                </a:solidFill>
                <a:latin typeface="Roboto"/>
                <a:ea typeface="Roboto"/>
                <a:cs typeface="Roboto"/>
                <a:sym typeface="Roboto"/>
              </a:rPr>
              <a:t>.</a:t>
            </a:r>
            <a:endParaRPr b="0" i="0" sz="19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chemeClr val="dk1"/>
                </a:solidFill>
                <a:latin typeface="Roboto"/>
                <a:ea typeface="Roboto"/>
                <a:cs typeface="Roboto"/>
                <a:sym typeface="Roboto"/>
              </a:rPr>
              <a:t>Why do you think these structures have the same name?</a:t>
            </a:r>
            <a:endParaRPr b="0" i="0" sz="1900" u="none" cap="none" strike="noStrike">
              <a:solidFill>
                <a:schemeClr val="dk1"/>
              </a:solidFill>
              <a:latin typeface="Roboto"/>
              <a:ea typeface="Roboto"/>
              <a:cs typeface="Roboto"/>
              <a:sym typeface="Roboto"/>
            </a:endParaRPr>
          </a:p>
        </p:txBody>
      </p:sp>
      <p:sp>
        <p:nvSpPr>
          <p:cNvPr id="147" name="Google Shape;147;p1"/>
          <p:cNvSpPr txBox="1"/>
          <p:nvPr>
            <p:ph idx="4294967295" type="body"/>
          </p:nvPr>
        </p:nvSpPr>
        <p:spPr>
          <a:xfrm>
            <a:off x="7079500" y="181525"/>
            <a:ext cx="2019300" cy="391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600"/>
              </a:spcBef>
              <a:spcAft>
                <a:spcPts val="0"/>
              </a:spcAft>
              <a:buSzPts val="3000"/>
              <a:buNone/>
            </a:pPr>
            <a:r>
              <a:rPr lang="en" sz="1400">
                <a:solidFill>
                  <a:schemeClr val="dk1"/>
                </a:solidFill>
                <a:latin typeface="Dosis"/>
                <a:ea typeface="Dosis"/>
                <a:cs typeface="Dosis"/>
                <a:sym typeface="Dosis"/>
              </a:rPr>
              <a:t>Textbook pages: 243 - 246</a:t>
            </a:r>
            <a:endParaRPr sz="1400">
              <a:solidFill>
                <a:schemeClr val="dk1"/>
              </a:solidFill>
              <a:latin typeface="Dosis"/>
              <a:ea typeface="Dosis"/>
              <a:cs typeface="Dosis"/>
              <a:sym typeface="Dosi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
          <p:cNvSpPr txBox="1"/>
          <p:nvPr/>
        </p:nvSpPr>
        <p:spPr>
          <a:xfrm>
            <a:off x="550650" y="4497000"/>
            <a:ext cx="8042700" cy="646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800"/>
              <a:buFont typeface="Arial"/>
              <a:buNone/>
            </a:pPr>
            <a:r>
              <a:rPr b="0" i="0" lang="en" sz="3000" u="none" cap="none" strike="noStrike">
                <a:solidFill>
                  <a:srgbClr val="0A95B0"/>
                </a:solidFill>
                <a:latin typeface="Roboto"/>
                <a:ea typeface="Roboto"/>
                <a:cs typeface="Roboto"/>
                <a:sym typeface="Roboto"/>
              </a:rPr>
              <a:t>Chromosomes, genes and DNA</a:t>
            </a:r>
            <a:endParaRPr b="0" i="0" sz="1800" u="none" cap="none" strike="noStrike">
              <a:solidFill>
                <a:srgbClr val="0A95B0"/>
              </a:solidFill>
              <a:latin typeface="Roboto"/>
              <a:ea typeface="Roboto"/>
              <a:cs typeface="Roboto"/>
              <a:sym typeface="Roboto"/>
            </a:endParaRPr>
          </a:p>
        </p:txBody>
      </p:sp>
      <p:graphicFrame>
        <p:nvGraphicFramePr>
          <p:cNvPr id="153" name="Google Shape;153;p2"/>
          <p:cNvGraphicFramePr/>
          <p:nvPr/>
        </p:nvGraphicFramePr>
        <p:xfrm>
          <a:off x="204775" y="247650"/>
          <a:ext cx="3000000" cy="3000000"/>
        </p:xfrm>
        <a:graphic>
          <a:graphicData uri="http://schemas.openxmlformats.org/drawingml/2006/table">
            <a:tbl>
              <a:tblPr>
                <a:noFill/>
                <a:tableStyleId>{41872F47-9B7B-4101-8046-D33F1DC77696}</a:tableStyleId>
              </a:tblPr>
              <a:tblGrid>
                <a:gridCol w="3082750"/>
                <a:gridCol w="3082750"/>
                <a:gridCol w="2568950"/>
              </a:tblGrid>
              <a:tr h="12700">
                <a:tc gridSpan="3">
                  <a:txBody>
                    <a:bodyPr/>
                    <a:lstStyle/>
                    <a:p>
                      <a:pPr indent="0" lvl="0" marL="0" marR="0" rtl="0" algn="ctr">
                        <a:lnSpc>
                          <a:spcPct val="100000"/>
                        </a:lnSpc>
                        <a:spcBef>
                          <a:spcPts val="0"/>
                        </a:spcBef>
                        <a:spcAft>
                          <a:spcPts val="0"/>
                        </a:spcAft>
                        <a:buClr>
                          <a:srgbClr val="000000"/>
                        </a:buClr>
                        <a:buSzPts val="1800"/>
                        <a:buFont typeface="Arial"/>
                        <a:buNone/>
                      </a:pPr>
                      <a:r>
                        <a:rPr b="1" lang="en" sz="1800" u="none" cap="none" strike="noStrike">
                          <a:solidFill>
                            <a:srgbClr val="FFFFFF"/>
                          </a:solidFill>
                          <a:latin typeface="Roboto"/>
                          <a:ea typeface="Roboto"/>
                          <a:cs typeface="Roboto"/>
                          <a:sym typeface="Roboto"/>
                        </a:rPr>
                        <a:t>Success Criteria</a:t>
                      </a:r>
                      <a:endParaRPr b="1" sz="1800" u="none" cap="none" strike="noStrike">
                        <a:solidFill>
                          <a:srgbClr val="FFFFFF"/>
                        </a:solidFill>
                        <a:latin typeface="Roboto"/>
                        <a:ea typeface="Roboto"/>
                        <a:cs typeface="Roboto"/>
                        <a:sym typeface="Roboto"/>
                      </a:endParaRPr>
                    </a:p>
                  </a:txBody>
                  <a:tcPr marT="63500" marB="63500" marR="63500" marL="63500">
                    <a:lnB cap="flat" cmpd="sng" w="12700">
                      <a:solidFill>
                        <a:srgbClr val="000000"/>
                      </a:solidFill>
                      <a:prstDash val="solid"/>
                      <a:round/>
                      <a:headEnd len="sm" w="sm" type="none"/>
                      <a:tailEnd len="sm" w="sm" type="none"/>
                    </a:lnB>
                  </a:tcPr>
                </a:tc>
                <a:tc hMerge="1"/>
                <a:tc hMerge="1"/>
              </a:tr>
              <a:tr h="12700">
                <a:tc>
                  <a:txBody>
                    <a:bodyPr/>
                    <a:lstStyle/>
                    <a:p>
                      <a:pPr indent="0" lvl="0" marL="0" marR="0" rtl="0" algn="ctr">
                        <a:lnSpc>
                          <a:spcPct val="100000"/>
                        </a:lnSpc>
                        <a:spcBef>
                          <a:spcPts val="0"/>
                        </a:spcBef>
                        <a:spcAft>
                          <a:spcPts val="0"/>
                        </a:spcAft>
                        <a:buClr>
                          <a:srgbClr val="000000"/>
                        </a:buClr>
                        <a:buSzPts val="1800"/>
                        <a:buFont typeface="Arial"/>
                        <a:buNone/>
                      </a:pPr>
                      <a:r>
                        <a:rPr lang="en" sz="1800" u="none" cap="none" strike="noStrike">
                          <a:solidFill>
                            <a:srgbClr val="FFFFFF"/>
                          </a:solidFill>
                          <a:latin typeface="Roboto"/>
                          <a:ea typeface="Roboto"/>
                          <a:cs typeface="Roboto"/>
                          <a:sym typeface="Roboto"/>
                        </a:rPr>
                        <a:t>Working towards</a:t>
                      </a:r>
                      <a:endParaRPr sz="1800" u="none" cap="none" strike="noStrike">
                        <a:solidFill>
                          <a:srgbClr val="FFFFFF"/>
                        </a:solidFill>
                        <a:latin typeface="Roboto"/>
                        <a:ea typeface="Roboto"/>
                        <a:cs typeface="Roboto"/>
                        <a:sym typeface="Roboto"/>
                      </a:endParaRPr>
                    </a:p>
                  </a:txBody>
                  <a:tcPr marT="63500" marB="63500" marR="63500" marL="63500">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 sz="1800" u="none" cap="none" strike="noStrike">
                          <a:solidFill>
                            <a:srgbClr val="FFFFFF"/>
                          </a:solidFill>
                          <a:latin typeface="Roboto"/>
                          <a:ea typeface="Roboto"/>
                          <a:cs typeface="Roboto"/>
                          <a:sym typeface="Roboto"/>
                        </a:rPr>
                        <a:t>Working at</a:t>
                      </a:r>
                      <a:endParaRPr sz="1800" u="none" cap="none" strike="noStrike">
                        <a:solidFill>
                          <a:srgbClr val="FFFFFF"/>
                        </a:solidFill>
                        <a:latin typeface="Roboto"/>
                        <a:ea typeface="Roboto"/>
                        <a:cs typeface="Roboto"/>
                        <a:sym typeface="Roboto"/>
                      </a:endParaRPr>
                    </a:p>
                  </a:txBody>
                  <a:tcPr marT="63500" marB="63500" marR="63500" marL="63500">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 sz="1800" u="none" cap="none" strike="noStrike">
                          <a:solidFill>
                            <a:srgbClr val="FFFFFF"/>
                          </a:solidFill>
                          <a:latin typeface="Roboto"/>
                          <a:ea typeface="Roboto"/>
                          <a:cs typeface="Roboto"/>
                          <a:sym typeface="Roboto"/>
                        </a:rPr>
                        <a:t>Working beyond</a:t>
                      </a:r>
                      <a:endParaRPr sz="1800" u="none" cap="none" strike="noStrike">
                        <a:solidFill>
                          <a:srgbClr val="FFFFFF"/>
                        </a:solidFill>
                        <a:latin typeface="Roboto"/>
                        <a:ea typeface="Roboto"/>
                        <a:cs typeface="Roboto"/>
                        <a:sym typeface="Roboto"/>
                      </a:endParaRPr>
                    </a:p>
                  </a:txBody>
                  <a:tcPr marT="63500" marB="63500" marR="63500" marL="63500">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2700">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latin typeface="Roboto"/>
                          <a:ea typeface="Roboto"/>
                          <a:cs typeface="Roboto"/>
                          <a:sym typeface="Roboto"/>
                        </a:rPr>
                        <a:t>I can describe the shape and structure of DNA including the complementary base pairs.</a:t>
                      </a:r>
                      <a:endParaRPr sz="1800" u="none" cap="none" strike="noStrike">
                        <a:solidFill>
                          <a:srgbClr val="FFFFFF"/>
                        </a:solidFill>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latin typeface="Roboto"/>
                          <a:ea typeface="Roboto"/>
                          <a:cs typeface="Roboto"/>
                          <a:sym typeface="Roboto"/>
                        </a:rPr>
                        <a:t>I can describe how DNA is arranged into genes and stored as 23 pairs of chromosomes in the nucleus of a human cell.</a:t>
                      </a:r>
                      <a:endParaRPr sz="1800" u="none" cap="none" strike="noStrike">
                        <a:solidFill>
                          <a:srgbClr val="FFFFFF"/>
                        </a:solidFill>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latin typeface="Roboto"/>
                          <a:ea typeface="Roboto"/>
                          <a:cs typeface="Roboto"/>
                          <a:sym typeface="Roboto"/>
                        </a:rPr>
                        <a:t>I can describe genes as short sections of DNA that code for proteins, which determine specific inherited characteristics</a:t>
                      </a:r>
                      <a:endParaRPr sz="1800" u="none" cap="none" strike="noStrike">
                        <a:solidFill>
                          <a:srgbClr val="FFFFFF"/>
                        </a:solidFill>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d01367d17_0_0"/>
          <p:cNvSpPr txBox="1"/>
          <p:nvPr>
            <p:ph type="ctrTitle"/>
          </p:nvPr>
        </p:nvSpPr>
        <p:spPr>
          <a:xfrm>
            <a:off x="685800" y="2525225"/>
            <a:ext cx="5309700" cy="115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pic>
        <p:nvPicPr>
          <p:cNvPr id="159" name="Google Shape;159;g3ed01367d17_0_0"/>
          <p:cNvPicPr preferRelativeResize="0"/>
          <p:nvPr/>
        </p:nvPicPr>
        <p:blipFill>
          <a:blip r:embed="rId3">
            <a:alphaModFix/>
          </a:blip>
          <a:stretch>
            <a:fillRect/>
          </a:stretch>
        </p:blipFill>
        <p:spPr>
          <a:xfrm>
            <a:off x="152400" y="152400"/>
            <a:ext cx="7332201" cy="4859475"/>
          </a:xfrm>
          <a:prstGeom prst="rect">
            <a:avLst/>
          </a:prstGeom>
          <a:noFill/>
          <a:ln>
            <a:noFill/>
          </a:ln>
        </p:spPr>
      </p:pic>
      <p:sp>
        <p:nvSpPr>
          <p:cNvPr id="160" name="Google Shape;160;g3ed01367d17_0_0"/>
          <p:cNvSpPr/>
          <p:nvPr/>
        </p:nvSpPr>
        <p:spPr>
          <a:xfrm>
            <a:off x="207575" y="1291650"/>
            <a:ext cx="7127100" cy="7728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
          <p:cNvSpPr txBox="1"/>
          <p:nvPr/>
        </p:nvSpPr>
        <p:spPr>
          <a:xfrm>
            <a:off x="728425" y="54025"/>
            <a:ext cx="80427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Arial"/>
              <a:buNone/>
            </a:pPr>
            <a:r>
              <a:rPr b="0" i="0" lang="en" sz="3000" u="none" cap="none" strike="noStrike">
                <a:solidFill>
                  <a:srgbClr val="0A95B0"/>
                </a:solidFill>
                <a:latin typeface="Roboto"/>
                <a:ea typeface="Roboto"/>
                <a:cs typeface="Roboto"/>
                <a:sym typeface="Roboto"/>
              </a:rPr>
              <a:t>Nucleus</a:t>
            </a:r>
            <a:endParaRPr b="0" i="0" sz="1800" u="none" cap="none" strike="noStrike">
              <a:solidFill>
                <a:srgbClr val="0A95B0"/>
              </a:solidFill>
              <a:latin typeface="Roboto"/>
              <a:ea typeface="Roboto"/>
              <a:cs typeface="Roboto"/>
              <a:sym typeface="Roboto"/>
            </a:endParaRPr>
          </a:p>
        </p:txBody>
      </p:sp>
      <p:pic>
        <p:nvPicPr>
          <p:cNvPr id="166" name="Google Shape;166;p3"/>
          <p:cNvPicPr preferRelativeResize="0"/>
          <p:nvPr/>
        </p:nvPicPr>
        <p:blipFill rotWithShape="1">
          <a:blip r:embed="rId3">
            <a:alphaModFix/>
          </a:blip>
          <a:srcRect b="5152" l="19122" r="20095" t="9121"/>
          <a:stretch/>
        </p:blipFill>
        <p:spPr>
          <a:xfrm>
            <a:off x="957849" y="837441"/>
            <a:ext cx="2376000" cy="2234400"/>
          </a:xfrm>
          <a:prstGeom prst="ellipse">
            <a:avLst/>
          </a:prstGeom>
          <a:noFill/>
          <a:ln>
            <a:noFill/>
          </a:ln>
        </p:spPr>
      </p:pic>
      <p:pic>
        <p:nvPicPr>
          <p:cNvPr id="167" name="Google Shape;167;p3"/>
          <p:cNvPicPr preferRelativeResize="0"/>
          <p:nvPr/>
        </p:nvPicPr>
        <p:blipFill rotWithShape="1">
          <a:blip r:embed="rId4">
            <a:alphaModFix/>
          </a:blip>
          <a:srcRect b="5820" l="7547" r="12670" t="0"/>
          <a:stretch/>
        </p:blipFill>
        <p:spPr>
          <a:xfrm>
            <a:off x="6640996" y="2671050"/>
            <a:ext cx="2217300" cy="2234400"/>
          </a:xfrm>
          <a:prstGeom prst="ellipse">
            <a:avLst/>
          </a:prstGeom>
          <a:noFill/>
          <a:ln>
            <a:noFill/>
          </a:ln>
        </p:spPr>
      </p:pic>
      <p:sp>
        <p:nvSpPr>
          <p:cNvPr id="168" name="Google Shape;168;p3"/>
          <p:cNvSpPr txBox="1"/>
          <p:nvPr/>
        </p:nvSpPr>
        <p:spPr>
          <a:xfrm>
            <a:off x="781050" y="609600"/>
            <a:ext cx="6477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chemeClr val="dk1"/>
                </a:solidFill>
                <a:latin typeface="Roboto"/>
                <a:ea typeface="Roboto"/>
                <a:cs typeface="Roboto"/>
                <a:sym typeface="Roboto"/>
              </a:rPr>
              <a:t>cell</a:t>
            </a:r>
            <a:endParaRPr b="1" i="0" sz="1400" u="none" cap="none" strike="noStrike">
              <a:solidFill>
                <a:srgbClr val="000000"/>
              </a:solidFill>
              <a:latin typeface="Arial"/>
              <a:ea typeface="Arial"/>
              <a:cs typeface="Arial"/>
              <a:sym typeface="Arial"/>
            </a:endParaRPr>
          </a:p>
        </p:txBody>
      </p:sp>
      <p:sp>
        <p:nvSpPr>
          <p:cNvPr id="169" name="Google Shape;169;p3"/>
          <p:cNvSpPr txBox="1"/>
          <p:nvPr/>
        </p:nvSpPr>
        <p:spPr>
          <a:xfrm>
            <a:off x="8372400" y="4581525"/>
            <a:ext cx="7716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chemeClr val="dk1"/>
                </a:solidFill>
                <a:latin typeface="Roboto"/>
                <a:ea typeface="Roboto"/>
                <a:cs typeface="Roboto"/>
                <a:sym typeface="Roboto"/>
              </a:rPr>
              <a:t>atom</a:t>
            </a:r>
            <a:endParaRPr b="1" i="0" sz="1400" u="none" cap="none" strike="noStrike">
              <a:solidFill>
                <a:srgbClr val="000000"/>
              </a:solidFill>
              <a:latin typeface="Arial"/>
              <a:ea typeface="Arial"/>
              <a:cs typeface="Arial"/>
              <a:sym typeface="Arial"/>
            </a:endParaRPr>
          </a:p>
        </p:txBody>
      </p:sp>
      <p:cxnSp>
        <p:nvCxnSpPr>
          <p:cNvPr id="170" name="Google Shape;170;p3"/>
          <p:cNvCxnSpPr/>
          <p:nvPr/>
        </p:nvCxnSpPr>
        <p:spPr>
          <a:xfrm flipH="1" rot="10800000">
            <a:off x="2343150" y="1152450"/>
            <a:ext cx="1419300" cy="9600"/>
          </a:xfrm>
          <a:prstGeom prst="straightConnector1">
            <a:avLst/>
          </a:prstGeom>
          <a:noFill/>
          <a:ln cap="flat" cmpd="sng" w="19050">
            <a:solidFill>
              <a:srgbClr val="0A95B0"/>
            </a:solidFill>
            <a:prstDash val="solid"/>
            <a:round/>
            <a:headEnd len="sm" w="sm" type="none"/>
            <a:tailEnd len="sm" w="sm" type="none"/>
          </a:ln>
        </p:spPr>
      </p:cxnSp>
      <p:cxnSp>
        <p:nvCxnSpPr>
          <p:cNvPr id="171" name="Google Shape;171;p3"/>
          <p:cNvCxnSpPr/>
          <p:nvPr/>
        </p:nvCxnSpPr>
        <p:spPr>
          <a:xfrm flipH="1" rot="10800000">
            <a:off x="6200775" y="3695625"/>
            <a:ext cx="1419300" cy="9600"/>
          </a:xfrm>
          <a:prstGeom prst="straightConnector1">
            <a:avLst/>
          </a:prstGeom>
          <a:noFill/>
          <a:ln cap="flat" cmpd="sng" w="19050">
            <a:solidFill>
              <a:srgbClr val="0A95B0"/>
            </a:solidFill>
            <a:prstDash val="solid"/>
            <a:round/>
            <a:headEnd len="sm" w="sm" type="none"/>
            <a:tailEnd len="sm" w="sm" type="none"/>
          </a:ln>
        </p:spPr>
      </p:cxnSp>
      <p:sp>
        <p:nvSpPr>
          <p:cNvPr id="172" name="Google Shape;172;p3"/>
          <p:cNvSpPr txBox="1"/>
          <p:nvPr/>
        </p:nvSpPr>
        <p:spPr>
          <a:xfrm>
            <a:off x="3762450" y="934050"/>
            <a:ext cx="9429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0" i="0" lang="en" sz="1700" u="none" cap="none" strike="noStrike">
                <a:solidFill>
                  <a:schemeClr val="dk1"/>
                </a:solidFill>
                <a:latin typeface="Roboto"/>
                <a:ea typeface="Roboto"/>
                <a:cs typeface="Roboto"/>
                <a:sym typeface="Roboto"/>
              </a:rPr>
              <a:t>nucleus</a:t>
            </a:r>
            <a:endParaRPr b="0" i="0" sz="1400" u="none" cap="none" strike="noStrike">
              <a:solidFill>
                <a:srgbClr val="000000"/>
              </a:solidFill>
              <a:latin typeface="Arial"/>
              <a:ea typeface="Arial"/>
              <a:cs typeface="Arial"/>
              <a:sym typeface="Arial"/>
            </a:endParaRPr>
          </a:p>
        </p:txBody>
      </p:sp>
      <p:sp>
        <p:nvSpPr>
          <p:cNvPr id="173" name="Google Shape;173;p3"/>
          <p:cNvSpPr txBox="1"/>
          <p:nvPr/>
        </p:nvSpPr>
        <p:spPr>
          <a:xfrm>
            <a:off x="5234925" y="3477225"/>
            <a:ext cx="9429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0" i="0" lang="en" sz="1700" u="none" cap="none" strike="noStrike">
                <a:solidFill>
                  <a:schemeClr val="dk1"/>
                </a:solidFill>
                <a:latin typeface="Roboto"/>
                <a:ea typeface="Roboto"/>
                <a:cs typeface="Roboto"/>
                <a:sym typeface="Roboto"/>
              </a:rPr>
              <a:t>nucleus</a:t>
            </a:r>
            <a:endParaRPr b="0" i="0" sz="1400" u="none" cap="none" strike="noStrike">
              <a:solidFill>
                <a:srgbClr val="000000"/>
              </a:solidFill>
              <a:latin typeface="Arial"/>
              <a:ea typeface="Arial"/>
              <a:cs typeface="Arial"/>
              <a:sym typeface="Arial"/>
            </a:endParaRPr>
          </a:p>
        </p:txBody>
      </p:sp>
      <p:sp>
        <p:nvSpPr>
          <p:cNvPr id="174" name="Google Shape;174;p3"/>
          <p:cNvSpPr txBox="1"/>
          <p:nvPr/>
        </p:nvSpPr>
        <p:spPr>
          <a:xfrm>
            <a:off x="5234919" y="837450"/>
            <a:ext cx="33510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Roboto"/>
                <a:ea typeface="Roboto"/>
                <a:cs typeface="Roboto"/>
                <a:sym typeface="Roboto"/>
              </a:rPr>
              <a:t>Both are in the </a:t>
            </a:r>
            <a:r>
              <a:rPr b="1" i="0" lang="en" sz="2400" u="none" cap="none" strike="noStrike">
                <a:solidFill>
                  <a:srgbClr val="000000"/>
                </a:solidFill>
                <a:latin typeface="Roboto"/>
                <a:ea typeface="Roboto"/>
                <a:cs typeface="Roboto"/>
                <a:sym typeface="Roboto"/>
              </a:rPr>
              <a:t>centre</a:t>
            </a:r>
            <a:r>
              <a:rPr b="0" i="0" lang="en" sz="2400" u="none" cap="none" strike="noStrike">
                <a:solidFill>
                  <a:srgbClr val="000000"/>
                </a:solidFill>
                <a:latin typeface="Roboto"/>
                <a:ea typeface="Roboto"/>
                <a:cs typeface="Roboto"/>
                <a:sym typeface="Roboto"/>
              </a:rPr>
              <a:t> of a large structure.</a:t>
            </a:r>
            <a:endParaRPr b="0" i="0" sz="2400" u="none" cap="none" strike="noStrike">
              <a:solidFill>
                <a:srgbClr val="000000"/>
              </a:solidFill>
              <a:latin typeface="Roboto"/>
              <a:ea typeface="Roboto"/>
              <a:cs typeface="Roboto"/>
              <a:sym typeface="Roboto"/>
            </a:endParaRPr>
          </a:p>
        </p:txBody>
      </p:sp>
      <p:sp>
        <p:nvSpPr>
          <p:cNvPr id="175" name="Google Shape;175;p3"/>
          <p:cNvSpPr txBox="1"/>
          <p:nvPr/>
        </p:nvSpPr>
        <p:spPr>
          <a:xfrm>
            <a:off x="876300" y="3143250"/>
            <a:ext cx="4067100" cy="1600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0" i="0" lang="en" sz="2300" u="none" cap="none" strike="noStrike">
                <a:solidFill>
                  <a:schemeClr val="dk1"/>
                </a:solidFill>
                <a:latin typeface="Roboto"/>
                <a:ea typeface="Roboto"/>
                <a:cs typeface="Roboto"/>
                <a:sym typeface="Roboto"/>
              </a:rPr>
              <a:t>The nucleus of a cell is much, </a:t>
            </a:r>
            <a:r>
              <a:rPr b="1" i="0" lang="en" sz="2300" u="none" cap="none" strike="noStrike">
                <a:solidFill>
                  <a:schemeClr val="dk1"/>
                </a:solidFill>
                <a:latin typeface="Roboto"/>
                <a:ea typeface="Roboto"/>
                <a:cs typeface="Roboto"/>
                <a:sym typeface="Roboto"/>
              </a:rPr>
              <a:t>much larger</a:t>
            </a:r>
            <a:r>
              <a:rPr b="0" i="0" lang="en" sz="2300" u="none" cap="none" strike="noStrike">
                <a:solidFill>
                  <a:schemeClr val="dk1"/>
                </a:solidFill>
                <a:latin typeface="Roboto"/>
                <a:ea typeface="Roboto"/>
                <a:cs typeface="Roboto"/>
                <a:sym typeface="Roboto"/>
              </a:rPr>
              <a:t> than the nucleus of an atom - it </a:t>
            </a:r>
            <a:r>
              <a:rPr b="1" i="0" lang="en" sz="2300" u="none" cap="none" strike="noStrike">
                <a:solidFill>
                  <a:schemeClr val="dk1"/>
                </a:solidFill>
                <a:latin typeface="Roboto"/>
                <a:ea typeface="Roboto"/>
                <a:cs typeface="Roboto"/>
                <a:sym typeface="Roboto"/>
              </a:rPr>
              <a:t>controls the activities of the cell</a:t>
            </a:r>
            <a:r>
              <a:rPr b="0" i="0" lang="en" sz="2300" u="none" cap="none" strike="noStrike">
                <a:solidFill>
                  <a:schemeClr val="dk1"/>
                </a:solidFill>
                <a:latin typeface="Roboto"/>
                <a:ea typeface="Roboto"/>
                <a:cs typeface="Roboto"/>
                <a:sym typeface="Roboto"/>
              </a:rPr>
              <a:t>.</a:t>
            </a:r>
            <a:endParaRPr b="0" i="0" sz="2300" u="none" cap="none" strike="noStrike">
              <a:solidFill>
                <a:schemeClr val="dk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id="180" name="Google Shape;180;p4"/>
          <p:cNvPicPr preferRelativeResize="0"/>
          <p:nvPr/>
        </p:nvPicPr>
        <p:blipFill rotWithShape="1">
          <a:blip r:embed="rId3">
            <a:alphaModFix/>
          </a:blip>
          <a:srcRect b="0" l="0" r="0" t="0"/>
          <a:stretch/>
        </p:blipFill>
        <p:spPr>
          <a:xfrm rot="1818924">
            <a:off x="1898321" y="961770"/>
            <a:ext cx="7126780" cy="2924980"/>
          </a:xfrm>
          <a:prstGeom prst="rect">
            <a:avLst/>
          </a:prstGeom>
          <a:noFill/>
          <a:ln>
            <a:noFill/>
          </a:ln>
        </p:spPr>
      </p:pic>
      <p:sp>
        <p:nvSpPr>
          <p:cNvPr id="181" name="Google Shape;181;p4"/>
          <p:cNvSpPr txBox="1"/>
          <p:nvPr>
            <p:ph idx="1" type="body"/>
          </p:nvPr>
        </p:nvSpPr>
        <p:spPr>
          <a:xfrm>
            <a:off x="0" y="1140000"/>
            <a:ext cx="1886100" cy="400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360"/>
              </a:spcBef>
              <a:spcAft>
                <a:spcPts val="0"/>
              </a:spcAft>
              <a:buSzPts val="1200"/>
              <a:buNone/>
            </a:pPr>
            <a:r>
              <a:rPr b="1" lang="en" sz="2200">
                <a:solidFill>
                  <a:srgbClr val="000000"/>
                </a:solidFill>
                <a:highlight>
                  <a:srgbClr val="CCFFFF"/>
                </a:highlight>
                <a:latin typeface="Roboto"/>
                <a:ea typeface="Roboto"/>
                <a:cs typeface="Roboto"/>
                <a:sym typeface="Roboto"/>
              </a:rPr>
              <a:t>Nucleus</a:t>
            </a:r>
            <a:endParaRPr b="1" sz="2200">
              <a:solidFill>
                <a:srgbClr val="000000"/>
              </a:solidFill>
              <a:highlight>
                <a:srgbClr val="CCFFFF"/>
              </a:highlight>
              <a:latin typeface="Roboto"/>
              <a:ea typeface="Roboto"/>
              <a:cs typeface="Roboto"/>
              <a:sym typeface="Roboto"/>
            </a:endParaRPr>
          </a:p>
          <a:p>
            <a:pPr indent="0" lvl="0" marL="0" rtl="0" algn="l">
              <a:lnSpc>
                <a:spcPct val="100000"/>
              </a:lnSpc>
              <a:spcBef>
                <a:spcPts val="360"/>
              </a:spcBef>
              <a:spcAft>
                <a:spcPts val="0"/>
              </a:spcAft>
              <a:buSzPts val="1200"/>
              <a:buNone/>
            </a:pPr>
            <a:r>
              <a:t/>
            </a:r>
            <a:endParaRPr b="1" sz="2200">
              <a:solidFill>
                <a:srgbClr val="000000"/>
              </a:solidFill>
              <a:highlight>
                <a:srgbClr val="CCFFFF"/>
              </a:highlight>
              <a:latin typeface="Roboto"/>
              <a:ea typeface="Roboto"/>
              <a:cs typeface="Roboto"/>
              <a:sym typeface="Roboto"/>
            </a:endParaRPr>
          </a:p>
          <a:p>
            <a:pPr indent="0" lvl="0" marL="0" rtl="0" algn="l">
              <a:lnSpc>
                <a:spcPct val="100000"/>
              </a:lnSpc>
              <a:spcBef>
                <a:spcPts val="360"/>
              </a:spcBef>
              <a:spcAft>
                <a:spcPts val="0"/>
              </a:spcAft>
              <a:buSzPts val="1200"/>
              <a:buNone/>
            </a:pPr>
            <a:r>
              <a:rPr b="1" lang="en" sz="2200">
                <a:solidFill>
                  <a:srgbClr val="000000"/>
                </a:solidFill>
                <a:highlight>
                  <a:srgbClr val="CCFFFF"/>
                </a:highlight>
                <a:latin typeface="Roboto"/>
                <a:ea typeface="Roboto"/>
                <a:cs typeface="Roboto"/>
                <a:sym typeface="Roboto"/>
              </a:rPr>
              <a:t>Chromosome</a:t>
            </a:r>
            <a:r>
              <a:rPr lang="en" sz="2200">
                <a:solidFill>
                  <a:srgbClr val="000000"/>
                </a:solidFill>
                <a:latin typeface="Roboto"/>
                <a:ea typeface="Roboto"/>
                <a:cs typeface="Roboto"/>
                <a:sym typeface="Roboto"/>
              </a:rPr>
              <a:t> </a:t>
            </a:r>
            <a:endParaRPr sz="2200">
              <a:solidFill>
                <a:srgbClr val="000000"/>
              </a:solidFill>
              <a:latin typeface="Roboto"/>
              <a:ea typeface="Roboto"/>
              <a:cs typeface="Roboto"/>
              <a:sym typeface="Roboto"/>
            </a:endParaRPr>
          </a:p>
          <a:p>
            <a:pPr indent="0" lvl="0" marL="0" rtl="0" algn="l">
              <a:lnSpc>
                <a:spcPct val="100000"/>
              </a:lnSpc>
              <a:spcBef>
                <a:spcPts val="360"/>
              </a:spcBef>
              <a:spcAft>
                <a:spcPts val="0"/>
              </a:spcAft>
              <a:buSzPts val="1200"/>
              <a:buNone/>
            </a:pPr>
            <a:r>
              <a:t/>
            </a:r>
            <a:endParaRPr sz="2200">
              <a:solidFill>
                <a:srgbClr val="000000"/>
              </a:solidFill>
              <a:latin typeface="Roboto"/>
              <a:ea typeface="Roboto"/>
              <a:cs typeface="Roboto"/>
              <a:sym typeface="Roboto"/>
            </a:endParaRPr>
          </a:p>
          <a:p>
            <a:pPr indent="0" lvl="0" marL="0" marR="0" rtl="0" algn="l">
              <a:lnSpc>
                <a:spcPct val="100000"/>
              </a:lnSpc>
              <a:spcBef>
                <a:spcPts val="360"/>
              </a:spcBef>
              <a:spcAft>
                <a:spcPts val="0"/>
              </a:spcAft>
              <a:buSzPts val="1200"/>
              <a:buNone/>
            </a:pPr>
            <a:r>
              <a:rPr b="1" lang="en" sz="2200">
                <a:solidFill>
                  <a:srgbClr val="000000"/>
                </a:solidFill>
                <a:highlight>
                  <a:srgbClr val="CCFFFF"/>
                </a:highlight>
                <a:latin typeface="Roboto"/>
                <a:ea typeface="Roboto"/>
                <a:cs typeface="Roboto"/>
                <a:sym typeface="Roboto"/>
              </a:rPr>
              <a:t>DNA</a:t>
            </a:r>
            <a:r>
              <a:rPr lang="en" sz="2200">
                <a:solidFill>
                  <a:srgbClr val="000000"/>
                </a:solidFill>
                <a:latin typeface="Roboto"/>
                <a:ea typeface="Roboto"/>
                <a:cs typeface="Roboto"/>
                <a:sym typeface="Roboto"/>
              </a:rPr>
              <a:t> </a:t>
            </a:r>
            <a:endParaRPr sz="2200">
              <a:solidFill>
                <a:srgbClr val="000000"/>
              </a:solidFill>
              <a:latin typeface="Roboto"/>
              <a:ea typeface="Roboto"/>
              <a:cs typeface="Roboto"/>
              <a:sym typeface="Roboto"/>
            </a:endParaRPr>
          </a:p>
          <a:p>
            <a:pPr indent="0" lvl="0" marL="0" marR="0" rtl="0" algn="l">
              <a:lnSpc>
                <a:spcPct val="100000"/>
              </a:lnSpc>
              <a:spcBef>
                <a:spcPts val="360"/>
              </a:spcBef>
              <a:spcAft>
                <a:spcPts val="0"/>
              </a:spcAft>
              <a:buSzPts val="1200"/>
              <a:buNone/>
            </a:pPr>
            <a:r>
              <a:t/>
            </a:r>
            <a:endParaRPr sz="2200">
              <a:solidFill>
                <a:srgbClr val="000000"/>
              </a:solidFill>
              <a:latin typeface="Roboto"/>
              <a:ea typeface="Roboto"/>
              <a:cs typeface="Roboto"/>
              <a:sym typeface="Roboto"/>
            </a:endParaRPr>
          </a:p>
          <a:p>
            <a:pPr indent="0" lvl="0" marL="0" rtl="0" algn="l">
              <a:lnSpc>
                <a:spcPct val="100000"/>
              </a:lnSpc>
              <a:spcBef>
                <a:spcPts val="360"/>
              </a:spcBef>
              <a:spcAft>
                <a:spcPts val="0"/>
              </a:spcAft>
              <a:buSzPts val="1200"/>
              <a:buNone/>
            </a:pPr>
            <a:r>
              <a:rPr b="1" lang="en" sz="2200">
                <a:solidFill>
                  <a:srgbClr val="000000"/>
                </a:solidFill>
                <a:highlight>
                  <a:srgbClr val="CCFFFF"/>
                </a:highlight>
                <a:latin typeface="Roboto"/>
                <a:ea typeface="Roboto"/>
                <a:cs typeface="Roboto"/>
                <a:sym typeface="Roboto"/>
              </a:rPr>
              <a:t>Gene</a:t>
            </a:r>
            <a:endParaRPr sz="2200"/>
          </a:p>
          <a:p>
            <a:pPr indent="0" lvl="0" marL="0" rtl="0" algn="l">
              <a:lnSpc>
                <a:spcPct val="100000"/>
              </a:lnSpc>
              <a:spcBef>
                <a:spcPts val="360"/>
              </a:spcBef>
              <a:spcAft>
                <a:spcPts val="0"/>
              </a:spcAft>
              <a:buSzPts val="1200"/>
              <a:buNone/>
            </a:pPr>
            <a:r>
              <a:t/>
            </a:r>
            <a:endParaRPr/>
          </a:p>
        </p:txBody>
      </p:sp>
      <p:sp>
        <p:nvSpPr>
          <p:cNvPr id="182" name="Google Shape;182;p4"/>
          <p:cNvSpPr txBox="1"/>
          <p:nvPr/>
        </p:nvSpPr>
        <p:spPr>
          <a:xfrm>
            <a:off x="2253600" y="2999625"/>
            <a:ext cx="35472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Roboto"/>
                <a:ea typeface="Roboto"/>
                <a:cs typeface="Roboto"/>
                <a:sym typeface="Roboto"/>
              </a:rPr>
              <a:t>What do you know about these structures?</a:t>
            </a:r>
            <a:endParaRPr b="0" i="0" sz="2400" u="none" cap="none" strike="noStrike">
              <a:solidFill>
                <a:srgbClr val="000000"/>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grpSp>
        <p:nvGrpSpPr>
          <p:cNvPr id="187" name="Google Shape;187;p5"/>
          <p:cNvGrpSpPr/>
          <p:nvPr/>
        </p:nvGrpSpPr>
        <p:grpSpPr>
          <a:xfrm>
            <a:off x="4467225" y="0"/>
            <a:ext cx="4448176" cy="5143500"/>
            <a:chOff x="4695825" y="0"/>
            <a:chExt cx="4448176" cy="5143500"/>
          </a:xfrm>
        </p:grpSpPr>
        <p:pic>
          <p:nvPicPr>
            <p:cNvPr id="188" name="Google Shape;188;p5"/>
            <p:cNvPicPr preferRelativeResize="0"/>
            <p:nvPr/>
          </p:nvPicPr>
          <p:blipFill rotWithShape="1">
            <a:blip r:embed="rId3">
              <a:alphaModFix/>
            </a:blip>
            <a:srcRect b="0" l="3251" r="0" t="0"/>
            <a:stretch/>
          </p:blipFill>
          <p:spPr>
            <a:xfrm>
              <a:off x="4695825" y="0"/>
              <a:ext cx="4448176" cy="5143500"/>
            </a:xfrm>
            <a:prstGeom prst="rect">
              <a:avLst/>
            </a:prstGeom>
            <a:noFill/>
            <a:ln>
              <a:noFill/>
            </a:ln>
          </p:spPr>
        </p:pic>
        <p:sp>
          <p:nvSpPr>
            <p:cNvPr id="189" name="Google Shape;189;p5"/>
            <p:cNvSpPr/>
            <p:nvPr/>
          </p:nvSpPr>
          <p:spPr>
            <a:xfrm>
              <a:off x="5038725" y="828675"/>
              <a:ext cx="466800" cy="295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0" name="Google Shape;190;p5"/>
          <p:cNvSpPr txBox="1"/>
          <p:nvPr>
            <p:ph idx="1" type="body"/>
          </p:nvPr>
        </p:nvSpPr>
        <p:spPr>
          <a:xfrm>
            <a:off x="0" y="1140000"/>
            <a:ext cx="1886100" cy="400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360"/>
              </a:spcBef>
              <a:spcAft>
                <a:spcPts val="0"/>
              </a:spcAft>
              <a:buSzPts val="1200"/>
              <a:buNone/>
            </a:pPr>
            <a:r>
              <a:rPr b="1" lang="en" sz="1300">
                <a:solidFill>
                  <a:srgbClr val="000000"/>
                </a:solidFill>
                <a:highlight>
                  <a:srgbClr val="CCFFFF"/>
                </a:highlight>
                <a:latin typeface="Roboto"/>
                <a:ea typeface="Roboto"/>
                <a:cs typeface="Roboto"/>
                <a:sym typeface="Roboto"/>
              </a:rPr>
              <a:t>Chromosome</a:t>
            </a:r>
            <a:r>
              <a:rPr lang="en" sz="1300">
                <a:solidFill>
                  <a:srgbClr val="000000"/>
                </a:solidFill>
                <a:latin typeface="Roboto"/>
                <a:ea typeface="Roboto"/>
                <a:cs typeface="Roboto"/>
                <a:sym typeface="Roboto"/>
              </a:rPr>
              <a:t> = long threads of DNA, found in the nucleus of a cell, which are made up of thousands of genes.</a:t>
            </a:r>
            <a:endParaRPr sz="1300">
              <a:solidFill>
                <a:srgbClr val="000000"/>
              </a:solidFill>
              <a:latin typeface="Roboto"/>
              <a:ea typeface="Roboto"/>
              <a:cs typeface="Roboto"/>
              <a:sym typeface="Roboto"/>
            </a:endParaRPr>
          </a:p>
          <a:p>
            <a:pPr indent="0" lvl="0" marL="0" rtl="0" algn="l">
              <a:lnSpc>
                <a:spcPct val="100000"/>
              </a:lnSpc>
              <a:spcBef>
                <a:spcPts val="360"/>
              </a:spcBef>
              <a:spcAft>
                <a:spcPts val="0"/>
              </a:spcAft>
              <a:buSzPts val="1200"/>
              <a:buNone/>
            </a:pPr>
            <a:r>
              <a:t/>
            </a:r>
            <a:endParaRPr sz="1300">
              <a:solidFill>
                <a:srgbClr val="000000"/>
              </a:solidFill>
              <a:latin typeface="Roboto"/>
              <a:ea typeface="Roboto"/>
              <a:cs typeface="Roboto"/>
              <a:sym typeface="Roboto"/>
            </a:endParaRPr>
          </a:p>
          <a:p>
            <a:pPr indent="0" lvl="0" marL="0" marR="0" rtl="0" algn="l">
              <a:lnSpc>
                <a:spcPct val="100000"/>
              </a:lnSpc>
              <a:spcBef>
                <a:spcPts val="360"/>
              </a:spcBef>
              <a:spcAft>
                <a:spcPts val="0"/>
              </a:spcAft>
              <a:buSzPts val="1200"/>
              <a:buNone/>
            </a:pPr>
            <a:r>
              <a:rPr b="1" lang="en" sz="1300">
                <a:solidFill>
                  <a:srgbClr val="000000"/>
                </a:solidFill>
                <a:highlight>
                  <a:srgbClr val="CCFFFF"/>
                </a:highlight>
                <a:latin typeface="Roboto"/>
                <a:ea typeface="Roboto"/>
                <a:cs typeface="Roboto"/>
                <a:sym typeface="Roboto"/>
              </a:rPr>
              <a:t>DNA</a:t>
            </a:r>
            <a:r>
              <a:rPr lang="en" sz="1300">
                <a:solidFill>
                  <a:srgbClr val="000000"/>
                </a:solidFill>
                <a:latin typeface="Roboto"/>
                <a:ea typeface="Roboto"/>
                <a:cs typeface="Roboto"/>
                <a:sym typeface="Roboto"/>
              </a:rPr>
              <a:t> = chemical substance that carries a code of instructions that determines how cells and organisms develop.</a:t>
            </a:r>
            <a:endParaRPr sz="1300">
              <a:solidFill>
                <a:srgbClr val="000000"/>
              </a:solidFill>
              <a:latin typeface="Roboto"/>
              <a:ea typeface="Roboto"/>
              <a:cs typeface="Roboto"/>
              <a:sym typeface="Roboto"/>
            </a:endParaRPr>
          </a:p>
          <a:p>
            <a:pPr indent="0" lvl="0" marL="0" rtl="0" algn="l">
              <a:lnSpc>
                <a:spcPct val="100000"/>
              </a:lnSpc>
              <a:spcBef>
                <a:spcPts val="360"/>
              </a:spcBef>
              <a:spcAft>
                <a:spcPts val="0"/>
              </a:spcAft>
              <a:buSzPts val="1200"/>
              <a:buNone/>
            </a:pPr>
            <a:r>
              <a:t/>
            </a:r>
            <a:endParaRPr sz="1300">
              <a:solidFill>
                <a:srgbClr val="000000"/>
              </a:solidFill>
              <a:latin typeface="Roboto"/>
              <a:ea typeface="Roboto"/>
              <a:cs typeface="Roboto"/>
              <a:sym typeface="Roboto"/>
            </a:endParaRPr>
          </a:p>
          <a:p>
            <a:pPr indent="0" lvl="0" marL="0" rtl="0" algn="l">
              <a:lnSpc>
                <a:spcPct val="100000"/>
              </a:lnSpc>
              <a:spcBef>
                <a:spcPts val="360"/>
              </a:spcBef>
              <a:spcAft>
                <a:spcPts val="0"/>
              </a:spcAft>
              <a:buSzPts val="1200"/>
              <a:buNone/>
            </a:pPr>
            <a:r>
              <a:rPr b="1" lang="en" sz="1300">
                <a:solidFill>
                  <a:srgbClr val="000000"/>
                </a:solidFill>
                <a:highlight>
                  <a:srgbClr val="CCFFFF"/>
                </a:highlight>
                <a:latin typeface="Roboto"/>
                <a:ea typeface="Roboto"/>
                <a:cs typeface="Roboto"/>
                <a:sym typeface="Roboto"/>
              </a:rPr>
              <a:t>Gene</a:t>
            </a:r>
            <a:r>
              <a:rPr lang="en" sz="1300">
                <a:solidFill>
                  <a:srgbClr val="000000"/>
                </a:solidFill>
                <a:latin typeface="Roboto"/>
                <a:ea typeface="Roboto"/>
                <a:cs typeface="Roboto"/>
                <a:sym typeface="Roboto"/>
              </a:rPr>
              <a:t> = instructions, in the form of a DNA code, that affect many of the characteristics of an organism</a:t>
            </a:r>
            <a:endParaRPr sz="1300">
              <a:solidFill>
                <a:srgbClr val="000000"/>
              </a:solidFill>
              <a:latin typeface="Roboto"/>
              <a:ea typeface="Roboto"/>
              <a:cs typeface="Roboto"/>
              <a:sym typeface="Roboto"/>
            </a:endParaRPr>
          </a:p>
          <a:p>
            <a:pPr indent="0" lvl="0" marL="0" rtl="0" algn="l">
              <a:lnSpc>
                <a:spcPct val="100000"/>
              </a:lnSpc>
              <a:spcBef>
                <a:spcPts val="360"/>
              </a:spcBef>
              <a:spcAft>
                <a:spcPts val="0"/>
              </a:spcAft>
              <a:buSzPts val="1200"/>
              <a:buNone/>
            </a:pPr>
            <a:r>
              <a:t/>
            </a:r>
            <a:endParaRPr/>
          </a:p>
          <a:p>
            <a:pPr indent="0" lvl="0" marL="0" rtl="0" algn="l">
              <a:lnSpc>
                <a:spcPct val="100000"/>
              </a:lnSpc>
              <a:spcBef>
                <a:spcPts val="360"/>
              </a:spcBef>
              <a:spcAft>
                <a:spcPts val="0"/>
              </a:spcAft>
              <a:buSzPts val="1200"/>
              <a:buNone/>
            </a:pPr>
            <a:r>
              <a:t/>
            </a:r>
            <a:endParaRPr/>
          </a:p>
        </p:txBody>
      </p:sp>
      <p:sp>
        <p:nvSpPr>
          <p:cNvPr id="191" name="Google Shape;191;p5"/>
          <p:cNvSpPr txBox="1"/>
          <p:nvPr/>
        </p:nvSpPr>
        <p:spPr>
          <a:xfrm>
            <a:off x="2155238" y="3720650"/>
            <a:ext cx="2442900" cy="10179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2000"/>
              <a:buFont typeface="Arial"/>
              <a:buNone/>
            </a:pPr>
            <a:r>
              <a:rPr b="1" i="0" lang="en" sz="2000" u="none" cap="none" strike="noStrike">
                <a:solidFill>
                  <a:srgbClr val="0A95B0"/>
                </a:solidFill>
                <a:latin typeface="Roboto"/>
                <a:ea typeface="Roboto"/>
                <a:cs typeface="Roboto"/>
                <a:sym typeface="Roboto"/>
              </a:rPr>
              <a:t>Genes are the most basic unit of inheritance</a:t>
            </a:r>
            <a:endParaRPr b="1" i="0" sz="2000" u="none" cap="none" strike="noStrike">
              <a:solidFill>
                <a:srgbClr val="0A95B0"/>
              </a:solidFill>
              <a:latin typeface="Roboto"/>
              <a:ea typeface="Roboto"/>
              <a:cs typeface="Roboto"/>
              <a:sym typeface="Roboto"/>
            </a:endParaRPr>
          </a:p>
        </p:txBody>
      </p:sp>
      <p:sp>
        <p:nvSpPr>
          <p:cNvPr id="192" name="Google Shape;192;p5"/>
          <p:cNvSpPr txBox="1"/>
          <p:nvPr>
            <p:ph idx="4294967295" type="sldNum"/>
          </p:nvPr>
        </p:nvSpPr>
        <p:spPr>
          <a:xfrm>
            <a:off x="-75" y="0"/>
            <a:ext cx="1821000" cy="11400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200"/>
              <a:buNone/>
            </a:pPr>
            <a:r>
              <a:rPr lang="en" sz="2200"/>
              <a:t>What are these genes that you speak of?</a:t>
            </a:r>
            <a:endParaRPr sz="2200"/>
          </a:p>
        </p:txBody>
      </p:sp>
      <p:sp>
        <p:nvSpPr>
          <p:cNvPr id="193" name="Google Shape;193;p5"/>
          <p:cNvSpPr txBox="1"/>
          <p:nvPr/>
        </p:nvSpPr>
        <p:spPr>
          <a:xfrm>
            <a:off x="1962413" y="1944600"/>
            <a:ext cx="3000000" cy="11400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2000"/>
              <a:buFont typeface="Arial"/>
              <a:buNone/>
            </a:pPr>
            <a:r>
              <a:rPr b="1" i="0" lang="en" sz="2000" u="none" cap="none" strike="noStrike">
                <a:solidFill>
                  <a:srgbClr val="0A95B0"/>
                </a:solidFill>
                <a:latin typeface="Roboto"/>
                <a:ea typeface="Roboto"/>
                <a:cs typeface="Roboto"/>
                <a:sym typeface="Roboto"/>
              </a:rPr>
              <a:t>DNA contains all the instructions your body needs to live</a:t>
            </a:r>
            <a:endParaRPr b="1" i="0" sz="2000" u="none" cap="none" strike="noStrike">
              <a:solidFill>
                <a:srgbClr val="0A95B0"/>
              </a:solidFill>
              <a:latin typeface="Roboto"/>
              <a:ea typeface="Roboto"/>
              <a:cs typeface="Roboto"/>
              <a:sym typeface="Roboto"/>
            </a:endParaRPr>
          </a:p>
        </p:txBody>
      </p:sp>
      <p:sp>
        <p:nvSpPr>
          <p:cNvPr id="194" name="Google Shape;194;p5"/>
          <p:cNvSpPr txBox="1"/>
          <p:nvPr/>
        </p:nvSpPr>
        <p:spPr>
          <a:xfrm>
            <a:off x="1962413" y="675700"/>
            <a:ext cx="3000000" cy="728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A95B0"/>
                </a:solidFill>
                <a:latin typeface="Roboto"/>
                <a:ea typeface="Roboto"/>
                <a:cs typeface="Roboto"/>
                <a:sym typeface="Roboto"/>
              </a:rPr>
              <a:t>Human cells have 46 chromosomes (23 pairs) </a:t>
            </a:r>
            <a:endParaRPr b="0" i="0" sz="1400" u="none" cap="none" strike="noStrike">
              <a:solidFill>
                <a:srgbClr val="000000"/>
              </a:solidFill>
              <a:latin typeface="Roboto"/>
              <a:ea typeface="Roboto"/>
              <a:cs typeface="Roboto"/>
              <a:sym typeface="Roboto"/>
            </a:endParaRPr>
          </a:p>
        </p:txBody>
      </p:sp>
      <p:cxnSp>
        <p:nvCxnSpPr>
          <p:cNvPr id="195" name="Google Shape;195;p5"/>
          <p:cNvCxnSpPr>
            <a:endCxn id="196" idx="0"/>
          </p:cNvCxnSpPr>
          <p:nvPr/>
        </p:nvCxnSpPr>
        <p:spPr>
          <a:xfrm>
            <a:off x="7924650" y="987700"/>
            <a:ext cx="671700" cy="263700"/>
          </a:xfrm>
          <a:prstGeom prst="straightConnector1">
            <a:avLst/>
          </a:prstGeom>
          <a:noFill/>
          <a:ln cap="flat" cmpd="sng" w="19050">
            <a:solidFill>
              <a:schemeClr val="dk1"/>
            </a:solidFill>
            <a:prstDash val="solid"/>
            <a:round/>
            <a:headEnd len="sm" w="sm" type="none"/>
            <a:tailEnd len="sm" w="sm" type="none"/>
          </a:ln>
        </p:spPr>
      </p:cxnSp>
      <p:sp>
        <p:nvSpPr>
          <p:cNvPr id="196" name="Google Shape;196;p5"/>
          <p:cNvSpPr txBox="1"/>
          <p:nvPr/>
        </p:nvSpPr>
        <p:spPr>
          <a:xfrm>
            <a:off x="8048700" y="1251400"/>
            <a:ext cx="1095300" cy="152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Centromere</a:t>
            </a:r>
            <a:endParaRPr b="1" i="0" sz="12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id="201" name="Google Shape;201;p6"/>
          <p:cNvPicPr preferRelativeResize="0"/>
          <p:nvPr/>
        </p:nvPicPr>
        <p:blipFill rotWithShape="1">
          <a:blip r:embed="rId3">
            <a:alphaModFix/>
          </a:blip>
          <a:srcRect b="0" l="8525" r="9427" t="0"/>
          <a:stretch/>
        </p:blipFill>
        <p:spPr>
          <a:xfrm>
            <a:off x="1390650" y="152400"/>
            <a:ext cx="7058026" cy="4838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7"/>
          <p:cNvSpPr txBox="1"/>
          <p:nvPr/>
        </p:nvSpPr>
        <p:spPr>
          <a:xfrm>
            <a:off x="728425" y="54025"/>
            <a:ext cx="80427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Arial"/>
              <a:buNone/>
            </a:pPr>
            <a:r>
              <a:rPr b="0" i="0" lang="en" sz="3000" u="none" cap="none" strike="noStrike">
                <a:solidFill>
                  <a:srgbClr val="0A95B0"/>
                </a:solidFill>
                <a:latin typeface="Roboto"/>
                <a:ea typeface="Roboto"/>
                <a:cs typeface="Roboto"/>
                <a:sym typeface="Roboto"/>
              </a:rPr>
              <a:t>Chromosomes</a:t>
            </a:r>
            <a:endParaRPr b="0" i="0" sz="1800" u="none" cap="none" strike="noStrike">
              <a:solidFill>
                <a:srgbClr val="0A95B0"/>
              </a:solidFill>
              <a:latin typeface="Roboto"/>
              <a:ea typeface="Roboto"/>
              <a:cs typeface="Roboto"/>
              <a:sym typeface="Roboto"/>
            </a:endParaRPr>
          </a:p>
        </p:txBody>
      </p:sp>
      <p:sp>
        <p:nvSpPr>
          <p:cNvPr id="207" name="Google Shape;207;p7"/>
          <p:cNvSpPr txBox="1"/>
          <p:nvPr/>
        </p:nvSpPr>
        <p:spPr>
          <a:xfrm>
            <a:off x="728425" y="780225"/>
            <a:ext cx="4089000" cy="2555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 sz="2200" u="none" cap="none" strike="noStrike">
                <a:solidFill>
                  <a:schemeClr val="dk1"/>
                </a:solidFill>
                <a:latin typeface="Roboto"/>
                <a:ea typeface="Roboto"/>
                <a:cs typeface="Roboto"/>
                <a:sym typeface="Roboto"/>
              </a:rPr>
              <a:t>We often see chromosomes having a ‘cross’ shape.</a:t>
            </a:r>
            <a:endParaRPr b="0" i="0" sz="2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200"/>
              <a:buFont typeface="Arial"/>
              <a:buNone/>
            </a:pPr>
            <a:r>
              <a:rPr b="0" i="0" lang="en" sz="2200" u="none" cap="none" strike="noStrike">
                <a:solidFill>
                  <a:schemeClr val="dk1"/>
                </a:solidFill>
                <a:latin typeface="Roboto"/>
                <a:ea typeface="Roboto"/>
                <a:cs typeface="Roboto"/>
                <a:sym typeface="Roboto"/>
              </a:rPr>
              <a:t>In reality, this is what a chromosome looks like when a cell has made a copy of itself, just before a cell divides.</a:t>
            </a:r>
            <a:endParaRPr b="0" i="0" sz="2200" u="none" cap="none" strike="noStrike">
              <a:solidFill>
                <a:schemeClr val="dk1"/>
              </a:solidFill>
              <a:latin typeface="Roboto"/>
              <a:ea typeface="Roboto"/>
              <a:cs typeface="Roboto"/>
              <a:sym typeface="Roboto"/>
            </a:endParaRPr>
          </a:p>
        </p:txBody>
      </p:sp>
      <p:pic>
        <p:nvPicPr>
          <p:cNvPr id="208" name="Google Shape;208;p7"/>
          <p:cNvPicPr preferRelativeResize="0"/>
          <p:nvPr/>
        </p:nvPicPr>
        <p:blipFill rotWithShape="1">
          <a:blip r:embed="rId3">
            <a:alphaModFix/>
          </a:blip>
          <a:srcRect b="36472" l="0" r="0" t="0"/>
          <a:stretch/>
        </p:blipFill>
        <p:spPr>
          <a:xfrm>
            <a:off x="4817425" y="150000"/>
            <a:ext cx="3778534" cy="2555100"/>
          </a:xfrm>
          <a:prstGeom prst="rect">
            <a:avLst/>
          </a:prstGeom>
          <a:noFill/>
          <a:ln>
            <a:noFill/>
          </a:ln>
        </p:spPr>
      </p:pic>
      <p:pic>
        <p:nvPicPr>
          <p:cNvPr id="209" name="Google Shape;209;p7" title="mitosis gif.gif"/>
          <p:cNvPicPr preferRelativeResize="0"/>
          <p:nvPr/>
        </p:nvPicPr>
        <p:blipFill rotWithShape="1">
          <a:blip r:embed="rId4">
            <a:alphaModFix/>
          </a:blip>
          <a:srcRect b="0" l="0" r="0" t="0"/>
          <a:stretch/>
        </p:blipFill>
        <p:spPr>
          <a:xfrm>
            <a:off x="5009125" y="2705100"/>
            <a:ext cx="3905250" cy="2343150"/>
          </a:xfrm>
          <a:prstGeom prst="rect">
            <a:avLst/>
          </a:prstGeom>
          <a:noFill/>
          <a:ln>
            <a:noFill/>
          </a:ln>
        </p:spPr>
      </p:pic>
      <p:pic>
        <p:nvPicPr>
          <p:cNvPr id="210" name="Google Shape;210;p7"/>
          <p:cNvPicPr preferRelativeResize="0"/>
          <p:nvPr/>
        </p:nvPicPr>
        <p:blipFill rotWithShape="1">
          <a:blip r:embed="rId5">
            <a:alphaModFix/>
          </a:blip>
          <a:srcRect b="0" l="0" r="0" t="0"/>
          <a:stretch/>
        </p:blipFill>
        <p:spPr>
          <a:xfrm>
            <a:off x="1273350" y="3335325"/>
            <a:ext cx="2706449" cy="1668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8"/>
          <p:cNvSpPr txBox="1"/>
          <p:nvPr/>
        </p:nvSpPr>
        <p:spPr>
          <a:xfrm>
            <a:off x="728425" y="54025"/>
            <a:ext cx="80427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Arial"/>
              <a:buNone/>
            </a:pPr>
            <a:r>
              <a:rPr b="0" i="0" lang="en" sz="3000" u="none" cap="none" strike="noStrike">
                <a:solidFill>
                  <a:srgbClr val="0A95B0"/>
                </a:solidFill>
                <a:latin typeface="Roboto"/>
                <a:ea typeface="Roboto"/>
                <a:cs typeface="Roboto"/>
                <a:sym typeface="Roboto"/>
              </a:rPr>
              <a:t>Chromosomes</a:t>
            </a:r>
            <a:endParaRPr b="0" i="0" sz="1800" u="none" cap="none" strike="noStrike">
              <a:solidFill>
                <a:srgbClr val="0A95B0"/>
              </a:solidFill>
              <a:latin typeface="Roboto"/>
              <a:ea typeface="Roboto"/>
              <a:cs typeface="Roboto"/>
              <a:sym typeface="Roboto"/>
            </a:endParaRPr>
          </a:p>
        </p:txBody>
      </p:sp>
      <p:sp>
        <p:nvSpPr>
          <p:cNvPr id="216" name="Google Shape;216;p8"/>
          <p:cNvSpPr txBox="1"/>
          <p:nvPr/>
        </p:nvSpPr>
        <p:spPr>
          <a:xfrm>
            <a:off x="728425" y="780225"/>
            <a:ext cx="4089000" cy="3909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 sz="2200" u="none" cap="none" strike="noStrike">
                <a:solidFill>
                  <a:schemeClr val="dk1"/>
                </a:solidFill>
                <a:latin typeface="Roboto"/>
                <a:ea typeface="Roboto"/>
                <a:cs typeface="Roboto"/>
                <a:sym typeface="Roboto"/>
              </a:rPr>
              <a:t>We often see chromosomes having a ‘cross’ shape.</a:t>
            </a:r>
            <a:endParaRPr b="0" i="0" sz="2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200"/>
              <a:buFont typeface="Arial"/>
              <a:buNone/>
            </a:pPr>
            <a:r>
              <a:rPr b="0" i="0" lang="en" sz="2200" u="none" cap="none" strike="noStrike">
                <a:solidFill>
                  <a:schemeClr val="dk1"/>
                </a:solidFill>
                <a:latin typeface="Roboto"/>
                <a:ea typeface="Roboto"/>
                <a:cs typeface="Roboto"/>
                <a:sym typeface="Roboto"/>
              </a:rPr>
              <a:t>In reality, this is what a chromosome looks like when a cell has made a copy of itself, just before a cell divides.</a:t>
            </a:r>
            <a:endParaRPr b="0" i="0" sz="2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200"/>
              <a:buFont typeface="Arial"/>
              <a:buNone/>
            </a:pPr>
            <a:r>
              <a:rPr b="0" i="0" lang="en" sz="2200" u="none" cap="none" strike="noStrike">
                <a:solidFill>
                  <a:schemeClr val="dk1"/>
                </a:solidFill>
                <a:latin typeface="Roboto"/>
                <a:ea typeface="Roboto"/>
                <a:cs typeface="Roboto"/>
                <a:sym typeface="Roboto"/>
              </a:rPr>
              <a:t>The two copies (</a:t>
            </a:r>
            <a:r>
              <a:rPr b="1" i="0" lang="en" sz="2200" u="none" cap="none" strike="noStrike">
                <a:solidFill>
                  <a:schemeClr val="dk1"/>
                </a:solidFill>
                <a:latin typeface="Roboto"/>
                <a:ea typeface="Roboto"/>
                <a:cs typeface="Roboto"/>
                <a:sym typeface="Roboto"/>
              </a:rPr>
              <a:t>chromatids</a:t>
            </a:r>
            <a:r>
              <a:rPr b="0" i="0" lang="en" sz="2200" u="none" cap="none" strike="noStrike">
                <a:solidFill>
                  <a:schemeClr val="dk1"/>
                </a:solidFill>
                <a:latin typeface="Roboto"/>
                <a:ea typeface="Roboto"/>
                <a:cs typeface="Roboto"/>
                <a:sym typeface="Roboto"/>
              </a:rPr>
              <a:t>) are joined together by their </a:t>
            </a:r>
            <a:r>
              <a:rPr b="1" i="0" lang="en" sz="2200" u="none" cap="none" strike="noStrike">
                <a:solidFill>
                  <a:schemeClr val="dk1"/>
                </a:solidFill>
                <a:latin typeface="Roboto"/>
                <a:ea typeface="Roboto"/>
                <a:cs typeface="Roboto"/>
                <a:sym typeface="Roboto"/>
              </a:rPr>
              <a:t>centromere</a:t>
            </a:r>
            <a:r>
              <a:rPr b="0" i="0" lang="en" sz="2200" u="none" cap="none" strike="noStrike">
                <a:solidFill>
                  <a:schemeClr val="dk1"/>
                </a:solidFill>
                <a:latin typeface="Roboto"/>
                <a:ea typeface="Roboto"/>
                <a:cs typeface="Roboto"/>
                <a:sym typeface="Roboto"/>
              </a:rPr>
              <a:t>.</a:t>
            </a:r>
            <a:endParaRPr b="0" i="0" sz="2200" u="none" cap="none" strike="noStrike">
              <a:solidFill>
                <a:schemeClr val="dk1"/>
              </a:solidFill>
              <a:latin typeface="Roboto"/>
              <a:ea typeface="Roboto"/>
              <a:cs typeface="Roboto"/>
              <a:sym typeface="Roboto"/>
            </a:endParaRPr>
          </a:p>
        </p:txBody>
      </p:sp>
      <p:pic>
        <p:nvPicPr>
          <p:cNvPr id="217" name="Google Shape;217;p8"/>
          <p:cNvPicPr preferRelativeResize="0"/>
          <p:nvPr/>
        </p:nvPicPr>
        <p:blipFill rotWithShape="1">
          <a:blip r:embed="rId3">
            <a:alphaModFix/>
          </a:blip>
          <a:srcRect b="0" l="0" r="0" t="0"/>
          <a:stretch/>
        </p:blipFill>
        <p:spPr>
          <a:xfrm>
            <a:off x="4817276" y="590550"/>
            <a:ext cx="4155300" cy="4423100"/>
          </a:xfrm>
          <a:prstGeom prst="rect">
            <a:avLst/>
          </a:prstGeom>
          <a:noFill/>
          <a:ln>
            <a:noFill/>
          </a:ln>
        </p:spPr>
      </p:pic>
      <p:cxnSp>
        <p:nvCxnSpPr>
          <p:cNvPr id="218" name="Google Shape;218;p8"/>
          <p:cNvCxnSpPr>
            <a:endCxn id="219" idx="0"/>
          </p:cNvCxnSpPr>
          <p:nvPr/>
        </p:nvCxnSpPr>
        <p:spPr>
          <a:xfrm>
            <a:off x="7819875" y="2363700"/>
            <a:ext cx="671700" cy="263700"/>
          </a:xfrm>
          <a:prstGeom prst="straightConnector1">
            <a:avLst/>
          </a:prstGeom>
          <a:noFill/>
          <a:ln cap="flat" cmpd="sng" w="19050">
            <a:solidFill>
              <a:schemeClr val="dk1"/>
            </a:solidFill>
            <a:prstDash val="solid"/>
            <a:round/>
            <a:headEnd len="sm" w="sm" type="none"/>
            <a:tailEnd len="sm" w="sm" type="none"/>
          </a:ln>
        </p:spPr>
      </p:cxnSp>
      <p:sp>
        <p:nvSpPr>
          <p:cNvPr id="219" name="Google Shape;219;p8"/>
          <p:cNvSpPr txBox="1"/>
          <p:nvPr/>
        </p:nvSpPr>
        <p:spPr>
          <a:xfrm>
            <a:off x="7943925" y="2627400"/>
            <a:ext cx="1095300" cy="152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B5394"/>
                </a:solidFill>
                <a:latin typeface="Arial"/>
                <a:ea typeface="Arial"/>
                <a:cs typeface="Arial"/>
                <a:sym typeface="Arial"/>
              </a:rPr>
              <a:t>centromere</a:t>
            </a:r>
            <a:endParaRPr b="1" i="0" sz="1200" u="none" cap="none" strike="noStrike">
              <a:solidFill>
                <a:srgbClr val="0B5394"/>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9"/>
          <p:cNvSpPr txBox="1"/>
          <p:nvPr/>
        </p:nvSpPr>
        <p:spPr>
          <a:xfrm>
            <a:off x="728425" y="54025"/>
            <a:ext cx="80427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Arial"/>
              <a:buNone/>
            </a:pPr>
            <a:r>
              <a:rPr b="0" i="0" lang="en" sz="2800" u="none" cap="none" strike="noStrike">
                <a:solidFill>
                  <a:srgbClr val="0A95B0"/>
                </a:solidFill>
                <a:latin typeface="Roboto"/>
                <a:ea typeface="Roboto"/>
                <a:cs typeface="Roboto"/>
                <a:sym typeface="Roboto"/>
              </a:rPr>
              <a:t>Chromosomes, genes and DNA… continued</a:t>
            </a:r>
            <a:endParaRPr b="0" i="0" sz="1600" u="none" cap="none" strike="noStrike">
              <a:solidFill>
                <a:srgbClr val="0A95B0"/>
              </a:solidFill>
              <a:latin typeface="Roboto"/>
              <a:ea typeface="Roboto"/>
              <a:cs typeface="Roboto"/>
              <a:sym typeface="Roboto"/>
            </a:endParaRPr>
          </a:p>
        </p:txBody>
      </p:sp>
      <p:sp>
        <p:nvSpPr>
          <p:cNvPr id="225" name="Google Shape;225;p9"/>
          <p:cNvSpPr txBox="1"/>
          <p:nvPr/>
        </p:nvSpPr>
        <p:spPr>
          <a:xfrm>
            <a:off x="795775" y="700513"/>
            <a:ext cx="8185500" cy="1877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200" u="sng" cap="none" strike="noStrike">
                <a:solidFill>
                  <a:srgbClr val="000000"/>
                </a:solidFill>
                <a:latin typeface="Roboto"/>
                <a:ea typeface="Roboto"/>
                <a:cs typeface="Roboto"/>
                <a:sym typeface="Roboto"/>
              </a:rPr>
              <a:t>Lesson objectives</a:t>
            </a:r>
            <a:endParaRPr b="0" i="0" sz="2200" u="sng" cap="none" strike="noStrike">
              <a:solidFill>
                <a:srgbClr val="000000"/>
              </a:solidFill>
              <a:latin typeface="Roboto"/>
              <a:ea typeface="Roboto"/>
              <a:cs typeface="Roboto"/>
              <a:sym typeface="Roboto"/>
            </a:endParaRPr>
          </a:p>
          <a:p>
            <a:pPr indent="-368300" lvl="0" marL="457200" marR="0" rtl="0" algn="l">
              <a:lnSpc>
                <a:spcPct val="100000"/>
              </a:lnSpc>
              <a:spcBef>
                <a:spcPts val="0"/>
              </a:spcBef>
              <a:spcAft>
                <a:spcPts val="0"/>
              </a:spcAft>
              <a:buClr>
                <a:srgbClr val="000000"/>
              </a:buClr>
              <a:buSzPts val="2200"/>
              <a:buFont typeface="Roboto"/>
              <a:buChar char="❏"/>
            </a:pPr>
            <a:r>
              <a:rPr b="0" i="0" lang="en" sz="2200" u="none" cap="none" strike="noStrike">
                <a:solidFill>
                  <a:srgbClr val="000000"/>
                </a:solidFill>
                <a:latin typeface="Roboto"/>
                <a:ea typeface="Roboto"/>
                <a:cs typeface="Roboto"/>
                <a:sym typeface="Roboto"/>
              </a:rPr>
              <a:t>To explain what chromosomes are made up of.</a:t>
            </a:r>
            <a:endParaRPr b="0" i="0" sz="2200" u="none" cap="none" strike="noStrike">
              <a:solidFill>
                <a:srgbClr val="000000"/>
              </a:solidFill>
              <a:latin typeface="Roboto"/>
              <a:ea typeface="Roboto"/>
              <a:cs typeface="Roboto"/>
              <a:sym typeface="Roboto"/>
            </a:endParaRPr>
          </a:p>
          <a:p>
            <a:pPr indent="-368300" lvl="0" marL="457200" marR="0" rtl="0" algn="l">
              <a:lnSpc>
                <a:spcPct val="100000"/>
              </a:lnSpc>
              <a:spcBef>
                <a:spcPts val="0"/>
              </a:spcBef>
              <a:spcAft>
                <a:spcPts val="0"/>
              </a:spcAft>
              <a:buClr>
                <a:srgbClr val="000000"/>
              </a:buClr>
              <a:buSzPts val="2200"/>
              <a:buFont typeface="Roboto"/>
              <a:buChar char="❏"/>
            </a:pPr>
            <a:r>
              <a:rPr b="0" i="0" lang="en" sz="2200" u="none" cap="none" strike="noStrike">
                <a:solidFill>
                  <a:srgbClr val="000000"/>
                </a:solidFill>
                <a:latin typeface="Roboto"/>
                <a:ea typeface="Roboto"/>
                <a:cs typeface="Roboto"/>
                <a:sym typeface="Roboto"/>
              </a:rPr>
              <a:t>To describe how characteristics are inherited.</a:t>
            </a:r>
            <a:endParaRPr b="0" i="0" sz="2200" u="none" cap="none" strike="noStrike">
              <a:solidFill>
                <a:srgbClr val="000000"/>
              </a:solidFill>
              <a:latin typeface="Roboto"/>
              <a:ea typeface="Roboto"/>
              <a:cs typeface="Roboto"/>
              <a:sym typeface="Roboto"/>
            </a:endParaRPr>
          </a:p>
          <a:p>
            <a:pPr indent="-368300" lvl="0" marL="457200" marR="0" rtl="0" algn="l">
              <a:lnSpc>
                <a:spcPct val="100000"/>
              </a:lnSpc>
              <a:spcBef>
                <a:spcPts val="0"/>
              </a:spcBef>
              <a:spcAft>
                <a:spcPts val="0"/>
              </a:spcAft>
              <a:buClr>
                <a:schemeClr val="dk1"/>
              </a:buClr>
              <a:buSzPts val="2200"/>
              <a:buFont typeface="Roboto"/>
              <a:buChar char="❏"/>
            </a:pPr>
            <a:r>
              <a:rPr b="0" i="0" lang="en" sz="2200" u="none" cap="none" strike="noStrike">
                <a:solidFill>
                  <a:srgbClr val="000000"/>
                </a:solidFill>
                <a:latin typeface="Roboto"/>
                <a:ea typeface="Roboto"/>
                <a:cs typeface="Roboto"/>
                <a:sym typeface="Roboto"/>
              </a:rPr>
              <a:t>To understand that more than one scientist was involved in discovering the structure of DNA.</a:t>
            </a:r>
            <a:endParaRPr b="0" i="0" sz="2200" u="none" cap="none" strike="noStrike">
              <a:solidFill>
                <a:srgbClr val="000000"/>
              </a:solidFill>
              <a:latin typeface="Roboto"/>
              <a:ea typeface="Roboto"/>
              <a:cs typeface="Roboto"/>
              <a:sym typeface="Roboto"/>
            </a:endParaRPr>
          </a:p>
        </p:txBody>
      </p:sp>
      <p:sp>
        <p:nvSpPr>
          <p:cNvPr id="226" name="Google Shape;226;p9"/>
          <p:cNvSpPr/>
          <p:nvPr/>
        </p:nvSpPr>
        <p:spPr>
          <a:xfrm>
            <a:off x="728425" y="4419600"/>
            <a:ext cx="8320200" cy="620400"/>
          </a:xfrm>
          <a:prstGeom prst="rect">
            <a:avLst/>
          </a:prstGeom>
          <a:noFill/>
          <a:ln cap="flat" cmpd="sng" w="19050">
            <a:solidFill>
              <a:srgbClr val="0A95B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1200" u="none" cap="none" strike="noStrike">
                <a:solidFill>
                  <a:srgbClr val="000000"/>
                </a:solidFill>
                <a:latin typeface="Roboto"/>
                <a:ea typeface="Roboto"/>
                <a:cs typeface="Roboto"/>
                <a:sym typeface="Roboto"/>
              </a:rPr>
              <a:t>Keywords:</a:t>
            </a:r>
            <a:r>
              <a:rPr b="0" i="0" lang="en" sz="1200" u="none" cap="none" strike="noStrike">
                <a:solidFill>
                  <a:srgbClr val="000000"/>
                </a:solidFill>
                <a:latin typeface="Roboto"/>
                <a:ea typeface="Roboto"/>
                <a:cs typeface="Roboto"/>
                <a:sym typeface="Roboto"/>
              </a:rPr>
              <a:t> nucleus, chromosomes, chromatid, centromere, genes, DNA, base sequences</a:t>
            </a:r>
            <a:endParaRPr b="0" i="0" sz="1200" u="none" cap="none" strike="noStrike">
              <a:solidFill>
                <a:srgbClr val="000000"/>
              </a:solidFill>
              <a:latin typeface="Roboto"/>
              <a:ea typeface="Roboto"/>
              <a:cs typeface="Roboto"/>
              <a:sym typeface="Roboto"/>
            </a:endParaRPr>
          </a:p>
        </p:txBody>
      </p:sp>
      <p:pic>
        <p:nvPicPr>
          <p:cNvPr id="227" name="Google Shape;227;p9"/>
          <p:cNvPicPr preferRelativeResize="0"/>
          <p:nvPr/>
        </p:nvPicPr>
        <p:blipFill rotWithShape="1">
          <a:blip r:embed="rId3">
            <a:alphaModFix/>
          </a:blip>
          <a:srcRect b="0" l="0" r="0" t="0"/>
          <a:stretch/>
        </p:blipFill>
        <p:spPr>
          <a:xfrm>
            <a:off x="717675" y="3023975"/>
            <a:ext cx="1384800" cy="1196462"/>
          </a:xfrm>
          <a:prstGeom prst="rect">
            <a:avLst/>
          </a:prstGeom>
          <a:noFill/>
          <a:ln>
            <a:noFill/>
          </a:ln>
        </p:spPr>
      </p:pic>
      <p:sp>
        <p:nvSpPr>
          <p:cNvPr id="228" name="Google Shape;228;p9"/>
          <p:cNvSpPr txBox="1"/>
          <p:nvPr/>
        </p:nvSpPr>
        <p:spPr>
          <a:xfrm>
            <a:off x="2246375" y="3067951"/>
            <a:ext cx="5953200" cy="861900"/>
          </a:xfrm>
          <a:prstGeom prst="rect">
            <a:avLst/>
          </a:prstGeom>
          <a:solidFill>
            <a:srgbClr val="FF9900"/>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1" lang="en" sz="2200">
                <a:solidFill>
                  <a:schemeClr val="dk1"/>
                </a:solidFill>
                <a:latin typeface="Roboto"/>
                <a:ea typeface="Roboto"/>
                <a:cs typeface="Roboto"/>
                <a:sym typeface="Roboto"/>
              </a:rPr>
              <a:t>STARTER</a:t>
            </a:r>
            <a:r>
              <a:rPr lang="en" sz="2200">
                <a:solidFill>
                  <a:schemeClr val="dk1"/>
                </a:solidFill>
                <a:latin typeface="Roboto"/>
                <a:ea typeface="Roboto"/>
                <a:cs typeface="Roboto"/>
                <a:sym typeface="Roboto"/>
              </a:rPr>
              <a:t>: </a:t>
            </a:r>
            <a:r>
              <a:rPr b="0" i="0" lang="en" sz="2200" u="none" cap="none" strike="noStrike">
                <a:solidFill>
                  <a:schemeClr val="dk1"/>
                </a:solidFill>
                <a:latin typeface="Roboto"/>
                <a:ea typeface="Roboto"/>
                <a:cs typeface="Roboto"/>
                <a:sym typeface="Roboto"/>
              </a:rPr>
              <a:t>What are chromosomes made up of?</a:t>
            </a:r>
            <a:endParaRPr b="0" i="0" sz="1400" u="none" cap="none" strike="noStrike">
              <a:solidFill>
                <a:srgbClr val="000000"/>
              </a:solidFill>
              <a:latin typeface="Arial"/>
              <a:ea typeface="Arial"/>
              <a:cs typeface="Arial"/>
              <a:sym typeface="Arial"/>
            </a:endParaRPr>
          </a:p>
        </p:txBody>
      </p:sp>
      <p:pic>
        <p:nvPicPr>
          <p:cNvPr id="229" name="Google Shape;229;p9"/>
          <p:cNvPicPr preferRelativeResize="0"/>
          <p:nvPr/>
        </p:nvPicPr>
        <p:blipFill rotWithShape="1">
          <a:blip r:embed="rId4">
            <a:alphaModFix/>
          </a:blip>
          <a:srcRect b="0" l="0" r="0" t="0"/>
          <a:stretch/>
        </p:blipFill>
        <p:spPr>
          <a:xfrm>
            <a:off x="7123176" y="943850"/>
            <a:ext cx="573024" cy="5622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0"/>
          <p:cNvSpPr txBox="1"/>
          <p:nvPr/>
        </p:nvSpPr>
        <p:spPr>
          <a:xfrm>
            <a:off x="728425" y="54025"/>
            <a:ext cx="80427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Arial"/>
              <a:buNone/>
            </a:pPr>
            <a:r>
              <a:rPr b="0" i="0" lang="en" sz="3000" u="none" cap="none" strike="noStrike">
                <a:solidFill>
                  <a:srgbClr val="0A95B0"/>
                </a:solidFill>
                <a:latin typeface="Roboto"/>
                <a:ea typeface="Roboto"/>
                <a:cs typeface="Roboto"/>
                <a:sym typeface="Roboto"/>
              </a:rPr>
              <a:t>Chromosome structure</a:t>
            </a:r>
            <a:endParaRPr b="0" i="0" sz="1800" u="none" cap="none" strike="noStrike">
              <a:solidFill>
                <a:srgbClr val="0A95B0"/>
              </a:solidFill>
              <a:latin typeface="Roboto"/>
              <a:ea typeface="Roboto"/>
              <a:cs typeface="Roboto"/>
              <a:sym typeface="Roboto"/>
            </a:endParaRPr>
          </a:p>
        </p:txBody>
      </p:sp>
      <p:pic>
        <p:nvPicPr>
          <p:cNvPr id="235" name="Google Shape;235;p10" title="Screenshot 2025-03-26 at 3.12.48 PM.png"/>
          <p:cNvPicPr preferRelativeResize="0"/>
          <p:nvPr/>
        </p:nvPicPr>
        <p:blipFill rotWithShape="1">
          <a:blip r:embed="rId3">
            <a:alphaModFix/>
          </a:blip>
          <a:srcRect b="0" l="0" r="0" t="0"/>
          <a:stretch/>
        </p:blipFill>
        <p:spPr>
          <a:xfrm>
            <a:off x="1132025" y="790575"/>
            <a:ext cx="3360599" cy="4048125"/>
          </a:xfrm>
          <a:prstGeom prst="rect">
            <a:avLst/>
          </a:prstGeom>
          <a:noFill/>
          <a:ln cap="flat" cmpd="sng" w="19050">
            <a:solidFill>
              <a:srgbClr val="0A95B0"/>
            </a:solidFill>
            <a:prstDash val="solid"/>
            <a:round/>
            <a:headEnd len="sm" w="sm" type="none"/>
            <a:tailEnd len="sm" w="sm" type="none"/>
          </a:ln>
        </p:spPr>
      </p:pic>
      <p:pic>
        <p:nvPicPr>
          <p:cNvPr id="236" name="Google Shape;236;p10"/>
          <p:cNvPicPr preferRelativeResize="0"/>
          <p:nvPr/>
        </p:nvPicPr>
        <p:blipFill rotWithShape="1">
          <a:blip r:embed="rId4">
            <a:alphaModFix/>
          </a:blip>
          <a:srcRect b="0" l="0" r="0" t="0"/>
          <a:stretch/>
        </p:blipFill>
        <p:spPr>
          <a:xfrm>
            <a:off x="57150" y="1238250"/>
            <a:ext cx="581025" cy="581025"/>
          </a:xfrm>
          <a:prstGeom prst="rect">
            <a:avLst/>
          </a:prstGeom>
          <a:noFill/>
          <a:ln>
            <a:noFill/>
          </a:ln>
        </p:spPr>
      </p:pic>
      <p:sp>
        <p:nvSpPr>
          <p:cNvPr id="237" name="Google Shape;237;p10"/>
          <p:cNvSpPr txBox="1"/>
          <p:nvPr/>
        </p:nvSpPr>
        <p:spPr>
          <a:xfrm>
            <a:off x="4776550" y="790575"/>
            <a:ext cx="4158000" cy="3570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 sz="2200" u="none" cap="none" strike="noStrike">
                <a:solidFill>
                  <a:schemeClr val="dk1"/>
                </a:solidFill>
                <a:latin typeface="Roboto"/>
                <a:ea typeface="Roboto"/>
                <a:cs typeface="Roboto"/>
                <a:sym typeface="Roboto"/>
              </a:rPr>
              <a:t>Next to/around the label, add the definition for each keyword.</a:t>
            </a:r>
            <a:endParaRPr b="0" i="0" sz="2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Roboto"/>
                <a:ea typeface="Roboto"/>
                <a:cs typeface="Roboto"/>
                <a:sym typeface="Roboto"/>
              </a:rPr>
              <a:t>Challenge:</a:t>
            </a:r>
            <a:r>
              <a:rPr b="0" i="0" lang="en" sz="2200" u="none" cap="none" strike="noStrike">
                <a:solidFill>
                  <a:schemeClr val="dk1"/>
                </a:solidFill>
                <a:latin typeface="Roboto"/>
                <a:ea typeface="Roboto"/>
                <a:cs typeface="Roboto"/>
                <a:sym typeface="Roboto"/>
              </a:rPr>
              <a:t> Write the definition, without looking at your notes!</a:t>
            </a:r>
            <a:endParaRPr b="0" i="0" sz="2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Roboto"/>
                <a:ea typeface="Roboto"/>
                <a:cs typeface="Roboto"/>
                <a:sym typeface="Roboto"/>
              </a:rPr>
              <a:t>Support:</a:t>
            </a:r>
            <a:r>
              <a:rPr b="0" i="0" lang="en" sz="2200" u="none" cap="none" strike="noStrike">
                <a:solidFill>
                  <a:schemeClr val="dk1"/>
                </a:solidFill>
                <a:latin typeface="Roboto"/>
                <a:ea typeface="Roboto"/>
                <a:cs typeface="Roboto"/>
                <a:sym typeface="Roboto"/>
              </a:rPr>
              <a:t> If English is not your first language, you are welcome to use your device to translate each label and write it next to it.</a:t>
            </a:r>
            <a:endParaRPr b="0" i="0" sz="2200" u="none" cap="none" strike="noStrike">
              <a:solidFill>
                <a:schemeClr val="dk1"/>
              </a:solidFill>
              <a:latin typeface="Roboto"/>
              <a:ea typeface="Roboto"/>
              <a:cs typeface="Roboto"/>
              <a:sym typeface="Roboto"/>
            </a:endParaRPr>
          </a:p>
        </p:txBody>
      </p:sp>
      <p:sp>
        <p:nvSpPr>
          <p:cNvPr id="238" name="Google Shape;238;p10"/>
          <p:cNvSpPr txBox="1"/>
          <p:nvPr/>
        </p:nvSpPr>
        <p:spPr>
          <a:xfrm>
            <a:off x="2533650" y="1685925"/>
            <a:ext cx="581100" cy="1143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415665"/>
                </a:solidFill>
                <a:latin typeface="Dosis"/>
                <a:ea typeface="Dosis"/>
                <a:cs typeface="Dosis"/>
                <a:sym typeface="Dosis"/>
              </a:rPr>
              <a:t>cell</a:t>
            </a:r>
            <a:endParaRPr b="1" i="0" sz="800" u="none" cap="none" strike="noStrike">
              <a:solidFill>
                <a:srgbClr val="415665"/>
              </a:solidFill>
              <a:latin typeface="Dosis"/>
              <a:ea typeface="Dosis"/>
              <a:cs typeface="Dosis"/>
              <a:sym typeface="Dosi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2" name="Shape 242"/>
        <p:cNvGrpSpPr/>
        <p:nvPr/>
      </p:nvGrpSpPr>
      <p:grpSpPr>
        <a:xfrm>
          <a:off x="0" y="0"/>
          <a:ext cx="0" cy="0"/>
          <a:chOff x="0" y="0"/>
          <a:chExt cx="0" cy="0"/>
        </a:xfrm>
      </p:grpSpPr>
      <p:sp>
        <p:nvSpPr>
          <p:cNvPr id="243" name="Google Shape;243;p11"/>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400"/>
              <a:buNone/>
            </a:pPr>
            <a:r>
              <a:t/>
            </a:r>
            <a:endParaRPr/>
          </a:p>
        </p:txBody>
      </p:sp>
      <p:sp>
        <p:nvSpPr>
          <p:cNvPr id="244" name="Google Shape;244;p11"/>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
        <p:nvSpPr>
          <p:cNvPr id="245" name="Google Shape;245;p11"/>
          <p:cNvSpPr txBox="1"/>
          <p:nvPr>
            <p:ph idx="1" type="body"/>
          </p:nvPr>
        </p:nvSpPr>
        <p:spPr>
          <a:xfrm>
            <a:off x="4723875" y="3497475"/>
            <a:ext cx="3531300" cy="5910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lnSpc>
                <a:spcPct val="100000"/>
              </a:lnSpc>
              <a:spcBef>
                <a:spcPts val="640"/>
              </a:spcBef>
              <a:spcAft>
                <a:spcPts val="0"/>
              </a:spcAft>
              <a:buSzPts val="3200"/>
              <a:buNone/>
            </a:pPr>
            <a:r>
              <a:t/>
            </a:r>
            <a:endParaRPr/>
          </a:p>
        </p:txBody>
      </p:sp>
      <p:grpSp>
        <p:nvGrpSpPr>
          <p:cNvPr id="246" name="Google Shape;246;p11"/>
          <p:cNvGrpSpPr/>
          <p:nvPr/>
        </p:nvGrpSpPr>
        <p:grpSpPr>
          <a:xfrm>
            <a:off x="152404" y="0"/>
            <a:ext cx="4191129" cy="5080947"/>
            <a:chOff x="152400" y="123825"/>
            <a:chExt cx="4096500" cy="4867274"/>
          </a:xfrm>
        </p:grpSpPr>
        <p:pic>
          <p:nvPicPr>
            <p:cNvPr id="247" name="Google Shape;247;p11" title="Screenshot 2025-04-11 at 11.55.09 AM.png"/>
            <p:cNvPicPr preferRelativeResize="0"/>
            <p:nvPr/>
          </p:nvPicPr>
          <p:blipFill rotWithShape="1">
            <a:blip r:embed="rId3">
              <a:alphaModFix/>
            </a:blip>
            <a:srcRect b="0" l="0" r="0" t="0"/>
            <a:stretch/>
          </p:blipFill>
          <p:spPr>
            <a:xfrm>
              <a:off x="152400" y="123825"/>
              <a:ext cx="4096500" cy="4867274"/>
            </a:xfrm>
            <a:prstGeom prst="rect">
              <a:avLst/>
            </a:prstGeom>
            <a:noFill/>
            <a:ln>
              <a:noFill/>
            </a:ln>
          </p:spPr>
        </p:pic>
        <p:sp>
          <p:nvSpPr>
            <p:cNvPr id="248" name="Google Shape;248;p11"/>
            <p:cNvSpPr txBox="1"/>
            <p:nvPr/>
          </p:nvSpPr>
          <p:spPr>
            <a:xfrm>
              <a:off x="1762125" y="1171575"/>
              <a:ext cx="790500" cy="1143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415665"/>
                  </a:solidFill>
                  <a:latin typeface="Dosis"/>
                  <a:ea typeface="Dosis"/>
                  <a:cs typeface="Dosis"/>
                  <a:sym typeface="Dosis"/>
                </a:rPr>
                <a:t>cell</a:t>
              </a:r>
              <a:endParaRPr b="1" i="0" sz="800" u="none" cap="none" strike="noStrike">
                <a:solidFill>
                  <a:srgbClr val="415665"/>
                </a:solidFill>
                <a:latin typeface="Dosis"/>
                <a:ea typeface="Dosis"/>
                <a:cs typeface="Dosis"/>
                <a:sym typeface="Dosis"/>
              </a:endParaRPr>
            </a:p>
          </p:txBody>
        </p:sp>
      </p:grpSp>
      <p:grpSp>
        <p:nvGrpSpPr>
          <p:cNvPr id="249" name="Google Shape;249;p11"/>
          <p:cNvGrpSpPr/>
          <p:nvPr/>
        </p:nvGrpSpPr>
        <p:grpSpPr>
          <a:xfrm>
            <a:off x="4829170" y="14914"/>
            <a:ext cx="4191129" cy="5080947"/>
            <a:chOff x="152400" y="123825"/>
            <a:chExt cx="4096500" cy="4867274"/>
          </a:xfrm>
        </p:grpSpPr>
        <p:pic>
          <p:nvPicPr>
            <p:cNvPr id="250" name="Google Shape;250;p11" title="Screenshot 2025-04-11 at 11.55.09 AM.png"/>
            <p:cNvPicPr preferRelativeResize="0"/>
            <p:nvPr/>
          </p:nvPicPr>
          <p:blipFill rotWithShape="1">
            <a:blip r:embed="rId3">
              <a:alphaModFix/>
            </a:blip>
            <a:srcRect b="0" l="0" r="0" t="0"/>
            <a:stretch/>
          </p:blipFill>
          <p:spPr>
            <a:xfrm>
              <a:off x="152400" y="123825"/>
              <a:ext cx="4096500" cy="4867274"/>
            </a:xfrm>
            <a:prstGeom prst="rect">
              <a:avLst/>
            </a:prstGeom>
            <a:noFill/>
            <a:ln>
              <a:noFill/>
            </a:ln>
          </p:spPr>
        </p:pic>
        <p:sp>
          <p:nvSpPr>
            <p:cNvPr id="251" name="Google Shape;251;p11"/>
            <p:cNvSpPr txBox="1"/>
            <p:nvPr/>
          </p:nvSpPr>
          <p:spPr>
            <a:xfrm>
              <a:off x="1762125" y="1171575"/>
              <a:ext cx="790500" cy="1143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415665"/>
                  </a:solidFill>
                  <a:latin typeface="Dosis"/>
                  <a:ea typeface="Dosis"/>
                  <a:cs typeface="Dosis"/>
                  <a:sym typeface="Dosis"/>
                </a:rPr>
                <a:t>cell</a:t>
              </a:r>
              <a:endParaRPr b="1" i="0" sz="800" u="none" cap="none" strike="noStrike">
                <a:solidFill>
                  <a:srgbClr val="415665"/>
                </a:solidFill>
                <a:latin typeface="Dosis"/>
                <a:ea typeface="Dosis"/>
                <a:cs typeface="Dosis"/>
                <a:sym typeface="Dosis"/>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2"/>
          <p:cNvSpPr txBox="1"/>
          <p:nvPr/>
        </p:nvSpPr>
        <p:spPr>
          <a:xfrm>
            <a:off x="728425" y="54025"/>
            <a:ext cx="80427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Arial"/>
              <a:buNone/>
            </a:pPr>
            <a:r>
              <a:rPr b="0" i="0" lang="en" sz="3000" u="none" cap="none" strike="noStrike">
                <a:solidFill>
                  <a:srgbClr val="0A95B0"/>
                </a:solidFill>
                <a:latin typeface="Roboto"/>
                <a:ea typeface="Roboto"/>
                <a:cs typeface="Roboto"/>
                <a:sym typeface="Roboto"/>
              </a:rPr>
              <a:t>Chromosome structure</a:t>
            </a:r>
            <a:endParaRPr b="0" i="0" sz="1800" u="none" cap="none" strike="noStrike">
              <a:solidFill>
                <a:srgbClr val="0A95B0"/>
              </a:solidFill>
              <a:latin typeface="Roboto"/>
              <a:ea typeface="Roboto"/>
              <a:cs typeface="Roboto"/>
              <a:sym typeface="Roboto"/>
            </a:endParaRPr>
          </a:p>
        </p:txBody>
      </p:sp>
      <p:pic>
        <p:nvPicPr>
          <p:cNvPr id="257" name="Google Shape;257;p12" title="Screenshot 2025-03-26 at 4.06.25 PM.png"/>
          <p:cNvPicPr preferRelativeResize="0"/>
          <p:nvPr/>
        </p:nvPicPr>
        <p:blipFill rotWithShape="1">
          <a:blip r:embed="rId3">
            <a:alphaModFix/>
          </a:blip>
          <a:srcRect b="0" l="0" r="0" t="0"/>
          <a:stretch/>
        </p:blipFill>
        <p:spPr>
          <a:xfrm>
            <a:off x="828675" y="700525"/>
            <a:ext cx="4344450" cy="3785749"/>
          </a:xfrm>
          <a:prstGeom prst="rect">
            <a:avLst/>
          </a:prstGeom>
          <a:noFill/>
          <a:ln>
            <a:noFill/>
          </a:ln>
        </p:spPr>
      </p:pic>
      <p:pic>
        <p:nvPicPr>
          <p:cNvPr id="258" name="Google Shape;258;p12"/>
          <p:cNvPicPr preferRelativeResize="0"/>
          <p:nvPr/>
        </p:nvPicPr>
        <p:blipFill rotWithShape="1">
          <a:blip r:embed="rId4">
            <a:alphaModFix/>
          </a:blip>
          <a:srcRect b="42045" l="0" r="0" t="43353"/>
          <a:stretch/>
        </p:blipFill>
        <p:spPr>
          <a:xfrm rot="-3794645">
            <a:off x="-567097" y="2915414"/>
            <a:ext cx="2704145" cy="394846"/>
          </a:xfrm>
          <a:prstGeom prst="rect">
            <a:avLst/>
          </a:prstGeom>
          <a:noFill/>
          <a:ln>
            <a:noFill/>
          </a:ln>
        </p:spPr>
      </p:pic>
      <p:pic>
        <p:nvPicPr>
          <p:cNvPr id="259" name="Google Shape;259;p12"/>
          <p:cNvPicPr preferRelativeResize="0"/>
          <p:nvPr/>
        </p:nvPicPr>
        <p:blipFill rotWithShape="1">
          <a:blip r:embed="rId5">
            <a:alphaModFix/>
          </a:blip>
          <a:srcRect b="15223" l="14612" r="14831" t="15424"/>
          <a:stretch/>
        </p:blipFill>
        <p:spPr>
          <a:xfrm>
            <a:off x="828675" y="3246425"/>
            <a:ext cx="562500" cy="552900"/>
          </a:xfrm>
          <a:prstGeom prst="ellipse">
            <a:avLst/>
          </a:prstGeom>
          <a:noFill/>
          <a:ln>
            <a:noFill/>
          </a:ln>
        </p:spPr>
      </p:pic>
      <p:sp>
        <p:nvSpPr>
          <p:cNvPr id="260" name="Google Shape;260;p12"/>
          <p:cNvSpPr txBox="1"/>
          <p:nvPr/>
        </p:nvSpPr>
        <p:spPr>
          <a:xfrm>
            <a:off x="5068350" y="107600"/>
            <a:ext cx="4037400" cy="4971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n" sz="1900" u="none" cap="none" strike="noStrike">
                <a:solidFill>
                  <a:schemeClr val="accent2"/>
                </a:solidFill>
                <a:latin typeface="Roboto"/>
                <a:ea typeface="Roboto"/>
                <a:cs typeface="Roboto"/>
                <a:sym typeface="Roboto"/>
              </a:rPr>
              <a:t>Cell:</a:t>
            </a:r>
            <a:r>
              <a:rPr b="0" i="0" lang="en" sz="1900" u="none" cap="none" strike="noStrike">
                <a:solidFill>
                  <a:schemeClr val="dk1"/>
                </a:solidFill>
                <a:latin typeface="Roboto"/>
                <a:ea typeface="Roboto"/>
                <a:cs typeface="Roboto"/>
                <a:sym typeface="Roboto"/>
              </a:rPr>
              <a:t> the smallest unit of life and the building blocks for all organisms</a:t>
            </a:r>
            <a:endParaRPr b="0" i="0" sz="19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900"/>
              <a:buFont typeface="Arial"/>
              <a:buNone/>
            </a:pPr>
            <a:r>
              <a:rPr b="1" i="0" lang="en" sz="1900" u="none" cap="none" strike="noStrike">
                <a:solidFill>
                  <a:schemeClr val="accent5"/>
                </a:solidFill>
                <a:latin typeface="Roboto"/>
                <a:ea typeface="Roboto"/>
                <a:cs typeface="Roboto"/>
                <a:sym typeface="Roboto"/>
              </a:rPr>
              <a:t>Nucleus:</a:t>
            </a:r>
            <a:r>
              <a:rPr b="0" i="0" lang="en" sz="1900" u="none" cap="none" strike="noStrike">
                <a:solidFill>
                  <a:schemeClr val="dk1"/>
                </a:solidFill>
                <a:latin typeface="Roboto"/>
                <a:ea typeface="Roboto"/>
                <a:cs typeface="Roboto"/>
                <a:sym typeface="Roboto"/>
              </a:rPr>
              <a:t> organelle that controls what happens in the cell</a:t>
            </a:r>
            <a:endParaRPr b="0" i="0" sz="19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900"/>
              <a:buFont typeface="Arial"/>
              <a:buNone/>
            </a:pPr>
            <a:r>
              <a:rPr b="1" i="0" lang="en" sz="1900" u="none" cap="none" strike="noStrike">
                <a:solidFill>
                  <a:srgbClr val="0091EA"/>
                </a:solidFill>
                <a:latin typeface="Roboto"/>
                <a:ea typeface="Roboto"/>
                <a:cs typeface="Roboto"/>
                <a:sym typeface="Roboto"/>
              </a:rPr>
              <a:t>Chromosomes:</a:t>
            </a:r>
            <a:r>
              <a:rPr b="0" i="0" lang="en" sz="1900" u="none" cap="none" strike="noStrike">
                <a:solidFill>
                  <a:schemeClr val="dk1"/>
                </a:solidFill>
                <a:latin typeface="Roboto"/>
                <a:ea typeface="Roboto"/>
                <a:cs typeface="Roboto"/>
                <a:sym typeface="Roboto"/>
              </a:rPr>
              <a:t> long threads of DNA, found in the nucleus of a cell</a:t>
            </a:r>
            <a:endParaRPr b="0" i="0" sz="19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900"/>
              <a:buFont typeface="Arial"/>
              <a:buNone/>
            </a:pPr>
            <a:r>
              <a:rPr b="1" i="0" lang="en" sz="1900" u="none" cap="none" strike="noStrike">
                <a:solidFill>
                  <a:schemeClr val="accent6"/>
                </a:solidFill>
                <a:latin typeface="Roboto"/>
                <a:ea typeface="Roboto"/>
                <a:cs typeface="Roboto"/>
                <a:sym typeface="Roboto"/>
              </a:rPr>
              <a:t>Chromatid:</a:t>
            </a:r>
            <a:r>
              <a:rPr b="0" i="0" lang="en" sz="1900" u="none" cap="none" strike="noStrike">
                <a:solidFill>
                  <a:schemeClr val="dk1"/>
                </a:solidFill>
                <a:latin typeface="Roboto"/>
                <a:ea typeface="Roboto"/>
                <a:cs typeface="Roboto"/>
                <a:sym typeface="Roboto"/>
              </a:rPr>
              <a:t> one-half of a replicated chromosome</a:t>
            </a:r>
            <a:endParaRPr b="0" i="0" sz="19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900"/>
              <a:buFont typeface="Arial"/>
              <a:buNone/>
            </a:pPr>
            <a:r>
              <a:rPr b="1" i="0" lang="en" sz="1900" u="none" cap="none" strike="noStrike">
                <a:solidFill>
                  <a:srgbClr val="249C90"/>
                </a:solidFill>
                <a:latin typeface="Roboto"/>
                <a:ea typeface="Roboto"/>
                <a:cs typeface="Roboto"/>
                <a:sym typeface="Roboto"/>
              </a:rPr>
              <a:t>Centromere:</a:t>
            </a:r>
            <a:r>
              <a:rPr b="0" i="0" lang="en" sz="1900" u="none" cap="none" strike="noStrike">
                <a:solidFill>
                  <a:schemeClr val="dk1"/>
                </a:solidFill>
                <a:latin typeface="Roboto"/>
                <a:ea typeface="Roboto"/>
                <a:cs typeface="Roboto"/>
                <a:sym typeface="Roboto"/>
              </a:rPr>
              <a:t> structure that binds the two sister chromatids together</a:t>
            </a:r>
            <a:endParaRPr b="0" i="0" sz="19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900"/>
              <a:buFont typeface="Arial"/>
              <a:buNone/>
            </a:pPr>
            <a:r>
              <a:rPr b="1" i="0" lang="en" sz="1900" u="none" cap="none" strike="noStrike">
                <a:solidFill>
                  <a:srgbClr val="C27BA0"/>
                </a:solidFill>
                <a:latin typeface="Roboto"/>
                <a:ea typeface="Roboto"/>
                <a:cs typeface="Roboto"/>
                <a:sym typeface="Roboto"/>
              </a:rPr>
              <a:t>DNA:</a:t>
            </a:r>
            <a:r>
              <a:rPr b="0" i="0" lang="en" sz="1900" u="none" cap="none" strike="noStrike">
                <a:solidFill>
                  <a:schemeClr val="dk1"/>
                </a:solidFill>
                <a:latin typeface="Roboto"/>
                <a:ea typeface="Roboto"/>
                <a:cs typeface="Roboto"/>
                <a:sym typeface="Roboto"/>
              </a:rPr>
              <a:t> chemical substance that carries a code of instructions that determines how cells and organisms develop</a:t>
            </a:r>
            <a:endParaRPr b="0" i="0" sz="1900" u="none" cap="none" strike="noStrike">
              <a:solidFill>
                <a:schemeClr val="dk1"/>
              </a:solidFill>
              <a:latin typeface="Roboto"/>
              <a:ea typeface="Roboto"/>
              <a:cs typeface="Roboto"/>
              <a:sym typeface="Roboto"/>
            </a:endParaRPr>
          </a:p>
        </p:txBody>
      </p:sp>
      <p:sp>
        <p:nvSpPr>
          <p:cNvPr id="261" name="Google Shape;261;p12"/>
          <p:cNvSpPr txBox="1"/>
          <p:nvPr/>
        </p:nvSpPr>
        <p:spPr>
          <a:xfrm>
            <a:off x="1095375" y="1343025"/>
            <a:ext cx="780900" cy="162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415665"/>
                </a:solidFill>
                <a:latin typeface="Dosis"/>
                <a:ea typeface="Dosis"/>
                <a:cs typeface="Dosis"/>
                <a:sym typeface="Dosis"/>
              </a:rPr>
              <a:t>Cell</a:t>
            </a:r>
            <a:endParaRPr b="1" i="0" sz="1000" u="none" cap="none" strike="noStrike">
              <a:solidFill>
                <a:srgbClr val="415665"/>
              </a:solidFill>
              <a:latin typeface="Dosis"/>
              <a:ea typeface="Dosis"/>
              <a:cs typeface="Dosis"/>
              <a:sym typeface="Dosis"/>
            </a:endParaRPr>
          </a:p>
        </p:txBody>
      </p:sp>
      <p:sp>
        <p:nvSpPr>
          <p:cNvPr id="262" name="Google Shape;262;p12"/>
          <p:cNvSpPr/>
          <p:nvPr/>
        </p:nvSpPr>
        <p:spPr>
          <a:xfrm>
            <a:off x="914400" y="1285875"/>
            <a:ext cx="1133400" cy="266700"/>
          </a:xfrm>
          <a:prstGeom prst="rect">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12"/>
          <p:cNvSpPr/>
          <p:nvPr/>
        </p:nvSpPr>
        <p:spPr>
          <a:xfrm>
            <a:off x="1152525" y="4076700"/>
            <a:ext cx="1133400" cy="266700"/>
          </a:xfrm>
          <a:prstGeom prst="rect">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12"/>
          <p:cNvSpPr/>
          <p:nvPr/>
        </p:nvSpPr>
        <p:spPr>
          <a:xfrm>
            <a:off x="2285925" y="923925"/>
            <a:ext cx="1133400" cy="266700"/>
          </a:xfrm>
          <a:prstGeom prst="rect">
            <a:avLst/>
          </a:prstGeom>
          <a:noFill/>
          <a:ln cap="flat" cmpd="sng" w="38100">
            <a:solidFill>
              <a:srgbClr val="009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12"/>
          <p:cNvSpPr/>
          <p:nvPr/>
        </p:nvSpPr>
        <p:spPr>
          <a:xfrm>
            <a:off x="3677138" y="923925"/>
            <a:ext cx="1133400" cy="266700"/>
          </a:xfrm>
          <a:prstGeom prst="rect">
            <a:avLst/>
          </a:prstGeom>
          <a:noFill/>
          <a:ln cap="flat" cmpd="sng" w="381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12"/>
          <p:cNvSpPr/>
          <p:nvPr/>
        </p:nvSpPr>
        <p:spPr>
          <a:xfrm>
            <a:off x="3896213" y="1290675"/>
            <a:ext cx="1133400" cy="266700"/>
          </a:xfrm>
          <a:prstGeom prst="rect">
            <a:avLst/>
          </a:prstGeom>
          <a:noFill/>
          <a:ln cap="flat" cmpd="sng" w="38100">
            <a:solidFill>
              <a:srgbClr val="45818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12"/>
          <p:cNvSpPr/>
          <p:nvPr/>
        </p:nvSpPr>
        <p:spPr>
          <a:xfrm>
            <a:off x="3677138" y="4076700"/>
            <a:ext cx="1133400" cy="266700"/>
          </a:xfrm>
          <a:prstGeom prst="rect">
            <a:avLst/>
          </a:prstGeom>
          <a:noFill/>
          <a:ln cap="flat" cmpd="sng" w="38100">
            <a:solidFill>
              <a:srgbClr val="C27B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3"/>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273" name="Google Shape;273;p13"/>
          <p:cNvPicPr preferRelativeResize="0"/>
          <p:nvPr/>
        </p:nvPicPr>
        <p:blipFill rotWithShape="1">
          <a:blip r:embed="rId3">
            <a:alphaModFix/>
          </a:blip>
          <a:srcRect b="0" l="0" r="0" t="0"/>
          <a:stretch/>
        </p:blipFill>
        <p:spPr>
          <a:xfrm>
            <a:off x="0" y="0"/>
            <a:ext cx="9144003" cy="5143501"/>
          </a:xfrm>
          <a:prstGeom prst="rect">
            <a:avLst/>
          </a:prstGeom>
          <a:noFill/>
          <a:ln>
            <a:noFill/>
          </a:ln>
        </p:spPr>
      </p:pic>
      <p:pic>
        <p:nvPicPr>
          <p:cNvPr id="274" name="Google Shape;274;p13"/>
          <p:cNvPicPr preferRelativeResize="0"/>
          <p:nvPr/>
        </p:nvPicPr>
        <p:blipFill rotWithShape="1">
          <a:blip r:embed="rId4">
            <a:alphaModFix/>
          </a:blip>
          <a:srcRect b="26366" l="2381" r="7063" t="23413"/>
          <a:stretch/>
        </p:blipFill>
        <p:spPr>
          <a:xfrm>
            <a:off x="193725" y="65525"/>
            <a:ext cx="4218000" cy="4159500"/>
          </a:xfrm>
          <a:prstGeom prst="ellipse">
            <a:avLst/>
          </a:prstGeom>
          <a:noFill/>
          <a:ln>
            <a:noFill/>
          </a:ln>
        </p:spPr>
      </p:pic>
      <p:sp>
        <p:nvSpPr>
          <p:cNvPr id="275" name="Google Shape;275;p13"/>
          <p:cNvSpPr txBox="1"/>
          <p:nvPr/>
        </p:nvSpPr>
        <p:spPr>
          <a:xfrm>
            <a:off x="482075" y="4268738"/>
            <a:ext cx="3841200" cy="53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1" i="0" lang="en" sz="3600" u="none" cap="none" strike="noStrike">
                <a:solidFill>
                  <a:srgbClr val="C9DAF8"/>
                </a:solidFill>
                <a:latin typeface="Calibri"/>
                <a:ea typeface="Calibri"/>
                <a:cs typeface="Calibri"/>
                <a:sym typeface="Calibri"/>
              </a:rPr>
              <a:t>Franklin &amp; Wilkins</a:t>
            </a:r>
            <a:endParaRPr b="1" i="0" sz="3600" u="none" cap="none" strike="noStrike">
              <a:solidFill>
                <a:srgbClr val="C9DAF8"/>
              </a:solidFill>
              <a:latin typeface="Calibri"/>
              <a:ea typeface="Calibri"/>
              <a:cs typeface="Calibri"/>
              <a:sym typeface="Calibri"/>
            </a:endParaRPr>
          </a:p>
        </p:txBody>
      </p:sp>
      <p:sp>
        <p:nvSpPr>
          <p:cNvPr id="276" name="Google Shape;276;p13"/>
          <p:cNvSpPr txBox="1"/>
          <p:nvPr/>
        </p:nvSpPr>
        <p:spPr>
          <a:xfrm>
            <a:off x="5197675" y="4268738"/>
            <a:ext cx="3206700" cy="53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1" i="0" lang="en" sz="3600" u="none" cap="none" strike="noStrike">
                <a:solidFill>
                  <a:srgbClr val="C9DAF8"/>
                </a:solidFill>
                <a:latin typeface="Calibri"/>
                <a:ea typeface="Calibri"/>
                <a:cs typeface="Calibri"/>
                <a:sym typeface="Calibri"/>
              </a:rPr>
              <a:t>Watson &amp; Crick</a:t>
            </a:r>
            <a:endParaRPr b="1" i="0" sz="3600" u="none" cap="none" strike="noStrike">
              <a:solidFill>
                <a:srgbClr val="C9DAF8"/>
              </a:solidFill>
              <a:latin typeface="Calibri"/>
              <a:ea typeface="Calibri"/>
              <a:cs typeface="Calibri"/>
              <a:sym typeface="Calibri"/>
            </a:endParaRPr>
          </a:p>
        </p:txBody>
      </p:sp>
      <p:pic>
        <p:nvPicPr>
          <p:cNvPr descr="Get to know Rosalind Franklin, a scientist whose work was integral to discovering the double helix structure of DNA.&#10;&#10;--&#10;&#10;The discovery of the structure of DNA was one of the most important scientific achievements in human history. The now-famous double helix is almost synonymous with Watson and Crick, two of the scientists who won the Nobel prize for figuring it out. But there’s another name you may not know: Rosalind Franklin. Cláudio L. Guerra shares the true story of the woman behind the helix. &#10;&#10;Lesson by Cláudio L. Guerra, animation by Chris Bishop.&#10;&#10;Support Our Non-Profit Mission&#10;----------------------------------------------&#10;Support us on Patreon: http://bit.ly/TEDEdPatreon&#10;Check out our merch: http://bit.ly/TEDEDShop&#10;----------------------------------------------&#10;&#10;Connect With Us&#10;----------------------------------------------&#10;Sign up for our newsletter: http://bit.ly/TEDEdNewsletter&#10;Follow us on Facebook: http://bit.ly/TEDEdFacebook&#10;Find us on Twitter: http://bit.ly/TEDEdTwitter&#10;Peep us on Instagram: http://bit.ly/TEDEdInstagram&#10;----------------------------------------------&#10;&#10;Keep Learning&#10;----------------------------------------------&#10;View full lesson: http://ed.ted.com/lessons/rosalind-franklin-dna-s-unsung-hero-claudio-l-guerra&#10;Dig deeper with additional resources: https://ed.ted.com/lessons/rosalind-franklin-dna-s-unsung-hero-claudio-l-guerra/digdeeper &#10;----------------------------------------------" id="277" name="Google Shape;277;p13" title="Rosalind Franklin: DNA's unsung hero - Cláudio L. Guerra">
            <a:hlinkClick r:id="rId5"/>
          </p:cNvPr>
          <p:cNvPicPr preferRelativeResize="0"/>
          <p:nvPr/>
        </p:nvPicPr>
        <p:blipFill rotWithShape="1">
          <a:blip r:embed="rId6">
            <a:alphaModFix/>
          </a:blip>
          <a:srcRect b="0" l="0" r="0" t="0"/>
          <a:stretch/>
        </p:blipFill>
        <p:spPr>
          <a:xfrm>
            <a:off x="6978650" y="142875"/>
            <a:ext cx="2032000" cy="1143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gtEl>
                                        <p:attrNameLst>
                                          <p:attrName>style.visibility</p:attrName>
                                        </p:attrNameLst>
                                      </p:cBhvr>
                                      <p:to>
                                        <p:strVal val="visible"/>
                                      </p:to>
                                    </p:set>
                                    <p:animEffect filter="fade" transition="in">
                                      <p:cBhvr>
                                        <p:cTn dur="1000"/>
                                        <p:tgtEl>
                                          <p:spTgt spid="2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1000"/>
                                        <p:tgtEl>
                                          <p:spTgt spid="2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1000"/>
                                        <p:tgtEl>
                                          <p:spTgt spid="2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4"/>
          <p:cNvSpPr txBox="1"/>
          <p:nvPr/>
        </p:nvSpPr>
        <p:spPr>
          <a:xfrm>
            <a:off x="728425" y="54025"/>
            <a:ext cx="80427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Arial"/>
              <a:buNone/>
            </a:pPr>
            <a:r>
              <a:rPr b="0" i="0" lang="en" sz="3000" u="none" cap="none" strike="noStrike">
                <a:solidFill>
                  <a:srgbClr val="0A95B0"/>
                </a:solidFill>
                <a:latin typeface="Roboto"/>
                <a:ea typeface="Roboto"/>
                <a:cs typeface="Roboto"/>
                <a:sym typeface="Roboto"/>
              </a:rPr>
              <a:t>DNA and genes</a:t>
            </a:r>
            <a:endParaRPr b="0" i="0" sz="1800" u="none" cap="none" strike="noStrike">
              <a:solidFill>
                <a:srgbClr val="0A95B0"/>
              </a:solidFill>
              <a:latin typeface="Roboto"/>
              <a:ea typeface="Roboto"/>
              <a:cs typeface="Roboto"/>
              <a:sym typeface="Roboto"/>
            </a:endParaRPr>
          </a:p>
        </p:txBody>
      </p:sp>
      <p:pic>
        <p:nvPicPr>
          <p:cNvPr id="283" name="Google Shape;283;p14"/>
          <p:cNvPicPr preferRelativeResize="0"/>
          <p:nvPr/>
        </p:nvPicPr>
        <p:blipFill rotWithShape="1">
          <a:blip r:embed="rId3">
            <a:alphaModFix/>
          </a:blip>
          <a:srcRect b="26606" l="0" r="0" t="0"/>
          <a:stretch/>
        </p:blipFill>
        <p:spPr>
          <a:xfrm>
            <a:off x="4038625" y="217853"/>
            <a:ext cx="5105375" cy="3363550"/>
          </a:xfrm>
          <a:prstGeom prst="rect">
            <a:avLst/>
          </a:prstGeom>
          <a:noFill/>
          <a:ln>
            <a:noFill/>
          </a:ln>
        </p:spPr>
      </p:pic>
      <p:sp>
        <p:nvSpPr>
          <p:cNvPr id="284" name="Google Shape;284;p14"/>
          <p:cNvSpPr txBox="1"/>
          <p:nvPr/>
        </p:nvSpPr>
        <p:spPr>
          <a:xfrm>
            <a:off x="728425" y="780225"/>
            <a:ext cx="3214800" cy="153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 sz="2200" u="none" cap="none" strike="noStrike">
                <a:solidFill>
                  <a:schemeClr val="dk1"/>
                </a:solidFill>
                <a:latin typeface="Roboto"/>
                <a:ea typeface="Roboto"/>
                <a:cs typeface="Roboto"/>
                <a:sym typeface="Roboto"/>
              </a:rPr>
              <a:t>Each chromosome is made up of a long tightly coiled DNA molecule.</a:t>
            </a:r>
            <a:endParaRPr b="0" i="0" sz="2200" u="none" cap="none" strike="noStrike">
              <a:solidFill>
                <a:schemeClr val="dk1"/>
              </a:solidFill>
              <a:latin typeface="Roboto"/>
              <a:ea typeface="Roboto"/>
              <a:cs typeface="Roboto"/>
              <a:sym typeface="Roboto"/>
            </a:endParaRPr>
          </a:p>
        </p:txBody>
      </p:sp>
      <p:sp>
        <p:nvSpPr>
          <p:cNvPr id="285" name="Google Shape;285;p14"/>
          <p:cNvSpPr/>
          <p:nvPr/>
        </p:nvSpPr>
        <p:spPr>
          <a:xfrm>
            <a:off x="6438900" y="3371850"/>
            <a:ext cx="2181300" cy="209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14"/>
          <p:cNvSpPr txBox="1"/>
          <p:nvPr/>
        </p:nvSpPr>
        <p:spPr>
          <a:xfrm>
            <a:off x="728425" y="2481407"/>
            <a:ext cx="3214800" cy="86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 sz="2200" u="none" cap="none" strike="noStrike">
                <a:solidFill>
                  <a:schemeClr val="dk1"/>
                </a:solidFill>
                <a:latin typeface="Roboto"/>
                <a:ea typeface="Roboto"/>
                <a:cs typeface="Roboto"/>
                <a:sym typeface="Roboto"/>
              </a:rPr>
              <a:t>The DNA twists into a </a:t>
            </a:r>
            <a:r>
              <a:rPr b="1" i="0" lang="en" sz="2200" u="none" cap="none" strike="noStrike">
                <a:solidFill>
                  <a:schemeClr val="dk1"/>
                </a:solidFill>
                <a:latin typeface="Roboto"/>
                <a:ea typeface="Roboto"/>
                <a:cs typeface="Roboto"/>
                <a:sym typeface="Roboto"/>
              </a:rPr>
              <a:t>double helix</a:t>
            </a:r>
            <a:r>
              <a:rPr b="0" i="0" lang="en" sz="2200" u="none" cap="none" strike="noStrike">
                <a:solidFill>
                  <a:schemeClr val="dk1"/>
                </a:solidFill>
                <a:latin typeface="Roboto"/>
                <a:ea typeface="Roboto"/>
                <a:cs typeface="Roboto"/>
                <a:sym typeface="Roboto"/>
              </a:rPr>
              <a:t>.</a:t>
            </a:r>
            <a:endParaRPr b="0" i="0" sz="2200" u="none" cap="none" strike="noStrike">
              <a:solidFill>
                <a:schemeClr val="dk1"/>
              </a:solidFill>
              <a:latin typeface="Roboto"/>
              <a:ea typeface="Roboto"/>
              <a:cs typeface="Roboto"/>
              <a:sym typeface="Roboto"/>
            </a:endParaRPr>
          </a:p>
        </p:txBody>
      </p:sp>
      <p:sp>
        <p:nvSpPr>
          <p:cNvPr id="287" name="Google Shape;287;p14"/>
          <p:cNvSpPr txBox="1"/>
          <p:nvPr/>
        </p:nvSpPr>
        <p:spPr>
          <a:xfrm>
            <a:off x="728425" y="3505200"/>
            <a:ext cx="8263200" cy="153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 sz="2200" u="none" cap="none" strike="noStrike">
                <a:solidFill>
                  <a:schemeClr val="dk1"/>
                </a:solidFill>
                <a:latin typeface="Roboto"/>
                <a:ea typeface="Roboto"/>
                <a:cs typeface="Roboto"/>
                <a:sym typeface="Roboto"/>
              </a:rPr>
              <a:t>The DNA is made up of a sequence of bases - </a:t>
            </a:r>
            <a:r>
              <a:rPr b="1" i="0" lang="en" sz="2200" u="none" cap="none" strike="noStrike">
                <a:solidFill>
                  <a:schemeClr val="dk1"/>
                </a:solidFill>
                <a:highlight>
                  <a:srgbClr val="B6D7A8"/>
                </a:highlight>
                <a:latin typeface="Roboto"/>
                <a:ea typeface="Roboto"/>
                <a:cs typeface="Roboto"/>
                <a:sym typeface="Roboto"/>
              </a:rPr>
              <a:t>A</a:t>
            </a:r>
            <a:r>
              <a:rPr b="0" i="0" lang="en" sz="2200" u="none" cap="none" strike="noStrike">
                <a:solidFill>
                  <a:schemeClr val="dk1"/>
                </a:solidFill>
                <a:latin typeface="Roboto"/>
                <a:ea typeface="Roboto"/>
                <a:cs typeface="Roboto"/>
                <a:sym typeface="Roboto"/>
              </a:rPr>
              <a:t>, </a:t>
            </a:r>
            <a:r>
              <a:rPr b="1" i="0" lang="en" sz="2200" u="none" cap="none" strike="noStrike">
                <a:solidFill>
                  <a:schemeClr val="dk1"/>
                </a:solidFill>
                <a:highlight>
                  <a:srgbClr val="F4CCCC"/>
                </a:highlight>
                <a:latin typeface="Roboto"/>
                <a:ea typeface="Roboto"/>
                <a:cs typeface="Roboto"/>
                <a:sym typeface="Roboto"/>
              </a:rPr>
              <a:t>T</a:t>
            </a:r>
            <a:r>
              <a:rPr b="0" i="0" lang="en" sz="2200" u="none" cap="none" strike="noStrike">
                <a:solidFill>
                  <a:schemeClr val="dk1"/>
                </a:solidFill>
                <a:latin typeface="Roboto"/>
                <a:ea typeface="Roboto"/>
                <a:cs typeface="Roboto"/>
                <a:sym typeface="Roboto"/>
              </a:rPr>
              <a:t>, </a:t>
            </a:r>
            <a:r>
              <a:rPr b="1" i="0" lang="en" sz="2200" u="none" cap="none" strike="noStrike">
                <a:solidFill>
                  <a:schemeClr val="dk1"/>
                </a:solidFill>
                <a:highlight>
                  <a:srgbClr val="FFE599"/>
                </a:highlight>
                <a:latin typeface="Roboto"/>
                <a:ea typeface="Roboto"/>
                <a:cs typeface="Roboto"/>
                <a:sym typeface="Roboto"/>
              </a:rPr>
              <a:t>C</a:t>
            </a:r>
            <a:r>
              <a:rPr b="0" i="0" lang="en" sz="2200" u="none" cap="none" strike="noStrike">
                <a:solidFill>
                  <a:schemeClr val="dk1"/>
                </a:solidFill>
                <a:latin typeface="Roboto"/>
                <a:ea typeface="Roboto"/>
                <a:cs typeface="Roboto"/>
                <a:sym typeface="Roboto"/>
              </a:rPr>
              <a:t> and </a:t>
            </a:r>
            <a:r>
              <a:rPr b="1" i="0" lang="en" sz="2200" u="none" cap="none" strike="noStrike">
                <a:solidFill>
                  <a:schemeClr val="dk1"/>
                </a:solidFill>
                <a:highlight>
                  <a:srgbClr val="B4A7D6"/>
                </a:highlight>
                <a:latin typeface="Roboto"/>
                <a:ea typeface="Roboto"/>
                <a:cs typeface="Roboto"/>
                <a:sym typeface="Roboto"/>
              </a:rPr>
              <a:t>G</a:t>
            </a:r>
            <a:r>
              <a:rPr b="0" i="0" lang="en" sz="2200" u="none" cap="none" strike="noStrike">
                <a:solidFill>
                  <a:schemeClr val="dk1"/>
                </a:solidFill>
                <a:latin typeface="Roboto"/>
                <a:ea typeface="Roboto"/>
                <a:cs typeface="Roboto"/>
                <a:sym typeface="Roboto"/>
              </a:rPr>
              <a:t>. Only </a:t>
            </a:r>
            <a:r>
              <a:rPr b="1" i="0" lang="en" sz="2200" u="none" cap="none" strike="noStrike">
                <a:solidFill>
                  <a:schemeClr val="dk1"/>
                </a:solidFill>
                <a:latin typeface="Roboto"/>
                <a:ea typeface="Roboto"/>
                <a:cs typeface="Roboto"/>
                <a:sym typeface="Roboto"/>
              </a:rPr>
              <a:t>specific bases can pair up</a:t>
            </a:r>
            <a:r>
              <a:rPr b="0" i="0" lang="en" sz="2200" u="none" cap="none" strike="noStrike">
                <a:solidFill>
                  <a:schemeClr val="dk1"/>
                </a:solidFill>
                <a:latin typeface="Roboto"/>
                <a:ea typeface="Roboto"/>
                <a:cs typeface="Roboto"/>
                <a:sym typeface="Roboto"/>
              </a:rPr>
              <a:t> and bond with each other.</a:t>
            </a:r>
            <a:endParaRPr b="0" i="0" sz="2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200"/>
              <a:buFont typeface="Arial"/>
              <a:buNone/>
            </a:pPr>
            <a:r>
              <a:rPr b="0" i="0" lang="en" sz="2200" u="none" cap="none" strike="noStrike">
                <a:solidFill>
                  <a:schemeClr val="dk1"/>
                </a:solidFill>
                <a:latin typeface="Roboto"/>
                <a:ea typeface="Roboto"/>
                <a:cs typeface="Roboto"/>
                <a:sym typeface="Roboto"/>
              </a:rPr>
              <a:t>We call this </a:t>
            </a:r>
            <a:r>
              <a:rPr b="1" i="0" lang="en" sz="2200" u="none" cap="none" strike="noStrike">
                <a:solidFill>
                  <a:schemeClr val="dk1"/>
                </a:solidFill>
                <a:latin typeface="Roboto"/>
                <a:ea typeface="Roboto"/>
                <a:cs typeface="Roboto"/>
                <a:sym typeface="Roboto"/>
              </a:rPr>
              <a:t>complementary base pairing</a:t>
            </a:r>
            <a:r>
              <a:rPr b="0" i="0" lang="en" sz="2200" u="none" cap="none" strike="noStrike">
                <a:solidFill>
                  <a:schemeClr val="dk1"/>
                </a:solidFill>
                <a:latin typeface="Roboto"/>
                <a:ea typeface="Roboto"/>
                <a:cs typeface="Roboto"/>
                <a:sym typeface="Roboto"/>
              </a:rPr>
              <a:t>.</a:t>
            </a:r>
            <a:endParaRPr b="0" i="0" sz="2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5"/>
          <p:cNvSpPr txBox="1"/>
          <p:nvPr/>
        </p:nvSpPr>
        <p:spPr>
          <a:xfrm>
            <a:off x="728425" y="54025"/>
            <a:ext cx="80427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Arial"/>
              <a:buNone/>
            </a:pPr>
            <a:r>
              <a:rPr b="0" i="0" lang="en" sz="3000" u="none" cap="none" strike="noStrike">
                <a:solidFill>
                  <a:srgbClr val="0A95B0"/>
                </a:solidFill>
                <a:latin typeface="Roboto"/>
                <a:ea typeface="Roboto"/>
                <a:cs typeface="Roboto"/>
                <a:sym typeface="Roboto"/>
              </a:rPr>
              <a:t>DNA and genes</a:t>
            </a:r>
            <a:endParaRPr b="0" i="0" sz="1800" u="none" cap="none" strike="noStrike">
              <a:solidFill>
                <a:srgbClr val="0A95B0"/>
              </a:solidFill>
              <a:latin typeface="Roboto"/>
              <a:ea typeface="Roboto"/>
              <a:cs typeface="Roboto"/>
              <a:sym typeface="Roboto"/>
            </a:endParaRPr>
          </a:p>
        </p:txBody>
      </p:sp>
      <p:pic>
        <p:nvPicPr>
          <p:cNvPr id="293" name="Google Shape;293;p15" title="Screenshot 2025-09-02 at 7.59.50 AM.png"/>
          <p:cNvPicPr preferRelativeResize="0"/>
          <p:nvPr/>
        </p:nvPicPr>
        <p:blipFill rotWithShape="1">
          <a:blip r:embed="rId3">
            <a:alphaModFix/>
          </a:blip>
          <a:srcRect b="0" l="0" r="0" t="0"/>
          <a:stretch/>
        </p:blipFill>
        <p:spPr>
          <a:xfrm>
            <a:off x="1101700" y="839525"/>
            <a:ext cx="7296150" cy="3200400"/>
          </a:xfrm>
          <a:prstGeom prst="rect">
            <a:avLst/>
          </a:prstGeom>
          <a:noFill/>
          <a:ln>
            <a:noFill/>
          </a:ln>
        </p:spPr>
      </p:pic>
      <p:pic>
        <p:nvPicPr>
          <p:cNvPr id="294" name="Google Shape;294;p15" title="Screenshot 2025-09-02 at 8.03.24 AM.png"/>
          <p:cNvPicPr preferRelativeResize="0"/>
          <p:nvPr/>
        </p:nvPicPr>
        <p:blipFill rotWithShape="1">
          <a:blip r:embed="rId4">
            <a:alphaModFix/>
          </a:blip>
          <a:srcRect b="0" l="0" r="0" t="0"/>
          <a:stretch/>
        </p:blipFill>
        <p:spPr>
          <a:xfrm>
            <a:off x="6391275" y="386200"/>
            <a:ext cx="2457451" cy="453325"/>
          </a:xfrm>
          <a:prstGeom prst="rect">
            <a:avLst/>
          </a:prstGeom>
          <a:noFill/>
          <a:ln>
            <a:noFill/>
          </a:ln>
        </p:spPr>
      </p:pic>
      <p:sp>
        <p:nvSpPr>
          <p:cNvPr id="295" name="Google Shape;295;p15"/>
          <p:cNvSpPr txBox="1"/>
          <p:nvPr/>
        </p:nvSpPr>
        <p:spPr>
          <a:xfrm>
            <a:off x="1152525" y="4039925"/>
            <a:ext cx="7296300" cy="523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rPr b="0" i="0" lang="en" sz="2200" u="none" cap="none" strike="noStrike">
                <a:solidFill>
                  <a:schemeClr val="dk1"/>
                </a:solidFill>
                <a:latin typeface="Roboto"/>
                <a:ea typeface="Roboto"/>
                <a:cs typeface="Roboto"/>
                <a:sym typeface="Roboto"/>
              </a:rPr>
              <a:t>Write down the missing base pairs in the boxes.</a:t>
            </a:r>
            <a:endParaRPr b="0" i="0" sz="2200" u="none" cap="none" strike="noStrike">
              <a:solidFill>
                <a:schemeClr val="dk1"/>
              </a:solidFill>
              <a:latin typeface="Roboto"/>
              <a:ea typeface="Roboto"/>
              <a:cs typeface="Roboto"/>
              <a:sym typeface="Roboto"/>
            </a:endParaRPr>
          </a:p>
        </p:txBody>
      </p:sp>
      <p:pic>
        <p:nvPicPr>
          <p:cNvPr id="296" name="Google Shape;296;p15"/>
          <p:cNvPicPr preferRelativeResize="0"/>
          <p:nvPr/>
        </p:nvPicPr>
        <p:blipFill rotWithShape="1">
          <a:blip r:embed="rId5">
            <a:alphaModFix/>
          </a:blip>
          <a:srcRect b="0" l="0" r="0" t="0"/>
          <a:stretch/>
        </p:blipFill>
        <p:spPr>
          <a:xfrm>
            <a:off x="57150" y="1238250"/>
            <a:ext cx="581025" cy="5810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0" name="Shape 300"/>
        <p:cNvGrpSpPr/>
        <p:nvPr/>
      </p:nvGrpSpPr>
      <p:grpSpPr>
        <a:xfrm>
          <a:off x="0" y="0"/>
          <a:ext cx="0" cy="0"/>
          <a:chOff x="0" y="0"/>
          <a:chExt cx="0" cy="0"/>
        </a:xfrm>
      </p:grpSpPr>
      <p:sp>
        <p:nvSpPr>
          <p:cNvPr id="301" name="Google Shape;301;p16"/>
          <p:cNvSpPr txBox="1"/>
          <p:nvPr>
            <p:ph type="title"/>
          </p:nvPr>
        </p:nvSpPr>
        <p:spPr>
          <a:xfrm>
            <a:off x="446599" y="202434"/>
            <a:ext cx="8002500" cy="833700"/>
          </a:xfrm>
          <a:prstGeom prst="rect">
            <a:avLst/>
          </a:prstGeom>
          <a:noFill/>
          <a:ln>
            <a:noFill/>
          </a:ln>
        </p:spPr>
        <p:txBody>
          <a:bodyPr anchorCtr="0" anchor="ctr" bIns="88900" lIns="88900" spcFirstLastPara="1" rIns="88900" wrap="square" tIns="88900">
            <a:noAutofit/>
          </a:bodyPr>
          <a:lstStyle/>
          <a:p>
            <a:pPr indent="0" lvl="0" marL="0" rtl="0" algn="ctr">
              <a:lnSpc>
                <a:spcPct val="100000"/>
              </a:lnSpc>
              <a:spcBef>
                <a:spcPts val="0"/>
              </a:spcBef>
              <a:spcAft>
                <a:spcPts val="0"/>
              </a:spcAft>
              <a:buSzPts val="2334"/>
              <a:buNone/>
            </a:pPr>
            <a:r>
              <a:t/>
            </a:r>
            <a:endParaRPr sz="4279"/>
          </a:p>
        </p:txBody>
      </p:sp>
      <p:sp>
        <p:nvSpPr>
          <p:cNvPr id="302" name="Google Shape;302;p16"/>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
        <p:nvSpPr>
          <p:cNvPr id="303" name="Google Shape;303;p16"/>
          <p:cNvSpPr txBox="1"/>
          <p:nvPr>
            <p:ph idx="1" type="body"/>
          </p:nvPr>
        </p:nvSpPr>
        <p:spPr>
          <a:xfrm>
            <a:off x="4723875" y="3497475"/>
            <a:ext cx="3531300" cy="5910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lnSpc>
                <a:spcPct val="100000"/>
              </a:lnSpc>
              <a:spcBef>
                <a:spcPts val="640"/>
              </a:spcBef>
              <a:spcAft>
                <a:spcPts val="0"/>
              </a:spcAft>
              <a:buSzPts val="3200"/>
              <a:buNone/>
            </a:pPr>
            <a:r>
              <a:t/>
            </a:r>
            <a:endParaRPr/>
          </a:p>
        </p:txBody>
      </p:sp>
      <p:pic>
        <p:nvPicPr>
          <p:cNvPr id="304" name="Google Shape;304;p16" title="Screenshot 2025-09-02 at 7.59.50 AM.png"/>
          <p:cNvPicPr preferRelativeResize="0"/>
          <p:nvPr/>
        </p:nvPicPr>
        <p:blipFill rotWithShape="1">
          <a:blip r:embed="rId3">
            <a:alphaModFix/>
          </a:blip>
          <a:srcRect b="0" l="0" r="0" t="0"/>
          <a:stretch/>
        </p:blipFill>
        <p:spPr>
          <a:xfrm>
            <a:off x="73000" y="77525"/>
            <a:ext cx="4473587" cy="1962295"/>
          </a:xfrm>
          <a:prstGeom prst="rect">
            <a:avLst/>
          </a:prstGeom>
          <a:noFill/>
          <a:ln>
            <a:noFill/>
          </a:ln>
        </p:spPr>
      </p:pic>
      <p:pic>
        <p:nvPicPr>
          <p:cNvPr id="305" name="Google Shape;305;p16" title="Screenshot 2025-09-02 at 7.59.50 AM.png"/>
          <p:cNvPicPr preferRelativeResize="0"/>
          <p:nvPr/>
        </p:nvPicPr>
        <p:blipFill rotWithShape="1">
          <a:blip r:embed="rId3">
            <a:alphaModFix/>
          </a:blip>
          <a:srcRect b="0" l="0" r="0" t="0"/>
          <a:stretch/>
        </p:blipFill>
        <p:spPr>
          <a:xfrm>
            <a:off x="4546587" y="77525"/>
            <a:ext cx="4473587" cy="1962295"/>
          </a:xfrm>
          <a:prstGeom prst="rect">
            <a:avLst/>
          </a:prstGeom>
          <a:noFill/>
          <a:ln>
            <a:noFill/>
          </a:ln>
        </p:spPr>
      </p:pic>
      <p:sp>
        <p:nvSpPr>
          <p:cNvPr id="306" name="Google Shape;306;p16"/>
          <p:cNvSpPr txBox="1"/>
          <p:nvPr>
            <p:ph type="title"/>
          </p:nvPr>
        </p:nvSpPr>
        <p:spPr>
          <a:xfrm>
            <a:off x="472012" y="2297934"/>
            <a:ext cx="8002500" cy="833700"/>
          </a:xfrm>
          <a:prstGeom prst="rect">
            <a:avLst/>
          </a:prstGeom>
          <a:noFill/>
          <a:ln>
            <a:noFill/>
          </a:ln>
        </p:spPr>
        <p:txBody>
          <a:bodyPr anchorCtr="0" anchor="ctr" bIns="88900" lIns="88900" spcFirstLastPara="1" rIns="88900" wrap="square" tIns="88900">
            <a:noAutofit/>
          </a:bodyPr>
          <a:lstStyle/>
          <a:p>
            <a:pPr indent="0" lvl="0" marL="0" rtl="0" algn="ctr">
              <a:lnSpc>
                <a:spcPct val="100000"/>
              </a:lnSpc>
              <a:spcBef>
                <a:spcPts val="0"/>
              </a:spcBef>
              <a:spcAft>
                <a:spcPts val="0"/>
              </a:spcAft>
              <a:buSzPts val="2334"/>
              <a:buNone/>
            </a:pPr>
            <a:r>
              <a:t/>
            </a:r>
            <a:endParaRPr sz="4279"/>
          </a:p>
        </p:txBody>
      </p:sp>
      <p:pic>
        <p:nvPicPr>
          <p:cNvPr id="307" name="Google Shape;307;p16" title="Screenshot 2025-09-02 at 7.59.50 AM.png"/>
          <p:cNvPicPr preferRelativeResize="0"/>
          <p:nvPr/>
        </p:nvPicPr>
        <p:blipFill rotWithShape="1">
          <a:blip r:embed="rId3">
            <a:alphaModFix/>
          </a:blip>
          <a:srcRect b="0" l="0" r="0" t="0"/>
          <a:stretch/>
        </p:blipFill>
        <p:spPr>
          <a:xfrm>
            <a:off x="98413" y="2173025"/>
            <a:ext cx="4473587" cy="1962295"/>
          </a:xfrm>
          <a:prstGeom prst="rect">
            <a:avLst/>
          </a:prstGeom>
          <a:noFill/>
          <a:ln>
            <a:noFill/>
          </a:ln>
        </p:spPr>
      </p:pic>
      <p:pic>
        <p:nvPicPr>
          <p:cNvPr id="308" name="Google Shape;308;p16" title="Screenshot 2025-09-02 at 7.59.50 AM.png"/>
          <p:cNvPicPr preferRelativeResize="0"/>
          <p:nvPr/>
        </p:nvPicPr>
        <p:blipFill rotWithShape="1">
          <a:blip r:embed="rId3">
            <a:alphaModFix/>
          </a:blip>
          <a:srcRect b="0" l="0" r="0" t="0"/>
          <a:stretch/>
        </p:blipFill>
        <p:spPr>
          <a:xfrm>
            <a:off x="4572000" y="2173025"/>
            <a:ext cx="4473587" cy="196229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id="313" name="Google Shape;313;p17" title="Screenshot 2025-09-02 at 8.07.44 AM.png"/>
          <p:cNvPicPr preferRelativeResize="0"/>
          <p:nvPr/>
        </p:nvPicPr>
        <p:blipFill rotWithShape="1">
          <a:blip r:embed="rId3">
            <a:alphaModFix/>
          </a:blip>
          <a:srcRect b="0" l="0" r="0" t="0"/>
          <a:stretch/>
        </p:blipFill>
        <p:spPr>
          <a:xfrm>
            <a:off x="828675" y="635476"/>
            <a:ext cx="8229600" cy="1668325"/>
          </a:xfrm>
          <a:prstGeom prst="rect">
            <a:avLst/>
          </a:prstGeom>
          <a:noFill/>
          <a:ln>
            <a:noFill/>
          </a:ln>
        </p:spPr>
      </p:pic>
      <p:pic>
        <p:nvPicPr>
          <p:cNvPr id="314" name="Google Shape;314;p17"/>
          <p:cNvPicPr preferRelativeResize="0"/>
          <p:nvPr/>
        </p:nvPicPr>
        <p:blipFill rotWithShape="1">
          <a:blip r:embed="rId4">
            <a:alphaModFix/>
          </a:blip>
          <a:srcRect b="0" l="0" r="0" t="0"/>
          <a:stretch/>
        </p:blipFill>
        <p:spPr>
          <a:xfrm>
            <a:off x="57150" y="1238250"/>
            <a:ext cx="581025" cy="581025"/>
          </a:xfrm>
          <a:prstGeom prst="rect">
            <a:avLst/>
          </a:prstGeom>
          <a:noFill/>
          <a:ln>
            <a:noFill/>
          </a:ln>
        </p:spPr>
      </p:pic>
      <p:sp>
        <p:nvSpPr>
          <p:cNvPr id="315" name="Google Shape;315;p17"/>
          <p:cNvSpPr txBox="1"/>
          <p:nvPr/>
        </p:nvSpPr>
        <p:spPr>
          <a:xfrm>
            <a:off x="828675" y="0"/>
            <a:ext cx="81057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accent2"/>
                </a:solidFill>
                <a:latin typeface="Roboto"/>
                <a:ea typeface="Roboto"/>
                <a:cs typeface="Roboto"/>
                <a:sym typeface="Roboto"/>
              </a:rPr>
              <a:t>Most:</a:t>
            </a:r>
            <a:endParaRPr b="0" i="0" sz="2000" u="none" cap="none" strike="noStrike">
              <a:solidFill>
                <a:srgbClr val="0E101A"/>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rgbClr val="0E101A"/>
                </a:solidFill>
                <a:latin typeface="Roboto"/>
                <a:ea typeface="Roboto"/>
                <a:cs typeface="Roboto"/>
                <a:sym typeface="Roboto"/>
              </a:rPr>
              <a:t>Draw the complementary DNA strand for the examples below.</a:t>
            </a:r>
            <a:endParaRPr b="0" i="0" sz="2000" u="none" cap="none" strike="noStrike">
              <a:solidFill>
                <a:srgbClr val="0E101A"/>
              </a:solidFill>
              <a:latin typeface="Roboto"/>
              <a:ea typeface="Roboto"/>
              <a:cs typeface="Roboto"/>
              <a:sym typeface="Roboto"/>
            </a:endParaRPr>
          </a:p>
        </p:txBody>
      </p:sp>
      <p:sp>
        <p:nvSpPr>
          <p:cNvPr id="316" name="Google Shape;316;p17"/>
          <p:cNvSpPr txBox="1"/>
          <p:nvPr/>
        </p:nvSpPr>
        <p:spPr>
          <a:xfrm>
            <a:off x="857175" y="2303800"/>
            <a:ext cx="8172600" cy="86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chemeClr val="accent5"/>
                </a:solidFill>
                <a:latin typeface="Roboto"/>
                <a:ea typeface="Roboto"/>
                <a:cs typeface="Roboto"/>
                <a:sym typeface="Roboto"/>
              </a:rPr>
              <a:t>Some:</a:t>
            </a:r>
            <a:endParaRPr b="0" i="0" sz="2000" u="none" cap="none" strike="noStrike">
              <a:solidFill>
                <a:srgbClr val="0E101A"/>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rgbClr val="0E101A"/>
                </a:solidFill>
                <a:latin typeface="Roboto"/>
                <a:ea typeface="Roboto"/>
                <a:cs typeface="Roboto"/>
                <a:sym typeface="Roboto"/>
              </a:rPr>
              <a:t>Identify the mistakes by circling them in the following sections of DNA.</a:t>
            </a:r>
            <a:endParaRPr b="0" i="0" sz="2000" u="none" cap="none" strike="noStrike">
              <a:solidFill>
                <a:srgbClr val="0E101A"/>
              </a:solidFill>
              <a:latin typeface="Roboto"/>
              <a:ea typeface="Roboto"/>
              <a:cs typeface="Roboto"/>
              <a:sym typeface="Roboto"/>
            </a:endParaRPr>
          </a:p>
        </p:txBody>
      </p:sp>
      <p:pic>
        <p:nvPicPr>
          <p:cNvPr id="317" name="Google Shape;317;p17" title="Screenshot 2025-09-02 at 8.10.14 AM.png"/>
          <p:cNvPicPr preferRelativeResize="0"/>
          <p:nvPr/>
        </p:nvPicPr>
        <p:blipFill rotWithShape="1">
          <a:blip r:embed="rId5">
            <a:alphaModFix/>
          </a:blip>
          <a:srcRect b="0" l="0" r="616" t="0"/>
          <a:stretch/>
        </p:blipFill>
        <p:spPr>
          <a:xfrm>
            <a:off x="690550" y="3301550"/>
            <a:ext cx="8453450" cy="15898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pic>
        <p:nvPicPr>
          <p:cNvPr id="322" name="Google Shape;322;p18" title="Screenshot 2025-09-02 at 8.12.03 AM.png"/>
          <p:cNvPicPr preferRelativeResize="0"/>
          <p:nvPr/>
        </p:nvPicPr>
        <p:blipFill rotWithShape="1">
          <a:blip r:embed="rId3">
            <a:alphaModFix/>
          </a:blip>
          <a:srcRect b="0" l="0" r="0" t="0"/>
          <a:stretch/>
        </p:blipFill>
        <p:spPr>
          <a:xfrm>
            <a:off x="742950" y="57150"/>
            <a:ext cx="4105275" cy="1858175"/>
          </a:xfrm>
          <a:prstGeom prst="rect">
            <a:avLst/>
          </a:prstGeom>
          <a:noFill/>
          <a:ln>
            <a:noFill/>
          </a:ln>
        </p:spPr>
      </p:pic>
      <p:pic>
        <p:nvPicPr>
          <p:cNvPr id="323" name="Google Shape;323;p18" title="Screenshot 2025-09-02 at 8.12.17 AM.png"/>
          <p:cNvPicPr preferRelativeResize="0"/>
          <p:nvPr/>
        </p:nvPicPr>
        <p:blipFill rotWithShape="1">
          <a:blip r:embed="rId4">
            <a:alphaModFix/>
          </a:blip>
          <a:srcRect b="0" l="0" r="0" t="0"/>
          <a:stretch/>
        </p:blipFill>
        <p:spPr>
          <a:xfrm>
            <a:off x="742950" y="1982775"/>
            <a:ext cx="8248652" cy="1385950"/>
          </a:xfrm>
          <a:prstGeom prst="rect">
            <a:avLst/>
          </a:prstGeom>
          <a:noFill/>
          <a:ln>
            <a:noFill/>
          </a:ln>
        </p:spPr>
      </p:pic>
      <p:pic>
        <p:nvPicPr>
          <p:cNvPr id="324" name="Google Shape;324;p18" title="Screenshot 2025-09-02 at 8.12.41 AM.png"/>
          <p:cNvPicPr preferRelativeResize="0"/>
          <p:nvPr/>
        </p:nvPicPr>
        <p:blipFill rotWithShape="1">
          <a:blip r:embed="rId5">
            <a:alphaModFix/>
          </a:blip>
          <a:srcRect b="0" l="0" r="0" t="0"/>
          <a:stretch/>
        </p:blipFill>
        <p:spPr>
          <a:xfrm>
            <a:off x="742950" y="3436175"/>
            <a:ext cx="8248650" cy="1469840"/>
          </a:xfrm>
          <a:prstGeom prst="rect">
            <a:avLst/>
          </a:prstGeom>
          <a:noFill/>
          <a:ln>
            <a:noFill/>
          </a:ln>
        </p:spPr>
      </p:pic>
      <p:pic>
        <p:nvPicPr>
          <p:cNvPr id="325" name="Google Shape;325;p18"/>
          <p:cNvPicPr preferRelativeResize="0"/>
          <p:nvPr/>
        </p:nvPicPr>
        <p:blipFill rotWithShape="1">
          <a:blip r:embed="rId6">
            <a:alphaModFix/>
          </a:blip>
          <a:srcRect b="42045" l="0" r="0" t="43353"/>
          <a:stretch/>
        </p:blipFill>
        <p:spPr>
          <a:xfrm rot="-3794657">
            <a:off x="7412318" y="890350"/>
            <a:ext cx="2191215" cy="319949"/>
          </a:xfrm>
          <a:prstGeom prst="rect">
            <a:avLst/>
          </a:prstGeom>
          <a:noFill/>
          <a:ln>
            <a:noFill/>
          </a:ln>
        </p:spPr>
      </p:pic>
      <p:pic>
        <p:nvPicPr>
          <p:cNvPr id="326" name="Google Shape;326;p18"/>
          <p:cNvPicPr preferRelativeResize="0"/>
          <p:nvPr/>
        </p:nvPicPr>
        <p:blipFill rotWithShape="1">
          <a:blip r:embed="rId7">
            <a:alphaModFix/>
          </a:blip>
          <a:srcRect b="15223" l="14612" r="14831" t="15424"/>
          <a:stretch/>
        </p:blipFill>
        <p:spPr>
          <a:xfrm>
            <a:off x="8543335" y="1158574"/>
            <a:ext cx="455700" cy="447900"/>
          </a:xfrm>
          <a:prstGeom prst="ellipse">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pic>
        <p:nvPicPr>
          <p:cNvPr id="331" name="Google Shape;331;p19"/>
          <p:cNvPicPr preferRelativeResize="0"/>
          <p:nvPr/>
        </p:nvPicPr>
        <p:blipFill rotWithShape="1">
          <a:blip r:embed="rId3">
            <a:alphaModFix/>
          </a:blip>
          <a:srcRect b="0" l="39551" r="0" t="56768"/>
          <a:stretch/>
        </p:blipFill>
        <p:spPr>
          <a:xfrm>
            <a:off x="3568350" y="3324225"/>
            <a:ext cx="2676751" cy="1718400"/>
          </a:xfrm>
          <a:prstGeom prst="rect">
            <a:avLst/>
          </a:prstGeom>
          <a:noFill/>
          <a:ln>
            <a:noFill/>
          </a:ln>
        </p:spPr>
      </p:pic>
      <p:sp>
        <p:nvSpPr>
          <p:cNvPr id="332" name="Google Shape;332;p19"/>
          <p:cNvSpPr txBox="1"/>
          <p:nvPr/>
        </p:nvSpPr>
        <p:spPr>
          <a:xfrm>
            <a:off x="669525" y="38850"/>
            <a:ext cx="8274600" cy="1154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Roboto"/>
                <a:ea typeface="Roboto"/>
                <a:cs typeface="Roboto"/>
                <a:sym typeface="Roboto"/>
              </a:rPr>
              <a:t>Every cell contains the same sequences of DNA!</a:t>
            </a:r>
            <a:endParaRPr b="0" i="0" sz="2000" u="none" cap="none" strike="noStrike">
              <a:solidFill>
                <a:srgbClr val="0E101A"/>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rgbClr val="0E101A"/>
                </a:solidFill>
                <a:latin typeface="Roboto"/>
                <a:ea typeface="Roboto"/>
                <a:cs typeface="Roboto"/>
                <a:sym typeface="Roboto"/>
              </a:rPr>
              <a:t>Cells have specific proteins that help them perform their functions. </a:t>
            </a:r>
            <a:endParaRPr b="0" i="0" sz="20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rgbClr val="0E101A"/>
                </a:solidFill>
                <a:latin typeface="Roboto"/>
                <a:ea typeface="Roboto"/>
                <a:cs typeface="Roboto"/>
                <a:sym typeface="Roboto"/>
              </a:rPr>
              <a:t>Genes can turn proteins off or on. </a:t>
            </a:r>
            <a:endParaRPr b="0" i="0" sz="2000" u="none" cap="none" strike="noStrike">
              <a:solidFill>
                <a:srgbClr val="555555"/>
              </a:solidFill>
              <a:latin typeface="Roboto"/>
              <a:ea typeface="Roboto"/>
              <a:cs typeface="Roboto"/>
              <a:sym typeface="Roboto"/>
            </a:endParaRPr>
          </a:p>
        </p:txBody>
      </p:sp>
      <p:sp>
        <p:nvSpPr>
          <p:cNvPr id="333" name="Google Shape;333;p19"/>
          <p:cNvSpPr txBox="1"/>
          <p:nvPr/>
        </p:nvSpPr>
        <p:spPr>
          <a:xfrm>
            <a:off x="669525" y="2476500"/>
            <a:ext cx="8474400" cy="780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0E101A"/>
                </a:solidFill>
                <a:latin typeface="Roboto"/>
                <a:ea typeface="Roboto"/>
                <a:cs typeface="Roboto"/>
                <a:sym typeface="Roboto"/>
              </a:rPr>
              <a:t>Proteins allow cells in different organs to look and act differently from each other.</a:t>
            </a:r>
            <a:endParaRPr b="0" i="0" sz="1800" u="none" cap="none" strike="noStrike">
              <a:solidFill>
                <a:srgbClr val="0E101A"/>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0E101A"/>
                </a:solidFill>
                <a:latin typeface="Roboto"/>
                <a:ea typeface="Roboto"/>
                <a:cs typeface="Roboto"/>
                <a:sym typeface="Roboto"/>
              </a:rPr>
              <a:t>An organism inherits its genes from its parents. This makes them unique.</a:t>
            </a:r>
            <a:endParaRPr b="0" i="0" sz="1800" u="none" cap="none" strike="noStrike">
              <a:solidFill>
                <a:srgbClr val="0E101A"/>
              </a:solidFill>
              <a:latin typeface="Roboto"/>
              <a:ea typeface="Roboto"/>
              <a:cs typeface="Roboto"/>
              <a:sym typeface="Roboto"/>
            </a:endParaRPr>
          </a:p>
        </p:txBody>
      </p:sp>
      <p:pic>
        <p:nvPicPr>
          <p:cNvPr id="334" name="Google Shape;334;p19"/>
          <p:cNvPicPr preferRelativeResize="0"/>
          <p:nvPr/>
        </p:nvPicPr>
        <p:blipFill rotWithShape="1">
          <a:blip r:embed="rId4">
            <a:alphaModFix/>
          </a:blip>
          <a:srcRect b="13007" l="0" r="0" t="20733"/>
          <a:stretch/>
        </p:blipFill>
        <p:spPr>
          <a:xfrm>
            <a:off x="3216424" y="1098900"/>
            <a:ext cx="3380601" cy="1377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0"/>
          <p:cNvSpPr txBox="1"/>
          <p:nvPr/>
        </p:nvSpPr>
        <p:spPr>
          <a:xfrm>
            <a:off x="819150" y="734925"/>
            <a:ext cx="8042700" cy="99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0A95B0"/>
                </a:solidFill>
                <a:latin typeface="Roboto"/>
                <a:ea typeface="Roboto"/>
                <a:cs typeface="Roboto"/>
                <a:sym typeface="Roboto"/>
              </a:rPr>
              <a:t>All:</a:t>
            </a:r>
            <a:r>
              <a:rPr b="0" i="0" lang="en" sz="2400" u="none" cap="none" strike="noStrike">
                <a:solidFill>
                  <a:schemeClr val="dk1"/>
                </a:solidFill>
                <a:latin typeface="Roboto"/>
                <a:ea typeface="Roboto"/>
                <a:cs typeface="Roboto"/>
                <a:sym typeface="Roboto"/>
              </a:rPr>
              <a:t> U</a:t>
            </a:r>
            <a:r>
              <a:rPr b="0" i="0" lang="en" sz="2400" u="none" cap="none" strike="noStrike">
                <a:solidFill>
                  <a:srgbClr val="000000"/>
                </a:solidFill>
                <a:latin typeface="Roboto"/>
                <a:ea typeface="Roboto"/>
                <a:cs typeface="Roboto"/>
                <a:sym typeface="Roboto"/>
              </a:rPr>
              <a:t>se modeling clay to create models of chromosomes, DNA, and genes. Use whiteboard pens to label the desk.</a:t>
            </a:r>
            <a:endParaRPr b="0" i="0" sz="2400" u="none" cap="none" strike="noStrike">
              <a:solidFill>
                <a:srgbClr val="000000"/>
              </a:solidFill>
              <a:latin typeface="Roboto"/>
              <a:ea typeface="Roboto"/>
              <a:cs typeface="Roboto"/>
              <a:sym typeface="Roboto"/>
            </a:endParaRPr>
          </a:p>
        </p:txBody>
      </p:sp>
      <p:pic>
        <p:nvPicPr>
          <p:cNvPr id="340" name="Google Shape;340;p20"/>
          <p:cNvPicPr preferRelativeResize="0"/>
          <p:nvPr/>
        </p:nvPicPr>
        <p:blipFill rotWithShape="1">
          <a:blip r:embed="rId3">
            <a:alphaModFix/>
          </a:blip>
          <a:srcRect b="0" l="0" r="0" t="0"/>
          <a:stretch/>
        </p:blipFill>
        <p:spPr>
          <a:xfrm>
            <a:off x="57150" y="1238250"/>
            <a:ext cx="581025" cy="581025"/>
          </a:xfrm>
          <a:prstGeom prst="rect">
            <a:avLst/>
          </a:prstGeom>
          <a:noFill/>
          <a:ln>
            <a:noFill/>
          </a:ln>
        </p:spPr>
      </p:pic>
      <p:sp>
        <p:nvSpPr>
          <p:cNvPr id="341" name="Google Shape;341;p20"/>
          <p:cNvSpPr txBox="1"/>
          <p:nvPr/>
        </p:nvSpPr>
        <p:spPr>
          <a:xfrm>
            <a:off x="819150" y="1971825"/>
            <a:ext cx="4648200" cy="153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accent2"/>
                </a:solidFill>
                <a:latin typeface="Roboto"/>
                <a:ea typeface="Roboto"/>
                <a:cs typeface="Roboto"/>
                <a:sym typeface="Roboto"/>
              </a:rPr>
              <a:t>Most:</a:t>
            </a:r>
            <a:r>
              <a:rPr b="0" i="0" lang="en" sz="2200" u="none" cap="none" strike="noStrike">
                <a:solidFill>
                  <a:schemeClr val="dk1"/>
                </a:solidFill>
                <a:latin typeface="Roboto"/>
                <a:ea typeface="Roboto"/>
                <a:cs typeface="Roboto"/>
                <a:sym typeface="Roboto"/>
              </a:rPr>
              <a:t> </a:t>
            </a:r>
            <a:r>
              <a:rPr b="0" i="0" lang="en" sz="2200" u="none" cap="none" strike="noStrike">
                <a:solidFill>
                  <a:srgbClr val="000000"/>
                </a:solidFill>
                <a:latin typeface="Roboto"/>
                <a:ea typeface="Roboto"/>
                <a:cs typeface="Roboto"/>
                <a:sym typeface="Roboto"/>
              </a:rPr>
              <a:t>Compare and contrast genes and chromosomes. Add brief notes and key words to complete the Venn diagram.</a:t>
            </a:r>
            <a:endParaRPr b="0" i="0" sz="1200" u="none" cap="none" strike="noStrike">
              <a:solidFill>
                <a:srgbClr val="000000"/>
              </a:solidFill>
              <a:latin typeface="Arial"/>
              <a:ea typeface="Arial"/>
              <a:cs typeface="Arial"/>
              <a:sym typeface="Arial"/>
            </a:endParaRPr>
          </a:p>
        </p:txBody>
      </p:sp>
      <p:grpSp>
        <p:nvGrpSpPr>
          <p:cNvPr id="342" name="Google Shape;342;p20"/>
          <p:cNvGrpSpPr/>
          <p:nvPr/>
        </p:nvGrpSpPr>
        <p:grpSpPr>
          <a:xfrm>
            <a:off x="5619750" y="1725525"/>
            <a:ext cx="3352650" cy="2031900"/>
            <a:chOff x="5619750" y="2820900"/>
            <a:chExt cx="3352650" cy="2031900"/>
          </a:xfrm>
        </p:grpSpPr>
        <p:sp>
          <p:nvSpPr>
            <p:cNvPr id="343" name="Google Shape;343;p20"/>
            <p:cNvSpPr/>
            <p:nvPr/>
          </p:nvSpPr>
          <p:spPr>
            <a:xfrm>
              <a:off x="5619750" y="2820900"/>
              <a:ext cx="2114400" cy="20319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20"/>
            <p:cNvSpPr/>
            <p:nvPr/>
          </p:nvSpPr>
          <p:spPr>
            <a:xfrm>
              <a:off x="6858000" y="2820900"/>
              <a:ext cx="2114400" cy="20319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20"/>
            <p:cNvSpPr txBox="1"/>
            <p:nvPr/>
          </p:nvSpPr>
          <p:spPr>
            <a:xfrm>
              <a:off x="7029525" y="3280225"/>
              <a:ext cx="543000" cy="152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Arial"/>
                  <a:ea typeface="Arial"/>
                  <a:cs typeface="Arial"/>
                  <a:sym typeface="Arial"/>
                </a:rPr>
                <a:t>Both</a:t>
              </a:r>
              <a:endParaRPr b="1" i="0" sz="1000" u="none" cap="none" strike="noStrike">
                <a:solidFill>
                  <a:srgbClr val="000000"/>
                </a:solidFill>
                <a:latin typeface="Arial"/>
                <a:ea typeface="Arial"/>
                <a:cs typeface="Arial"/>
                <a:sym typeface="Arial"/>
              </a:endParaRPr>
            </a:p>
          </p:txBody>
        </p:sp>
        <p:sp>
          <p:nvSpPr>
            <p:cNvPr id="346" name="Google Shape;346;p20"/>
            <p:cNvSpPr txBox="1"/>
            <p:nvPr/>
          </p:nvSpPr>
          <p:spPr>
            <a:xfrm>
              <a:off x="6129300" y="2984950"/>
              <a:ext cx="976500" cy="152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Arial"/>
                  <a:ea typeface="Arial"/>
                  <a:cs typeface="Arial"/>
                  <a:sym typeface="Arial"/>
                </a:rPr>
                <a:t>Genes</a:t>
              </a:r>
              <a:endParaRPr b="1" i="0" sz="1000" u="none" cap="none" strike="noStrike">
                <a:solidFill>
                  <a:srgbClr val="000000"/>
                </a:solidFill>
                <a:latin typeface="Arial"/>
                <a:ea typeface="Arial"/>
                <a:cs typeface="Arial"/>
                <a:sym typeface="Arial"/>
              </a:endParaRPr>
            </a:p>
          </p:txBody>
        </p:sp>
        <p:sp>
          <p:nvSpPr>
            <p:cNvPr id="347" name="Google Shape;347;p20"/>
            <p:cNvSpPr txBox="1"/>
            <p:nvPr/>
          </p:nvSpPr>
          <p:spPr>
            <a:xfrm>
              <a:off x="7429500" y="2984950"/>
              <a:ext cx="1143000" cy="152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Arial"/>
                  <a:ea typeface="Arial"/>
                  <a:cs typeface="Arial"/>
                  <a:sym typeface="Arial"/>
                </a:rPr>
                <a:t>Chromosomes</a:t>
              </a:r>
              <a:endParaRPr b="1" i="0" sz="1000" u="none" cap="none" strike="noStrike">
                <a:solidFill>
                  <a:srgbClr val="000000"/>
                </a:solidFill>
                <a:latin typeface="Arial"/>
                <a:ea typeface="Arial"/>
                <a:cs typeface="Arial"/>
                <a:sym typeface="Arial"/>
              </a:endParaRPr>
            </a:p>
          </p:txBody>
        </p:sp>
      </p:grpSp>
      <p:sp>
        <p:nvSpPr>
          <p:cNvPr id="348" name="Google Shape;348;p20"/>
          <p:cNvSpPr txBox="1"/>
          <p:nvPr/>
        </p:nvSpPr>
        <p:spPr>
          <a:xfrm>
            <a:off x="728425" y="54025"/>
            <a:ext cx="80427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Arial"/>
              <a:buNone/>
            </a:pPr>
            <a:r>
              <a:rPr b="0" i="0" lang="en" sz="3000" u="none" cap="none" strike="noStrike">
                <a:solidFill>
                  <a:srgbClr val="0A95B0"/>
                </a:solidFill>
                <a:latin typeface="Roboto"/>
                <a:ea typeface="Roboto"/>
                <a:cs typeface="Roboto"/>
                <a:sym typeface="Roboto"/>
              </a:rPr>
              <a:t>Chromosomes, genes and DNA</a:t>
            </a:r>
            <a:endParaRPr b="0" i="0" sz="1800" u="none" cap="none" strike="noStrike">
              <a:solidFill>
                <a:srgbClr val="0A95B0"/>
              </a:solidFill>
              <a:latin typeface="Roboto"/>
              <a:ea typeface="Roboto"/>
              <a:cs typeface="Roboto"/>
              <a:sym typeface="Roboto"/>
            </a:endParaRPr>
          </a:p>
        </p:txBody>
      </p:sp>
      <p:sp>
        <p:nvSpPr>
          <p:cNvPr id="349" name="Google Shape;349;p20"/>
          <p:cNvSpPr txBox="1"/>
          <p:nvPr/>
        </p:nvSpPr>
        <p:spPr>
          <a:xfrm>
            <a:off x="819150" y="3663675"/>
            <a:ext cx="8153100" cy="119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chemeClr val="accent5"/>
                </a:solidFill>
                <a:latin typeface="Roboto"/>
                <a:ea typeface="Roboto"/>
                <a:cs typeface="Roboto"/>
                <a:sym typeface="Roboto"/>
              </a:rPr>
              <a:t>Some:</a:t>
            </a:r>
            <a:r>
              <a:rPr b="0" i="0" lang="en" sz="2400" u="none" cap="none" strike="noStrike">
                <a:solidFill>
                  <a:schemeClr val="dk1"/>
                </a:solidFill>
                <a:latin typeface="Roboto"/>
                <a:ea typeface="Roboto"/>
                <a:cs typeface="Roboto"/>
                <a:sym typeface="Roboto"/>
              </a:rPr>
              <a:t> </a:t>
            </a:r>
            <a:r>
              <a:rPr b="0" i="0" lang="en" sz="2400" u="none" cap="none" strike="noStrike">
                <a:solidFill>
                  <a:srgbClr val="000000"/>
                </a:solidFill>
                <a:latin typeface="Roboto"/>
                <a:ea typeface="Roboto"/>
                <a:cs typeface="Roboto"/>
                <a:sym typeface="Roboto"/>
              </a:rPr>
              <a:t>Use the internet to research this question:</a:t>
            </a:r>
            <a:endParaRPr b="0" i="0" sz="2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900"/>
              <a:buFont typeface="Arial"/>
              <a:buNone/>
            </a:pPr>
            <a:r>
              <a:rPr b="1" i="1" lang="en" sz="1900" u="none" cap="none" strike="noStrike">
                <a:solidFill>
                  <a:srgbClr val="000000"/>
                </a:solidFill>
                <a:latin typeface="Roboto"/>
                <a:ea typeface="Roboto"/>
                <a:cs typeface="Roboto"/>
                <a:sym typeface="Roboto"/>
              </a:rPr>
              <a:t>Do larger organisms have larger numbers of chromosomes in their cells?</a:t>
            </a:r>
            <a:endParaRPr b="1" i="1" sz="1900" u="none" cap="none" strike="noStrike">
              <a:solidFill>
                <a:srgbClr val="000000"/>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21"/>
          <p:cNvSpPr txBox="1"/>
          <p:nvPr/>
        </p:nvSpPr>
        <p:spPr>
          <a:xfrm>
            <a:off x="728425" y="54025"/>
            <a:ext cx="80427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Arial"/>
              <a:buNone/>
            </a:pPr>
            <a:r>
              <a:rPr b="0" i="0" lang="en" sz="3000" u="none" cap="none" strike="noStrike">
                <a:solidFill>
                  <a:srgbClr val="0A95B0"/>
                </a:solidFill>
                <a:latin typeface="Roboto"/>
                <a:ea typeface="Roboto"/>
                <a:cs typeface="Roboto"/>
                <a:sym typeface="Roboto"/>
              </a:rPr>
              <a:t>Genes vs Chromosomes</a:t>
            </a:r>
            <a:endParaRPr b="0" i="0" sz="1800" u="none" cap="none" strike="noStrike">
              <a:solidFill>
                <a:srgbClr val="0A95B0"/>
              </a:solidFill>
              <a:latin typeface="Roboto"/>
              <a:ea typeface="Roboto"/>
              <a:cs typeface="Roboto"/>
              <a:sym typeface="Roboto"/>
            </a:endParaRPr>
          </a:p>
        </p:txBody>
      </p:sp>
      <p:sp>
        <p:nvSpPr>
          <p:cNvPr id="355" name="Google Shape;355;p21"/>
          <p:cNvSpPr txBox="1"/>
          <p:nvPr/>
        </p:nvSpPr>
        <p:spPr>
          <a:xfrm>
            <a:off x="785575" y="647700"/>
            <a:ext cx="4119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Answers will vary but may include the following</a:t>
            </a:r>
            <a:endParaRPr b="0" i="0" sz="1400" u="none" cap="none" strike="noStrike">
              <a:solidFill>
                <a:srgbClr val="000000"/>
              </a:solidFill>
              <a:latin typeface="Roboto"/>
              <a:ea typeface="Roboto"/>
              <a:cs typeface="Roboto"/>
              <a:sym typeface="Roboto"/>
            </a:endParaRPr>
          </a:p>
        </p:txBody>
      </p:sp>
      <p:pic>
        <p:nvPicPr>
          <p:cNvPr id="356" name="Google Shape;356;p21" title="Screenshot 2025-03-26 at 4.31.57 PM.png"/>
          <p:cNvPicPr preferRelativeResize="0"/>
          <p:nvPr/>
        </p:nvPicPr>
        <p:blipFill rotWithShape="1">
          <a:blip r:embed="rId3">
            <a:alphaModFix/>
          </a:blip>
          <a:srcRect b="0" l="0" r="3652" t="2009"/>
          <a:stretch/>
        </p:blipFill>
        <p:spPr>
          <a:xfrm>
            <a:off x="785575" y="1047900"/>
            <a:ext cx="6082352" cy="4047976"/>
          </a:xfrm>
          <a:prstGeom prst="rect">
            <a:avLst/>
          </a:prstGeom>
          <a:noFill/>
          <a:ln>
            <a:noFill/>
          </a:ln>
        </p:spPr>
      </p:pic>
      <p:pic>
        <p:nvPicPr>
          <p:cNvPr id="357" name="Google Shape;357;p21"/>
          <p:cNvPicPr preferRelativeResize="0"/>
          <p:nvPr/>
        </p:nvPicPr>
        <p:blipFill rotWithShape="1">
          <a:blip r:embed="rId4">
            <a:alphaModFix/>
          </a:blip>
          <a:srcRect b="42045" l="0" r="0" t="43353"/>
          <a:stretch/>
        </p:blipFill>
        <p:spPr>
          <a:xfrm rot="-3794645">
            <a:off x="5843228" y="3649889"/>
            <a:ext cx="2704145" cy="39484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g3ed01367d17_0_7"/>
          <p:cNvSpPr txBox="1"/>
          <p:nvPr>
            <p:ph type="ctrTitle"/>
          </p:nvPr>
        </p:nvSpPr>
        <p:spPr>
          <a:xfrm>
            <a:off x="685800" y="2525225"/>
            <a:ext cx="5309700" cy="115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pic>
        <p:nvPicPr>
          <p:cNvPr id="363" name="Google Shape;363;g3ed01367d17_0_7"/>
          <p:cNvPicPr preferRelativeResize="0"/>
          <p:nvPr/>
        </p:nvPicPr>
        <p:blipFill>
          <a:blip r:embed="rId3">
            <a:alphaModFix/>
          </a:blip>
          <a:stretch>
            <a:fillRect/>
          </a:stretch>
        </p:blipFill>
        <p:spPr>
          <a:xfrm>
            <a:off x="152400" y="152400"/>
            <a:ext cx="7332201" cy="4859475"/>
          </a:xfrm>
          <a:prstGeom prst="rect">
            <a:avLst/>
          </a:prstGeom>
          <a:noFill/>
          <a:ln>
            <a:noFill/>
          </a:ln>
        </p:spPr>
      </p:pic>
      <p:sp>
        <p:nvSpPr>
          <p:cNvPr id="364" name="Google Shape;364;g3ed01367d17_0_7"/>
          <p:cNvSpPr/>
          <p:nvPr/>
        </p:nvSpPr>
        <p:spPr>
          <a:xfrm>
            <a:off x="207575" y="1291650"/>
            <a:ext cx="7127100" cy="7728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erimon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ordelia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