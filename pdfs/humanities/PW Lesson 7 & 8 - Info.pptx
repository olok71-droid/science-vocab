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9144000" cx="6858000"/>
  <p:notesSz cx="6858000" cy="9144000"/>
  <p:embeddedFontLst>
    <p:embeddedFont>
      <p:font typeface="Poppi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2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2" Type="http://schemas.openxmlformats.org/officeDocument/2006/relationships/font" Target="fonts/Poppins-boldItalic.fntdata"/><Relationship Id="rId9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f6b4ce89_1_40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f6b4ce89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bf6b4ce89_1_26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bf6b4ce8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bfac6f3e8_0_0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bfac6f3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33781" y="1323689"/>
            <a:ext cx="63903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3775" y="5038444"/>
            <a:ext cx="63903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33775" y="3823733"/>
            <a:ext cx="63903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33775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624300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33775" y="987733"/>
            <a:ext cx="2106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33775" y="2470400"/>
            <a:ext cx="21060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67688" y="800267"/>
            <a:ext cx="47760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222"/>
            <a:ext cx="3429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99125" y="2192311"/>
            <a:ext cx="30339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99125" y="4983244"/>
            <a:ext cx="30339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704625" y="1287244"/>
            <a:ext cx="28779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33775" y="7521022"/>
            <a:ext cx="44991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33775" y="1966444"/>
            <a:ext cx="63903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33775" y="5603956"/>
            <a:ext cx="63903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6425" y="668700"/>
            <a:ext cx="5033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 can erupt in very different ways depending on several key stages in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process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where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Earth’s crust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moving,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rises slowly 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surface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This magma can be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allowing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escape gently, producing safe eruptions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Hawaii. In contrast, sticky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traps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builds up enormous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causing violent eruptions, as seen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4250" y="104425"/>
            <a:ext cx="66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 101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6015" l="9645" r="17891" t="0"/>
          <a:stretch/>
        </p:blipFill>
        <p:spPr>
          <a:xfrm>
            <a:off x="5294283" y="561425"/>
            <a:ext cx="1426830" cy="76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5616" l="9511" r="17719" t="0"/>
          <a:stretch/>
        </p:blipFill>
        <p:spPr>
          <a:xfrm>
            <a:off x="5293821" y="1519935"/>
            <a:ext cx="1409593" cy="75426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308189" y="6709525"/>
            <a:ext cx="442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But 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thick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sticky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becomes trapped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builds. This makes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violent, blasting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rock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eruption materials can collapse and race down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volcano’s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destroying everything in their path, as seen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USA. By looking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 type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 style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can explain why some eruptions are gentle,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while others are deadly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40888" y="4511125"/>
            <a:ext cx="442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"Not all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equally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dangerous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because the stages of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process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determine how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happen. 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thin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escapes easily,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gentle, producing safe lava flows. For example,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Hawaii has repeated gentle eruptions. In contrast, sticky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traps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building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can cause explosive eruptions, like those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Pinatubo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Philippines, which can be deadly for nearby communities."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688663" y="2497513"/>
            <a:ext cx="5033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released suddenly,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be extremely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These eruptions throw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rock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high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sometimes reaching several kilometres. Occasionally, the erupted material collapses and races down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volcano’s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one of the most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dangerous parts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eruption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Examples include the deadly 1902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Pelée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Martinique and the catastrophic 1980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USA, which destroyed surrounding forests and communities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713" y="2650269"/>
            <a:ext cx="1541600" cy="154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6334" y="4897025"/>
            <a:ext cx="2137078" cy="1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441" y="7012763"/>
            <a:ext cx="2137073" cy="142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36425" y="668700"/>
            <a:ext cx="5033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 can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different ways depending on the main stages of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process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where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Earth’s crust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constantly moving,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slowly rises 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surface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If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escapes easily,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gentle,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Hawaii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Kīlauea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Sticky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traps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building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causing violent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such as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Italy, which can destroy nearby towns and forests.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34250" y="104425"/>
            <a:ext cx="66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 101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6015" l="9645" r="17891" t="0"/>
          <a:stretch/>
        </p:blipFill>
        <p:spPr>
          <a:xfrm>
            <a:off x="5294283" y="561425"/>
            <a:ext cx="1426830" cy="76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b="5616" l="9511" r="17719" t="0"/>
          <a:stretch/>
        </p:blipFill>
        <p:spPr>
          <a:xfrm>
            <a:off x="5293821" y="1519935"/>
            <a:ext cx="1409593" cy="75426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2308189" y="6709525"/>
            <a:ext cx="442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thick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sticky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trapped,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builds over time. This makes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very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blasting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rock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high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eruption material can collapse and race down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volcano’s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destroying everything in its path. Examples include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79 AD,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1980,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Pelée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1902. Studying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 type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 style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helps explain why some eruptions are gentle while others are deadly.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40888" y="4511125"/>
            <a:ext cx="442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all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equally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dangerous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because the stages of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process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affect how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happen. 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thin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escapes easily,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gentle, such as the frequent lava flows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Hawaii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Kīlauea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Sticky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magma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traps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builds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can cause explosive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like those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Pinatubo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Philippines, or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USA, which can destroy towns and forests nearby.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688663" y="2497513"/>
            <a:ext cx="5033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pressure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released quickly,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be very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They throw out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dust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rock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high into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sometimes reaching several kilometres. Occasionally, the erupted material collapses and races down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volcano’s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one of the most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dangerous parts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an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Examples include the deadly 1902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Pelée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Martinique, the 1980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St. Helens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USA, and the 79 AD eruption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Vesuvius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Italy, which destroyed towns and forests nearby.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713" y="2650269"/>
            <a:ext cx="1541600" cy="154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6334" y="4897025"/>
            <a:ext cx="2137078" cy="1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441" y="7012763"/>
            <a:ext cx="2137073" cy="1425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3675" y="130300"/>
            <a:ext cx="400200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134250" y="104425"/>
            <a:ext cx="66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Types of volcanoes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134250" y="504625"/>
            <a:ext cx="4073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made only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is thin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flows quickly, spreading over long distances before it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cools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has a wide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gentle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usually escapes through one large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allowing lots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reach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surface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found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constructive 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have gentle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do not produce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bombs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An example of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Hawaii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346" y="870314"/>
            <a:ext cx="2526979" cy="13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784900" y="2607925"/>
            <a:ext cx="4073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Composite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found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destructive 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have very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 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can throw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bombs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out of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Their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thick and sticky,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treacle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moves slowly. This creates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a narrow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steep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escapes through several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parasitic cones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forming layers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Lahars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or mudflows can occur when rain mixes with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An example of a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composite 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1" lang="en" sz="1350">
                <a:solidFill>
                  <a:srgbClr val="001D35"/>
                </a:solidFill>
                <a:highlight>
                  <a:srgbClr val="FFFFFF"/>
                </a:highlight>
              </a:rPr>
              <a:t>Mount Fuji</a:t>
            </a:r>
            <a:r>
              <a:rPr lang="en" sz="1350">
                <a:solidFill>
                  <a:srgbClr val="001D35"/>
                </a:solidFill>
                <a:highlight>
                  <a:srgbClr val="FFFFFF"/>
                </a:highlight>
              </a:rPr>
              <a:t> in </a:t>
            </a:r>
            <a:r>
              <a:rPr b="1" lang="en" sz="1350">
                <a:solidFill>
                  <a:srgbClr val="001D35"/>
                </a:solidFill>
                <a:highlight>
                  <a:srgbClr val="FFFFFF"/>
                </a:highlight>
              </a:rPr>
              <a:t>Japan.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250" y="3065899"/>
            <a:ext cx="2526975" cy="13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000" y="4659625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134250" y="4895750"/>
            <a:ext cx="4073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made only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is thin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flows quickly and spreads far before it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cools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has a wide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gentle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comes out through one big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so lots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reaches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surface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found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constructive 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have gentle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do not throw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bombs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 well-known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shield 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Mauna Loa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Hawaii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7346" y="5261439"/>
            <a:ext cx="2526979" cy="13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2784900" y="6999050"/>
            <a:ext cx="4073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Composite volcanoes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are found at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destructive plate boundaries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have very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 eruptions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can throw out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volcanic bombs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thick and sticky, like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treacle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moves slowly. This makes the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volcano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have a narrow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steep slopes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comes out through several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parasitic cones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forming layers of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lava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Lahars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or mudflows, can happen when rain mixes with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An example is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Mount Fuji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Japan.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250" y="7457024"/>
            <a:ext cx="2526975" cy="13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