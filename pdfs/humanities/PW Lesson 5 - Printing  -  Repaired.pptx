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8" r:id="rId3"/>
    <p:sldId id="264" r:id="rId4"/>
    <p:sldId id="265" r:id="rId5"/>
    <p:sldId id="262" r:id="rId6"/>
    <p:sldId id="266" r:id="rId7"/>
    <p:sldId id="267" r:id="rId8"/>
    <p:sldId id="263" r:id="rId9"/>
  </p:sldIdLst>
  <p:sldSz cx="9144000" cy="6858000" type="screen4x3"/>
  <p:notesSz cx="6858000" cy="9144000"/>
  <p:embeddedFontLst>
    <p:embeddedFont>
      <p:font typeface="Edu TAS Beginner" pitchFamily="2" charset="0"/>
      <p:regular r:id="rId11"/>
      <p:bold r:id="rId11"/>
      <p:italic r:id="rId12"/>
      <p:boldItalic r:id="rId13"/>
    </p:embeddedFont>
    <p:embeddedFont>
      <p:font typeface="Poppins" pitchFamily="2" charset="77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28"/>
    <p:restoredTop sz="94675"/>
  </p:normalViewPr>
  <p:slideViewPr>
    <p:cSldViewPr snapToGrid="0">
      <p:cViewPr varScale="1">
        <p:scale>
          <a:sx n="92" d="100"/>
          <a:sy n="92" d="100"/>
        </p:scale>
        <p:origin x="176" y="7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0736f15f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0736f15f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287210f57b07ecff_4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h287210f57b07ecff_4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87500" y="135150"/>
            <a:ext cx="8938200" cy="6587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t="17179" b="24290"/>
          <a:stretch/>
        </p:blipFill>
        <p:spPr>
          <a:xfrm>
            <a:off x="8276235" y="6581653"/>
            <a:ext cx="776925" cy="27635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778600" y="227853"/>
            <a:ext cx="55560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solidFill>
                  <a:schemeClr val="dk1"/>
                </a:solidFill>
                <a:latin typeface="Edu TAS Beginner"/>
                <a:ea typeface="Edu TAS Beginner"/>
                <a:cs typeface="Edu TAS Beginner"/>
                <a:sym typeface="Edu TAS Beginner"/>
              </a:rPr>
              <a:t>A Shot that Changed the World - The Assassination of Franz Ferdinand</a:t>
            </a:r>
            <a:endParaRPr b="1" u="sng">
              <a:solidFill>
                <a:schemeClr val="dk1"/>
              </a:solidFill>
              <a:latin typeface="Edu TAS Beginner"/>
              <a:ea typeface="Edu TAS Beginner"/>
              <a:cs typeface="Edu TAS Beginner"/>
              <a:sym typeface="Edu TAS Beginner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87500" y="627450"/>
            <a:ext cx="4482900" cy="58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1. Who was Franz Ferdinand?</a:t>
            </a:r>
            <a:endParaRPr sz="1000" b="1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a. A famous artist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 A politician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c. A military leader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d. A</a:t>
            </a: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n Austrian archduke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2. In what year was Franz Ferdinand born?</a:t>
            </a:r>
            <a:endParaRPr sz="1000" b="1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a. 1860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b. 1863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c. 1870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d. 1880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3. What significant event happened to Franz Ferdinand's cousin in 1889?</a:t>
            </a:r>
            <a:endParaRPr sz="1000" b="1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a. He became emperor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b. He renounced his title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c. He died by suicide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d. He married a noblewoman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4. Who was Franz Ferdinand’s wife?</a:t>
            </a:r>
            <a:endParaRPr sz="1000" b="1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a. </a:t>
            </a: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Duchess Sophia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Maria Theresa 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c. Queen Elizabeth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d. Princess Anne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5. What was one of Franz Ferdinand's notable hobbies?</a:t>
            </a:r>
            <a:endParaRPr sz="1000" b="1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a. Painting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b. Hunting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c. Gardening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d. Writing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572000" y="627450"/>
            <a:ext cx="35226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6. How did Franz Ferdinand feel about the Hungarians?</a:t>
            </a:r>
            <a:endParaRPr sz="1000" b="1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a. He respected them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b. He hated them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c. He was indifferent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d. He admired their culture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4570400" y="1851150"/>
            <a:ext cx="4376700" cy="44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7. Who assassinated Franz Ferdinand</a:t>
            </a:r>
            <a:endParaRPr sz="1000" b="1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a. A Serbian soldier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b. A Bosnian politician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c. Gavrilo Princip 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d. An Austrian officer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8. What did Franz Ferdinand think of the Slavs?</a:t>
            </a:r>
            <a:endParaRPr sz="1000" b="1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a. He viewed them as equals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b. He had no opinion 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c. He admired their resilience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d. He thought they were less than humans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9. What did the Black Hand provide to Princip and his associates?</a:t>
            </a:r>
            <a:endParaRPr sz="1000" b="1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a. Money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b. Safe passage 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c. Pistols and bombs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d. Fake identities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10. How did Franz Ferdinand and Sophia arrive in Sarajevo?</a:t>
            </a:r>
            <a:endParaRPr sz="1000" b="1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a. They traveled by train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b. They drove a car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c. They rode horses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d. They walked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0700" y="225900"/>
            <a:ext cx="568000" cy="5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87500" y="135150"/>
            <a:ext cx="8938200" cy="6587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t="17179" b="24290"/>
          <a:stretch/>
        </p:blipFill>
        <p:spPr>
          <a:xfrm>
            <a:off x="8276235" y="6581653"/>
            <a:ext cx="776925" cy="276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b="3939"/>
          <a:stretch/>
        </p:blipFill>
        <p:spPr>
          <a:xfrm>
            <a:off x="164625" y="225850"/>
            <a:ext cx="8783952" cy="6367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48B9E0-C271-6A5A-8EDC-05BFC2CA2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2518"/>
            <a:ext cx="9024079" cy="652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93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9B4EA6-B850-2D31-ADFB-C48F6CFCD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61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552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C1B133-27E7-3A90-1ECF-B129C25C9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936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522097-4211-7779-6376-CBF9FE03B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493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302</Words>
  <Application>Microsoft Macintosh PowerPoint</Application>
  <PresentationFormat>On-screen Show (4:3)</PresentationFormat>
  <Paragraphs>58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Edu TAS Beginner</vt:lpstr>
      <vt:lpstr>Poppins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Douglas Lawrence</cp:lastModifiedBy>
  <cp:revision>2</cp:revision>
  <dcterms:modified xsi:type="dcterms:W3CDTF">2026-10-22T08:34:25Z</dcterms:modified>
</cp:coreProperties>
</file>