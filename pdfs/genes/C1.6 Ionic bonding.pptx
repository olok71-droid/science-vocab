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5143500" cx="9144000"/>
  <p:notesSz cx="6858000" cy="9144000"/>
  <p:embeddedFontLst>
    <p:embeddedFont>
      <p:font typeface="Lexend Light"/>
      <p:regular r:id="rId29"/>
      <p:bold r:id="rId30"/>
    </p:embeddedFont>
    <p:embeddedFont>
      <p:font typeface="Nixie One"/>
      <p:regular r:id="rId31"/>
    </p:embeddedFont>
    <p:embeddedFont>
      <p:font typeface="Lato"/>
      <p:regular r:id="rId32"/>
      <p:bold r:id="rId33"/>
      <p:italic r:id="rId34"/>
      <p:boldItalic r:id="rId35"/>
    </p:embeddedFont>
    <p:embeddedFont>
      <p:font typeface="Varela Round"/>
      <p:regular r:id="rId36"/>
    </p:embeddedFont>
    <p:embeddedFont>
      <p:font typeface="Lexend Medium"/>
      <p:regular r:id="rId37"/>
      <p:bold r:id="rId38"/>
    </p:embeddedFont>
    <p:embeddedFont>
      <p:font typeface="ABeeZee"/>
      <p:regular r:id="rId39"/>
      <p:italic r:id="rId40"/>
    </p:embeddedFont>
    <p:embeddedFont>
      <p:font typeface="Lexend"/>
      <p:regular r:id="rId41"/>
      <p:bold r:id="rId42"/>
    </p:embeddedFont>
    <p:embeddedFont>
      <p:font typeface="Kalam"/>
      <p:regular r:id="rId43"/>
      <p:bold r:id="rId44"/>
    </p:embeddedFont>
    <p:embeddedFont>
      <p:font typeface="Karla"/>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9" roundtripDataSignature="AMtx7mjCUvJHTbevKQ16vIGr/MsvHID7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FFAE71-B767-4AAF-B255-BF51AB85694F}">
  <a:tblStyle styleId="{03FFAE71-B767-4AAF-B255-BF51AB85694F}" styleName="Table_0">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BeeZee-italic.fntdata"/><Relationship Id="rId42" Type="http://schemas.openxmlformats.org/officeDocument/2006/relationships/font" Target="fonts/Lexend-bold.fntdata"/><Relationship Id="rId41" Type="http://schemas.openxmlformats.org/officeDocument/2006/relationships/font" Target="fonts/Lexend-regular.fntdata"/><Relationship Id="rId44" Type="http://schemas.openxmlformats.org/officeDocument/2006/relationships/font" Target="fonts/Kalam-bold.fntdata"/><Relationship Id="rId43" Type="http://schemas.openxmlformats.org/officeDocument/2006/relationships/font" Target="fonts/Kalam-regular.fntdata"/><Relationship Id="rId46" Type="http://schemas.openxmlformats.org/officeDocument/2006/relationships/font" Target="fonts/Karla-bold.fntdata"/><Relationship Id="rId45" Type="http://schemas.openxmlformats.org/officeDocument/2006/relationships/font" Target="fonts/Karl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Karla-boldItalic.fntdata"/><Relationship Id="rId47" Type="http://schemas.openxmlformats.org/officeDocument/2006/relationships/font" Target="fonts/Karla-italic.fntdata"/><Relationship Id="rId49"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NixieOne-regular.fntdata"/><Relationship Id="rId30" Type="http://schemas.openxmlformats.org/officeDocument/2006/relationships/font" Target="fonts/LexendLight-bold.fntdata"/><Relationship Id="rId33" Type="http://schemas.openxmlformats.org/officeDocument/2006/relationships/font" Target="fonts/Lato-bold.fntdata"/><Relationship Id="rId32" Type="http://schemas.openxmlformats.org/officeDocument/2006/relationships/font" Target="fonts/Lato-regular.fntdata"/><Relationship Id="rId35" Type="http://schemas.openxmlformats.org/officeDocument/2006/relationships/font" Target="fonts/Lato-boldItalic.fntdata"/><Relationship Id="rId34" Type="http://schemas.openxmlformats.org/officeDocument/2006/relationships/font" Target="fonts/Lato-italic.fntdata"/><Relationship Id="rId37" Type="http://schemas.openxmlformats.org/officeDocument/2006/relationships/font" Target="fonts/LexendMedium-regular.fntdata"/><Relationship Id="rId36" Type="http://schemas.openxmlformats.org/officeDocument/2006/relationships/font" Target="fonts/VarelaRound-regular.fntdata"/><Relationship Id="rId39" Type="http://schemas.openxmlformats.org/officeDocument/2006/relationships/font" Target="fonts/ABeeZee-regular.fntdata"/><Relationship Id="rId38" Type="http://schemas.openxmlformats.org/officeDocument/2006/relationships/font" Target="fonts/LexendMedium-bold.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font" Target="fonts/LexendLight-regular.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6" name="Google Shape;98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fb40b27a1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5" name="Google Shape;995;g3fb40b27a1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ea281de57b_0_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3ea281de57b_0_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8" name="Google Shape;100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8" name="Google Shape;101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1" name="Google Shape;103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7" name="Google Shape;103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8" name="Google Shape;104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5" name="Google Shape;105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2" name="Google Shape;111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0" name="Google Shape;117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3fb40b27f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3fb40b27f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3fb40b27f6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8" name="Google Shape;1208;g3fb40b27f6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3" name="Google Shape;121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9" name="Google Shape;121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rPr>
              <a:t>“May contain one or more atoms” = An ion </a:t>
            </a:r>
            <a:r>
              <a:rPr lang="en">
                <a:solidFill>
                  <a:schemeClr val="dk1"/>
                </a:solidFill>
              </a:rPr>
              <a:t>that contains more than one atom is called a </a:t>
            </a:r>
            <a:r>
              <a:rPr b="1" lang="en" sz="1200">
                <a:solidFill>
                  <a:schemeClr val="dk1"/>
                </a:solidFill>
              </a:rPr>
              <a:t>polyatomic ion</a:t>
            </a:r>
            <a:r>
              <a:rPr lang="en">
                <a:solidFill>
                  <a:schemeClr val="dk1"/>
                </a:solidFill>
              </a:rPr>
              <a:t>, which means a bonded group of atoms shares a net positive or negative electrical charge.</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Eg: sulphate ion (SO</a:t>
            </a:r>
            <a:r>
              <a:rPr baseline="-25000" lang="en">
                <a:solidFill>
                  <a:schemeClr val="dk1"/>
                </a:solidFill>
              </a:rPr>
              <a:t>4</a:t>
            </a:r>
            <a:r>
              <a:rPr baseline="30000" lang="en">
                <a:solidFill>
                  <a:schemeClr val="dk1"/>
                </a:solidFill>
              </a:rPr>
              <a:t>2-</a:t>
            </a:r>
            <a:r>
              <a:rPr lang="en">
                <a:solidFill>
                  <a:schemeClr val="dk1"/>
                </a:solidFill>
              </a:rPr>
              <a:t>), hydroxide ion (OH</a:t>
            </a:r>
            <a:r>
              <a:rPr baseline="30000" lang="en">
                <a:solidFill>
                  <a:schemeClr val="dk1"/>
                </a:solidFill>
              </a:rPr>
              <a:t>-</a:t>
            </a:r>
            <a:r>
              <a:rPr lang="en">
                <a:solidFill>
                  <a:schemeClr val="dk1"/>
                </a:solidFill>
              </a:rPr>
              <a:t>)</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4" name="Google Shape;122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4" name="Google Shape;124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0" name="Google Shape;125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0" name="Google Shape;126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8" name="Google Shape;127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3ea281de57b_0_1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3" name="Google Shape;1293;g3ea281de57b_0_1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15.png"/><Relationship Id="rId4" Type="http://schemas.openxmlformats.org/officeDocument/2006/relationships/image" Target="../media/image1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image" Target="../media/image12.png"/><Relationship Id="rId6" Type="http://schemas.openxmlformats.org/officeDocument/2006/relationships/image" Target="../media/image26.png"/><Relationship Id="rId7"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0.png"/><Relationship Id="rId4" Type="http://schemas.openxmlformats.org/officeDocument/2006/relationships/image" Target="../media/image24.png"/><Relationship Id="rId5" Type="http://schemas.openxmlformats.org/officeDocument/2006/relationships/image" Target="../media/image27.png"/><Relationship Id="rId6" Type="http://schemas.openxmlformats.org/officeDocument/2006/relationships/image" Target="../media/image33.png"/><Relationship Id="rId7" Type="http://schemas.openxmlformats.org/officeDocument/2006/relationships/image" Target="../media/image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19.png"/><Relationship Id="rId4" Type="http://schemas.openxmlformats.org/officeDocument/2006/relationships/image" Target="../media/image2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9.png"/><Relationship Id="rId4" Type="http://schemas.openxmlformats.org/officeDocument/2006/relationships/image" Target="../media/image1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1.png"/><Relationship Id="rId4"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19.png"/><Relationship Id="rId4" Type="http://schemas.openxmlformats.org/officeDocument/2006/relationships/image" Target="../media/image34.png"/><Relationship Id="rId5" Type="http://schemas.openxmlformats.org/officeDocument/2006/relationships/image" Target="../media/image2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19.png"/><Relationship Id="rId4" Type="http://schemas.openxmlformats.org/officeDocument/2006/relationships/image" Target="../media/image1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13.png"/><Relationship Id="rId4" Type="http://schemas.openxmlformats.org/officeDocument/2006/relationships/image" Target="../media/image37.png"/><Relationship Id="rId5" Type="http://schemas.openxmlformats.org/officeDocument/2006/relationships/image" Target="../media/image3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6.png"/><Relationship Id="rId4" Type="http://schemas.openxmlformats.org/officeDocument/2006/relationships/image" Target="../media/image19.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19.png"/><Relationship Id="rId4" Type="http://schemas.openxmlformats.org/officeDocument/2006/relationships/image" Target="../media/image35.png"/><Relationship Id="rId5" Type="http://schemas.openxmlformats.org/officeDocument/2006/relationships/image" Target="../media/image3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24.png"/><Relationship Id="rId4" Type="http://schemas.openxmlformats.org/officeDocument/2006/relationships/image" Target="../media/image20.png"/><Relationship Id="rId9"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42.png"/><Relationship Id="rId7" Type="http://schemas.openxmlformats.org/officeDocument/2006/relationships/image" Target="../media/image27.png"/><Relationship Id="rId8" Type="http://schemas.openxmlformats.org/officeDocument/2006/relationships/image" Target="../media/image3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24.png"/><Relationship Id="rId4" Type="http://schemas.openxmlformats.org/officeDocument/2006/relationships/image" Target="../media/image39.png"/><Relationship Id="rId11" Type="http://schemas.openxmlformats.org/officeDocument/2006/relationships/image" Target="../media/image9.png"/><Relationship Id="rId10" Type="http://schemas.openxmlformats.org/officeDocument/2006/relationships/image" Target="../media/image41.png"/><Relationship Id="rId9" Type="http://schemas.openxmlformats.org/officeDocument/2006/relationships/image" Target="../media/image33.png"/><Relationship Id="rId5" Type="http://schemas.openxmlformats.org/officeDocument/2006/relationships/image" Target="../media/image20.png"/><Relationship Id="rId6" Type="http://schemas.openxmlformats.org/officeDocument/2006/relationships/image" Target="../media/image10.png"/><Relationship Id="rId7" Type="http://schemas.openxmlformats.org/officeDocument/2006/relationships/image" Target="../media/image42.png"/><Relationship Id="rId8" Type="http://schemas.openxmlformats.org/officeDocument/2006/relationships/image" Target="../media/image2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5.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8.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8.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8.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1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1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 blank">
  <p:cSld name="BLANK_1">
    <p:spTree>
      <p:nvGrpSpPr>
        <p:cNvPr id="8" name="Shape 8"/>
        <p:cNvGrpSpPr/>
        <p:nvPr/>
      </p:nvGrpSpPr>
      <p:grpSpPr>
        <a:xfrm>
          <a:off x="0" y="0"/>
          <a:ext cx="0" cy="0"/>
          <a:chOff x="0" y="0"/>
          <a:chExt cx="0" cy="0"/>
        </a:xfrm>
      </p:grpSpPr>
      <p:sp>
        <p:nvSpPr>
          <p:cNvPr id="9" name="Google Shape;9;p19"/>
          <p:cNvSpPr/>
          <p:nvPr/>
        </p:nvSpPr>
        <p:spPr>
          <a:xfrm>
            <a:off x="419100" y="-1581150"/>
            <a:ext cx="8305800" cy="8305800"/>
          </a:xfrm>
          <a:prstGeom prst="ellipse">
            <a:avLst/>
          </a:prstGeom>
          <a:noFill/>
          <a:ln cap="flat" cmpd="sng" w="9525">
            <a:solidFill>
              <a:srgbClr val="A1BEC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
        <p:nvSpPr>
          <p:cNvPr id="11" name="Google Shape;11;p20"/>
          <p:cNvSpPr/>
          <p:nvPr/>
        </p:nvSpPr>
        <p:spPr>
          <a:xfrm>
            <a:off x="419100" y="-1581150"/>
            <a:ext cx="8305800" cy="8305800"/>
          </a:xfrm>
          <a:prstGeom prst="ellipse">
            <a:avLst/>
          </a:prstGeom>
          <a:noFill/>
          <a:ln cap="flat" cmpd="sng" w="9525">
            <a:solidFill>
              <a:srgbClr val="A1BEC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0"/>
          <p:cNvSpPr/>
          <p:nvPr/>
        </p:nvSpPr>
        <p:spPr>
          <a:xfrm>
            <a:off x="-164200" y="686175"/>
            <a:ext cx="550500" cy="5505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0"/>
          <p:cNvSpPr/>
          <p:nvPr/>
        </p:nvSpPr>
        <p:spPr>
          <a:xfrm>
            <a:off x="8204500" y="3898800"/>
            <a:ext cx="447000" cy="447000"/>
          </a:xfrm>
          <a:prstGeom prst="donut">
            <a:avLst>
              <a:gd fmla="val 18608"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0"/>
          <p:cNvSpPr/>
          <p:nvPr/>
        </p:nvSpPr>
        <p:spPr>
          <a:xfrm>
            <a:off x="100425" y="-196925"/>
            <a:ext cx="741600" cy="741600"/>
          </a:xfrm>
          <a:prstGeom prst="donut">
            <a:avLst>
              <a:gd fmla="val 37879" name="adj"/>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0"/>
          <p:cNvSpPr/>
          <p:nvPr/>
        </p:nvSpPr>
        <p:spPr>
          <a:xfrm>
            <a:off x="419100" y="686175"/>
            <a:ext cx="188100" cy="1881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0"/>
          <p:cNvSpPr/>
          <p:nvPr/>
        </p:nvSpPr>
        <p:spPr>
          <a:xfrm>
            <a:off x="8333725" y="4482500"/>
            <a:ext cx="978600" cy="978600"/>
          </a:xfrm>
          <a:prstGeom prst="ellipse">
            <a:avLst/>
          </a:prstGeom>
          <a:noFill/>
          <a:ln cap="flat" cmpd="sng" w="9525">
            <a:solidFill>
              <a:srgbClr val="ED4A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0"/>
          <p:cNvSpPr/>
          <p:nvPr/>
        </p:nvSpPr>
        <p:spPr>
          <a:xfrm>
            <a:off x="741750" y="4449750"/>
            <a:ext cx="397500" cy="397500"/>
          </a:xfrm>
          <a:prstGeom prst="donut">
            <a:avLst>
              <a:gd fmla="val 8754"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0"/>
          <p:cNvSpPr/>
          <p:nvPr/>
        </p:nvSpPr>
        <p:spPr>
          <a:xfrm>
            <a:off x="8956300" y="4058696"/>
            <a:ext cx="287100" cy="2871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0"/>
          <p:cNvSpPr/>
          <p:nvPr/>
        </p:nvSpPr>
        <p:spPr>
          <a:xfrm>
            <a:off x="-164200" y="4277700"/>
            <a:ext cx="741600" cy="741600"/>
          </a:xfrm>
          <a:prstGeom prst="donut">
            <a:avLst>
              <a:gd fmla="val 39163" name="adj"/>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0"/>
          <p:cNvSpPr/>
          <p:nvPr/>
        </p:nvSpPr>
        <p:spPr>
          <a:xfrm>
            <a:off x="8568725" y="4717500"/>
            <a:ext cx="508500" cy="5085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0"/>
          <p:cNvSpPr/>
          <p:nvPr/>
        </p:nvSpPr>
        <p:spPr>
          <a:xfrm>
            <a:off x="8077475" y="224125"/>
            <a:ext cx="304800" cy="304800"/>
          </a:xfrm>
          <a:prstGeom prst="donut">
            <a:avLst>
              <a:gd fmla="val 30568"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0"/>
          <p:cNvSpPr/>
          <p:nvPr/>
        </p:nvSpPr>
        <p:spPr>
          <a:xfrm>
            <a:off x="8553248" y="328373"/>
            <a:ext cx="585600" cy="5856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0"/>
          <p:cNvSpPr/>
          <p:nvPr/>
        </p:nvSpPr>
        <p:spPr>
          <a:xfrm>
            <a:off x="8876350" y="1187325"/>
            <a:ext cx="447000" cy="4470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0"/>
          <p:cNvSpPr/>
          <p:nvPr/>
        </p:nvSpPr>
        <p:spPr>
          <a:xfrm>
            <a:off x="8449000" y="224125"/>
            <a:ext cx="794400" cy="794400"/>
          </a:xfrm>
          <a:prstGeom prst="ellipse">
            <a:avLst/>
          </a:prstGeom>
          <a:noFill/>
          <a:ln cap="flat" cmpd="sng" w="9525">
            <a:solidFill>
              <a:srgbClr val="F8BB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0"/>
          <p:cNvSpPr/>
          <p:nvPr/>
        </p:nvSpPr>
        <p:spPr>
          <a:xfrm>
            <a:off x="100425" y="3830625"/>
            <a:ext cx="304800" cy="3048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26" name="Shape 26"/>
        <p:cNvGrpSpPr/>
        <p:nvPr/>
      </p:nvGrpSpPr>
      <p:grpSpPr>
        <a:xfrm>
          <a:off x="0" y="0"/>
          <a:ext cx="0" cy="0"/>
          <a:chOff x="0" y="0"/>
          <a:chExt cx="0" cy="0"/>
        </a:xfrm>
      </p:grpSpPr>
      <p:sp>
        <p:nvSpPr>
          <p:cNvPr id="27" name="Google Shape;27;p21"/>
          <p:cNvSpPr/>
          <p:nvPr/>
        </p:nvSpPr>
        <p:spPr>
          <a:xfrm>
            <a:off x="7209425" y="502200"/>
            <a:ext cx="206100" cy="2061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1"/>
          <p:cNvSpPr/>
          <p:nvPr/>
        </p:nvSpPr>
        <p:spPr>
          <a:xfrm>
            <a:off x="1197475" y="-802775"/>
            <a:ext cx="6749100" cy="6749100"/>
          </a:xfrm>
          <a:prstGeom prst="ellipse">
            <a:avLst/>
          </a:prstGeom>
          <a:noFill/>
          <a:ln cap="flat" cmpd="sng" w="9525">
            <a:solidFill>
              <a:srgbClr val="A1BEC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1"/>
          <p:cNvSpPr txBox="1"/>
          <p:nvPr>
            <p:ph type="ctrTitle"/>
          </p:nvPr>
        </p:nvSpPr>
        <p:spPr>
          <a:xfrm>
            <a:off x="2255425" y="1991825"/>
            <a:ext cx="4633200" cy="1159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0" name="Google Shape;30;p21"/>
          <p:cNvSpPr/>
          <p:nvPr/>
        </p:nvSpPr>
        <p:spPr>
          <a:xfrm>
            <a:off x="267550" y="-886750"/>
            <a:ext cx="2347200" cy="2347200"/>
          </a:xfrm>
          <a:prstGeom prst="donut">
            <a:avLst>
              <a:gd fmla="val 29778" name="adj"/>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1"/>
          <p:cNvSpPr/>
          <p:nvPr/>
        </p:nvSpPr>
        <p:spPr>
          <a:xfrm>
            <a:off x="8348875" y="2882375"/>
            <a:ext cx="978600" cy="9786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1"/>
          <p:cNvSpPr/>
          <p:nvPr/>
        </p:nvSpPr>
        <p:spPr>
          <a:xfrm>
            <a:off x="2255425" y="541800"/>
            <a:ext cx="657600" cy="6576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1"/>
          <p:cNvSpPr/>
          <p:nvPr/>
        </p:nvSpPr>
        <p:spPr>
          <a:xfrm>
            <a:off x="6752750" y="3465100"/>
            <a:ext cx="2284200" cy="2284200"/>
          </a:xfrm>
          <a:prstGeom prst="donut">
            <a:avLst>
              <a:gd fmla="val 11909"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1"/>
          <p:cNvSpPr/>
          <p:nvPr/>
        </p:nvSpPr>
        <p:spPr>
          <a:xfrm>
            <a:off x="137775" y="3193200"/>
            <a:ext cx="657600" cy="6576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1"/>
          <p:cNvSpPr/>
          <p:nvPr/>
        </p:nvSpPr>
        <p:spPr>
          <a:xfrm>
            <a:off x="376550" y="4217275"/>
            <a:ext cx="1207800" cy="1207800"/>
          </a:xfrm>
          <a:prstGeom prst="donut">
            <a:avLst>
              <a:gd fmla="val 42915"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1"/>
          <p:cNvSpPr/>
          <p:nvPr/>
        </p:nvSpPr>
        <p:spPr>
          <a:xfrm>
            <a:off x="8244625" y="2541950"/>
            <a:ext cx="304800" cy="3048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1"/>
          <p:cNvSpPr/>
          <p:nvPr/>
        </p:nvSpPr>
        <p:spPr>
          <a:xfrm>
            <a:off x="7598775" y="-300250"/>
            <a:ext cx="1370700" cy="13707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1"/>
          <p:cNvSpPr/>
          <p:nvPr/>
        </p:nvSpPr>
        <p:spPr>
          <a:xfrm>
            <a:off x="8244625" y="802850"/>
            <a:ext cx="657600" cy="657600"/>
          </a:xfrm>
          <a:prstGeom prst="ellipse">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1"/>
          <p:cNvSpPr/>
          <p:nvPr/>
        </p:nvSpPr>
        <p:spPr>
          <a:xfrm>
            <a:off x="213975" y="695900"/>
            <a:ext cx="871500" cy="871500"/>
          </a:xfrm>
          <a:prstGeom prst="ellipse">
            <a:avLst/>
          </a:prstGeom>
          <a:noFill/>
          <a:ln cap="flat" cmpd="sng" w="9525">
            <a:solidFill>
              <a:srgbClr val="00ACC3"/>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1"/>
          <p:cNvSpPr/>
          <p:nvPr/>
        </p:nvSpPr>
        <p:spPr>
          <a:xfrm>
            <a:off x="-122175" y="2933250"/>
            <a:ext cx="1177500" cy="1177500"/>
          </a:xfrm>
          <a:prstGeom prst="ellipse">
            <a:avLst/>
          </a:prstGeom>
          <a:noFill/>
          <a:ln cap="flat" cmpd="sng" w="9525">
            <a:solidFill>
              <a:srgbClr val="BBCD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1"/>
          <p:cNvSpPr/>
          <p:nvPr/>
        </p:nvSpPr>
        <p:spPr>
          <a:xfrm>
            <a:off x="8150075" y="708300"/>
            <a:ext cx="846600" cy="846600"/>
          </a:xfrm>
          <a:prstGeom prst="ellipse">
            <a:avLst/>
          </a:prstGeom>
          <a:noFill/>
          <a:ln cap="flat" cmpd="sng" w="9525">
            <a:solidFill>
              <a:srgbClr val="65BB48"/>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1"/>
          <p:cNvSpPr/>
          <p:nvPr/>
        </p:nvSpPr>
        <p:spPr>
          <a:xfrm>
            <a:off x="1055325" y="3904575"/>
            <a:ext cx="206100" cy="2061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43" name="Shape 43"/>
        <p:cNvGrpSpPr/>
        <p:nvPr/>
      </p:nvGrpSpPr>
      <p:grpSpPr>
        <a:xfrm>
          <a:off x="0" y="0"/>
          <a:ext cx="0" cy="0"/>
          <a:chOff x="0" y="0"/>
          <a:chExt cx="0" cy="0"/>
        </a:xfrm>
      </p:grpSpPr>
      <p:sp>
        <p:nvSpPr>
          <p:cNvPr id="44" name="Google Shape;44;p22"/>
          <p:cNvSpPr txBox="1"/>
          <p:nvPr>
            <p:ph type="title"/>
          </p:nvPr>
        </p:nvSpPr>
        <p:spPr>
          <a:xfrm>
            <a:off x="2935875" y="909050"/>
            <a:ext cx="5275500" cy="641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45" name="Google Shape;45;p22"/>
          <p:cNvSpPr txBox="1"/>
          <p:nvPr>
            <p:ph idx="1" type="body"/>
          </p:nvPr>
        </p:nvSpPr>
        <p:spPr>
          <a:xfrm>
            <a:off x="2935875" y="1550150"/>
            <a:ext cx="2560500" cy="33759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46" name="Google Shape;46;p22"/>
          <p:cNvSpPr txBox="1"/>
          <p:nvPr>
            <p:ph idx="2" type="body"/>
          </p:nvPr>
        </p:nvSpPr>
        <p:spPr>
          <a:xfrm>
            <a:off x="5650849" y="1550150"/>
            <a:ext cx="2560500" cy="33759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47" name="Google Shape;47;p22"/>
          <p:cNvSpPr/>
          <p:nvPr/>
        </p:nvSpPr>
        <p:spPr>
          <a:xfrm>
            <a:off x="-358950" y="2194400"/>
            <a:ext cx="2347200" cy="2347200"/>
          </a:xfrm>
          <a:prstGeom prst="donut">
            <a:avLst>
              <a:gd fmla="val 36789" name="adj"/>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2"/>
          <p:cNvSpPr/>
          <p:nvPr/>
        </p:nvSpPr>
        <p:spPr>
          <a:xfrm>
            <a:off x="198450" y="-321125"/>
            <a:ext cx="978600" cy="978600"/>
          </a:xfrm>
          <a:prstGeom prst="ellipse">
            <a:avLst/>
          </a:prstGeom>
          <a:noFill/>
          <a:ln cap="flat" cmpd="sng" w="9525">
            <a:solidFill>
              <a:srgbClr val="E8004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2"/>
          <p:cNvSpPr/>
          <p:nvPr/>
        </p:nvSpPr>
        <p:spPr>
          <a:xfrm>
            <a:off x="198450" y="420475"/>
            <a:ext cx="657600" cy="6576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2"/>
          <p:cNvSpPr/>
          <p:nvPr/>
        </p:nvSpPr>
        <p:spPr>
          <a:xfrm>
            <a:off x="1177051" y="657475"/>
            <a:ext cx="846900" cy="846900"/>
          </a:xfrm>
          <a:prstGeom prst="donut">
            <a:avLst>
              <a:gd fmla="val 22275" name="adj"/>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2"/>
          <p:cNvSpPr/>
          <p:nvPr/>
        </p:nvSpPr>
        <p:spPr>
          <a:xfrm>
            <a:off x="887650" y="4142300"/>
            <a:ext cx="1207800" cy="1207800"/>
          </a:xfrm>
          <a:prstGeom prst="ellipse">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2"/>
          <p:cNvSpPr/>
          <p:nvPr/>
        </p:nvSpPr>
        <p:spPr>
          <a:xfrm>
            <a:off x="153675" y="4799600"/>
            <a:ext cx="550500" cy="550500"/>
          </a:xfrm>
          <a:prstGeom prst="donut">
            <a:avLst>
              <a:gd fmla="val 18606"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2"/>
          <p:cNvSpPr/>
          <p:nvPr/>
        </p:nvSpPr>
        <p:spPr>
          <a:xfrm>
            <a:off x="1172525" y="1696950"/>
            <a:ext cx="304800" cy="3048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2"/>
          <p:cNvSpPr/>
          <p:nvPr/>
        </p:nvSpPr>
        <p:spPr>
          <a:xfrm>
            <a:off x="7844250" y="619275"/>
            <a:ext cx="550500" cy="5505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2"/>
          <p:cNvSpPr/>
          <p:nvPr/>
        </p:nvSpPr>
        <p:spPr>
          <a:xfrm>
            <a:off x="7515500" y="-72500"/>
            <a:ext cx="397500" cy="397500"/>
          </a:xfrm>
          <a:prstGeom prst="donut">
            <a:avLst>
              <a:gd fmla="val 30568"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22"/>
          <p:cNvSpPr/>
          <p:nvPr/>
        </p:nvSpPr>
        <p:spPr>
          <a:xfrm>
            <a:off x="8651500" y="1030850"/>
            <a:ext cx="304800" cy="3048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2"/>
          <p:cNvSpPr/>
          <p:nvPr/>
        </p:nvSpPr>
        <p:spPr>
          <a:xfrm>
            <a:off x="8097900" y="167450"/>
            <a:ext cx="741600" cy="741600"/>
          </a:xfrm>
          <a:prstGeom prst="donut">
            <a:avLst>
              <a:gd fmla="val 8064" name="adj"/>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2"/>
          <p:cNvSpPr/>
          <p:nvPr/>
        </p:nvSpPr>
        <p:spPr>
          <a:xfrm>
            <a:off x="8394750" y="1504375"/>
            <a:ext cx="188100" cy="1881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2"/>
          <p:cNvSpPr/>
          <p:nvPr/>
        </p:nvSpPr>
        <p:spPr>
          <a:xfrm>
            <a:off x="-205625" y="2347725"/>
            <a:ext cx="2040600" cy="2040600"/>
          </a:xfrm>
          <a:prstGeom prst="ellipse">
            <a:avLst/>
          </a:prstGeom>
          <a:noFill/>
          <a:ln cap="flat" cmpd="sng" w="9525">
            <a:solidFill>
              <a:srgbClr val="65BB48"/>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2"/>
          <p:cNvSpPr/>
          <p:nvPr/>
        </p:nvSpPr>
        <p:spPr>
          <a:xfrm>
            <a:off x="305125" y="-214450"/>
            <a:ext cx="765300" cy="7653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2"/>
          <p:cNvSpPr/>
          <p:nvPr/>
        </p:nvSpPr>
        <p:spPr>
          <a:xfrm>
            <a:off x="8532600" y="911950"/>
            <a:ext cx="542700" cy="542700"/>
          </a:xfrm>
          <a:prstGeom prst="ellipse">
            <a:avLst/>
          </a:prstGeom>
          <a:noFill/>
          <a:ln cap="flat" cmpd="sng" w="9525">
            <a:solidFill>
              <a:srgbClr val="F8BB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 image">
  <p:cSld name="TITLE_AND_BODY_1">
    <p:spTree>
      <p:nvGrpSpPr>
        <p:cNvPr id="62" name="Shape 62"/>
        <p:cNvGrpSpPr/>
        <p:nvPr/>
      </p:nvGrpSpPr>
      <p:grpSpPr>
        <a:xfrm>
          <a:off x="0" y="0"/>
          <a:ext cx="0" cy="0"/>
          <a:chOff x="0" y="0"/>
          <a:chExt cx="0" cy="0"/>
        </a:xfrm>
      </p:grpSpPr>
      <p:sp>
        <p:nvSpPr>
          <p:cNvPr id="63" name="Google Shape;63;p23"/>
          <p:cNvSpPr txBox="1"/>
          <p:nvPr>
            <p:ph type="title"/>
          </p:nvPr>
        </p:nvSpPr>
        <p:spPr>
          <a:xfrm>
            <a:off x="4572000" y="909050"/>
            <a:ext cx="3639600" cy="641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64" name="Google Shape;64;p23"/>
          <p:cNvSpPr txBox="1"/>
          <p:nvPr>
            <p:ph idx="1" type="body"/>
          </p:nvPr>
        </p:nvSpPr>
        <p:spPr>
          <a:xfrm>
            <a:off x="4572000" y="1525754"/>
            <a:ext cx="3639600" cy="27861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65" name="Google Shape;65;p23"/>
          <p:cNvSpPr/>
          <p:nvPr/>
        </p:nvSpPr>
        <p:spPr>
          <a:xfrm>
            <a:off x="580275" y="751950"/>
            <a:ext cx="3639600" cy="36396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3"/>
          <p:cNvSpPr/>
          <p:nvPr/>
        </p:nvSpPr>
        <p:spPr>
          <a:xfrm>
            <a:off x="-295650" y="-356450"/>
            <a:ext cx="1057800" cy="10578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3"/>
          <p:cNvSpPr/>
          <p:nvPr/>
        </p:nvSpPr>
        <p:spPr>
          <a:xfrm>
            <a:off x="2836600" y="179825"/>
            <a:ext cx="978600" cy="978600"/>
          </a:xfrm>
          <a:prstGeom prst="donut">
            <a:avLst>
              <a:gd fmla="val 39527"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3"/>
          <p:cNvSpPr/>
          <p:nvPr/>
        </p:nvSpPr>
        <p:spPr>
          <a:xfrm>
            <a:off x="465975" y="3692750"/>
            <a:ext cx="1019400" cy="10194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3"/>
          <p:cNvSpPr/>
          <p:nvPr/>
        </p:nvSpPr>
        <p:spPr>
          <a:xfrm>
            <a:off x="1485375" y="4559750"/>
            <a:ext cx="361500" cy="361500"/>
          </a:xfrm>
          <a:prstGeom prst="donut">
            <a:avLst>
              <a:gd fmla="val 29951"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3"/>
          <p:cNvSpPr/>
          <p:nvPr/>
        </p:nvSpPr>
        <p:spPr>
          <a:xfrm>
            <a:off x="2364800" y="346950"/>
            <a:ext cx="274200" cy="2739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3"/>
          <p:cNvSpPr/>
          <p:nvPr/>
        </p:nvSpPr>
        <p:spPr>
          <a:xfrm>
            <a:off x="-472600" y="-533400"/>
            <a:ext cx="1411800" cy="1411800"/>
          </a:xfrm>
          <a:prstGeom prst="ellipse">
            <a:avLst/>
          </a:prstGeom>
          <a:noFill/>
          <a:ln cap="flat" cmpd="sng" w="9525">
            <a:solidFill>
              <a:srgbClr val="00ACC3"/>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3"/>
          <p:cNvSpPr/>
          <p:nvPr/>
        </p:nvSpPr>
        <p:spPr>
          <a:xfrm>
            <a:off x="2899000" y="242225"/>
            <a:ext cx="853800" cy="853800"/>
          </a:xfrm>
          <a:prstGeom prst="ellipse">
            <a:avLst/>
          </a:prstGeom>
          <a:noFill/>
          <a:ln cap="flat" cmpd="sng" w="9525">
            <a:solidFill>
              <a:srgbClr val="ED4A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3"/>
          <p:cNvSpPr/>
          <p:nvPr/>
        </p:nvSpPr>
        <p:spPr>
          <a:xfrm>
            <a:off x="1061150" y="142950"/>
            <a:ext cx="538500" cy="5382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74" name="Shape 74"/>
        <p:cNvGrpSpPr/>
        <p:nvPr/>
      </p:nvGrpSpPr>
      <p:grpSpPr>
        <a:xfrm>
          <a:off x="0" y="0"/>
          <a:ext cx="0" cy="0"/>
          <a:chOff x="0" y="0"/>
          <a:chExt cx="0" cy="0"/>
        </a:xfrm>
      </p:grpSpPr>
      <p:sp>
        <p:nvSpPr>
          <p:cNvPr id="75" name="Google Shape;75;p24"/>
          <p:cNvSpPr/>
          <p:nvPr/>
        </p:nvSpPr>
        <p:spPr>
          <a:xfrm>
            <a:off x="3058200" y="-295450"/>
            <a:ext cx="3027600" cy="3027900"/>
          </a:xfrm>
          <a:prstGeom prst="ellipse">
            <a:avLst/>
          </a:prstGeom>
          <a:noFill/>
          <a:ln cap="flat" cmpd="sng" w="9525">
            <a:solidFill>
              <a:srgbClr val="A1BEC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4"/>
          <p:cNvSpPr txBox="1"/>
          <p:nvPr>
            <p:ph type="ctrTitle"/>
          </p:nvPr>
        </p:nvSpPr>
        <p:spPr>
          <a:xfrm>
            <a:off x="1773750" y="2421550"/>
            <a:ext cx="5596500" cy="1159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77" name="Google Shape;77;p24"/>
          <p:cNvSpPr txBox="1"/>
          <p:nvPr>
            <p:ph idx="1" type="subTitle"/>
          </p:nvPr>
        </p:nvSpPr>
        <p:spPr>
          <a:xfrm>
            <a:off x="1773750" y="3449654"/>
            <a:ext cx="5596500" cy="7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A1BECC"/>
              </a:buClr>
              <a:buSzPts val="2400"/>
              <a:buNone/>
              <a:defRPr b="1">
                <a:solidFill>
                  <a:srgbClr val="A1BECC"/>
                </a:solidFill>
              </a:defRPr>
            </a:lvl1pPr>
            <a:lvl2pPr lvl="1" algn="ctr">
              <a:lnSpc>
                <a:spcPct val="100000"/>
              </a:lnSpc>
              <a:spcBef>
                <a:spcPts val="0"/>
              </a:spcBef>
              <a:spcAft>
                <a:spcPts val="0"/>
              </a:spcAft>
              <a:buClr>
                <a:srgbClr val="A1BECC"/>
              </a:buClr>
              <a:buSzPts val="3000"/>
              <a:buNone/>
              <a:defRPr b="1" sz="3000">
                <a:solidFill>
                  <a:srgbClr val="A1BECC"/>
                </a:solidFill>
              </a:defRPr>
            </a:lvl2pPr>
            <a:lvl3pPr lvl="2" algn="ctr">
              <a:lnSpc>
                <a:spcPct val="100000"/>
              </a:lnSpc>
              <a:spcBef>
                <a:spcPts val="0"/>
              </a:spcBef>
              <a:spcAft>
                <a:spcPts val="0"/>
              </a:spcAft>
              <a:buClr>
                <a:srgbClr val="A1BECC"/>
              </a:buClr>
              <a:buSzPts val="3000"/>
              <a:buNone/>
              <a:defRPr b="1" sz="3000">
                <a:solidFill>
                  <a:srgbClr val="A1BECC"/>
                </a:solidFill>
              </a:defRPr>
            </a:lvl3pPr>
            <a:lvl4pPr lvl="3" algn="ctr">
              <a:lnSpc>
                <a:spcPct val="100000"/>
              </a:lnSpc>
              <a:spcBef>
                <a:spcPts val="0"/>
              </a:spcBef>
              <a:spcAft>
                <a:spcPts val="0"/>
              </a:spcAft>
              <a:buClr>
                <a:srgbClr val="A1BECC"/>
              </a:buClr>
              <a:buSzPts val="3000"/>
              <a:buNone/>
              <a:defRPr b="1" sz="3000">
                <a:solidFill>
                  <a:srgbClr val="A1BECC"/>
                </a:solidFill>
              </a:defRPr>
            </a:lvl4pPr>
            <a:lvl5pPr lvl="4" algn="ctr">
              <a:lnSpc>
                <a:spcPct val="100000"/>
              </a:lnSpc>
              <a:spcBef>
                <a:spcPts val="0"/>
              </a:spcBef>
              <a:spcAft>
                <a:spcPts val="0"/>
              </a:spcAft>
              <a:buClr>
                <a:srgbClr val="A1BECC"/>
              </a:buClr>
              <a:buSzPts val="3000"/>
              <a:buNone/>
              <a:defRPr b="1" sz="3000">
                <a:solidFill>
                  <a:srgbClr val="A1BECC"/>
                </a:solidFill>
              </a:defRPr>
            </a:lvl5pPr>
            <a:lvl6pPr lvl="5" algn="ctr">
              <a:lnSpc>
                <a:spcPct val="100000"/>
              </a:lnSpc>
              <a:spcBef>
                <a:spcPts val="0"/>
              </a:spcBef>
              <a:spcAft>
                <a:spcPts val="0"/>
              </a:spcAft>
              <a:buClr>
                <a:srgbClr val="A1BECC"/>
              </a:buClr>
              <a:buSzPts val="3000"/>
              <a:buNone/>
              <a:defRPr b="1" sz="3000">
                <a:solidFill>
                  <a:srgbClr val="A1BECC"/>
                </a:solidFill>
              </a:defRPr>
            </a:lvl6pPr>
            <a:lvl7pPr lvl="6" algn="ctr">
              <a:lnSpc>
                <a:spcPct val="100000"/>
              </a:lnSpc>
              <a:spcBef>
                <a:spcPts val="0"/>
              </a:spcBef>
              <a:spcAft>
                <a:spcPts val="0"/>
              </a:spcAft>
              <a:buClr>
                <a:srgbClr val="A1BECC"/>
              </a:buClr>
              <a:buSzPts val="3000"/>
              <a:buNone/>
              <a:defRPr b="1" sz="3000">
                <a:solidFill>
                  <a:srgbClr val="A1BECC"/>
                </a:solidFill>
              </a:defRPr>
            </a:lvl7pPr>
            <a:lvl8pPr lvl="7" algn="ctr">
              <a:lnSpc>
                <a:spcPct val="100000"/>
              </a:lnSpc>
              <a:spcBef>
                <a:spcPts val="0"/>
              </a:spcBef>
              <a:spcAft>
                <a:spcPts val="0"/>
              </a:spcAft>
              <a:buClr>
                <a:srgbClr val="A1BECC"/>
              </a:buClr>
              <a:buSzPts val="3000"/>
              <a:buNone/>
              <a:defRPr b="1" sz="3000">
                <a:solidFill>
                  <a:srgbClr val="A1BECC"/>
                </a:solidFill>
              </a:defRPr>
            </a:lvl8pPr>
            <a:lvl9pPr lvl="8" algn="ctr">
              <a:lnSpc>
                <a:spcPct val="100000"/>
              </a:lnSpc>
              <a:spcBef>
                <a:spcPts val="0"/>
              </a:spcBef>
              <a:spcAft>
                <a:spcPts val="0"/>
              </a:spcAft>
              <a:buClr>
                <a:srgbClr val="A1BECC"/>
              </a:buClr>
              <a:buSzPts val="3000"/>
              <a:buNone/>
              <a:defRPr b="1" sz="3000">
                <a:solidFill>
                  <a:srgbClr val="A1BECC"/>
                </a:solidFill>
              </a:defRPr>
            </a:lvl9pPr>
          </a:lstStyle>
          <a:p/>
        </p:txBody>
      </p:sp>
      <p:sp>
        <p:nvSpPr>
          <p:cNvPr id="78" name="Google Shape;78;p24"/>
          <p:cNvSpPr/>
          <p:nvPr/>
        </p:nvSpPr>
        <p:spPr>
          <a:xfrm>
            <a:off x="1414538" y="3988225"/>
            <a:ext cx="206100" cy="2061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4"/>
          <p:cNvSpPr/>
          <p:nvPr/>
        </p:nvSpPr>
        <p:spPr>
          <a:xfrm>
            <a:off x="7630150" y="2469625"/>
            <a:ext cx="2347200" cy="2347200"/>
          </a:xfrm>
          <a:prstGeom prst="donut">
            <a:avLst>
              <a:gd fmla="val 29778" name="adj"/>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4"/>
          <p:cNvSpPr/>
          <p:nvPr/>
        </p:nvSpPr>
        <p:spPr>
          <a:xfrm>
            <a:off x="376550" y="1139200"/>
            <a:ext cx="978600" cy="9786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4"/>
          <p:cNvSpPr/>
          <p:nvPr/>
        </p:nvSpPr>
        <p:spPr>
          <a:xfrm>
            <a:off x="7240275" y="4662700"/>
            <a:ext cx="657600" cy="6576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4"/>
          <p:cNvSpPr/>
          <p:nvPr/>
        </p:nvSpPr>
        <p:spPr>
          <a:xfrm>
            <a:off x="231175" y="-571700"/>
            <a:ext cx="2284200" cy="2284200"/>
          </a:xfrm>
          <a:prstGeom prst="donut">
            <a:avLst>
              <a:gd fmla="val 11909" name="adj"/>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4"/>
          <p:cNvSpPr/>
          <p:nvPr/>
        </p:nvSpPr>
        <p:spPr>
          <a:xfrm>
            <a:off x="7507625" y="917475"/>
            <a:ext cx="657600" cy="6576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4"/>
          <p:cNvSpPr/>
          <p:nvPr/>
        </p:nvSpPr>
        <p:spPr>
          <a:xfrm>
            <a:off x="8065925" y="-295450"/>
            <a:ext cx="1207800" cy="1207800"/>
          </a:xfrm>
          <a:prstGeom prst="donut">
            <a:avLst>
              <a:gd fmla="val 42915"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4"/>
          <p:cNvSpPr/>
          <p:nvPr/>
        </p:nvSpPr>
        <p:spPr>
          <a:xfrm>
            <a:off x="1417200" y="2052650"/>
            <a:ext cx="304800" cy="3048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4"/>
          <p:cNvSpPr/>
          <p:nvPr/>
        </p:nvSpPr>
        <p:spPr>
          <a:xfrm>
            <a:off x="180500" y="4023250"/>
            <a:ext cx="1370700" cy="13707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4"/>
          <p:cNvSpPr/>
          <p:nvPr/>
        </p:nvSpPr>
        <p:spPr>
          <a:xfrm>
            <a:off x="246046" y="3365546"/>
            <a:ext cx="456000" cy="456000"/>
          </a:xfrm>
          <a:prstGeom prst="ellipse">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4"/>
          <p:cNvSpPr/>
          <p:nvPr/>
        </p:nvSpPr>
        <p:spPr>
          <a:xfrm>
            <a:off x="7072325" y="4494725"/>
            <a:ext cx="993600" cy="993300"/>
          </a:xfrm>
          <a:prstGeom prst="ellipse">
            <a:avLst/>
          </a:prstGeom>
          <a:noFill/>
          <a:ln cap="flat" cmpd="sng" w="9525">
            <a:solidFill>
              <a:srgbClr val="00ACC3"/>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4"/>
          <p:cNvSpPr/>
          <p:nvPr/>
        </p:nvSpPr>
        <p:spPr>
          <a:xfrm>
            <a:off x="7370250" y="780100"/>
            <a:ext cx="932400" cy="932400"/>
          </a:xfrm>
          <a:prstGeom prst="ellipse">
            <a:avLst/>
          </a:prstGeom>
          <a:noFill/>
          <a:ln cap="flat" cmpd="sng" w="9525">
            <a:solidFill>
              <a:srgbClr val="BBCD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4"/>
          <p:cNvSpPr/>
          <p:nvPr/>
        </p:nvSpPr>
        <p:spPr>
          <a:xfrm>
            <a:off x="180500" y="3300000"/>
            <a:ext cx="586800" cy="586800"/>
          </a:xfrm>
          <a:prstGeom prst="ellipse">
            <a:avLst/>
          </a:prstGeom>
          <a:noFill/>
          <a:ln cap="flat" cmpd="sng" w="9525">
            <a:solidFill>
              <a:srgbClr val="65BB48"/>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4"/>
          <p:cNvSpPr/>
          <p:nvPr/>
        </p:nvSpPr>
        <p:spPr>
          <a:xfrm>
            <a:off x="7733375" y="467300"/>
            <a:ext cx="206100" cy="2061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4"/>
          <p:cNvSpPr/>
          <p:nvPr/>
        </p:nvSpPr>
        <p:spPr>
          <a:xfrm>
            <a:off x="598175" y="-204700"/>
            <a:ext cx="1550100" cy="1550100"/>
          </a:xfrm>
          <a:prstGeom prst="ellipse">
            <a:avLst/>
          </a:prstGeom>
          <a:noFill/>
          <a:ln cap="flat" cmpd="sng" w="9525">
            <a:solidFill>
              <a:srgbClr val="E8004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93" name="Shape 93"/>
        <p:cNvGrpSpPr/>
        <p:nvPr/>
      </p:nvGrpSpPr>
      <p:grpSpPr>
        <a:xfrm>
          <a:off x="0" y="0"/>
          <a:ext cx="0" cy="0"/>
          <a:chOff x="0" y="0"/>
          <a:chExt cx="0" cy="0"/>
        </a:xfrm>
      </p:grpSpPr>
      <p:sp>
        <p:nvSpPr>
          <p:cNvPr id="94" name="Google Shape;94;p25"/>
          <p:cNvSpPr/>
          <p:nvPr/>
        </p:nvSpPr>
        <p:spPr>
          <a:xfrm>
            <a:off x="1197475" y="-802775"/>
            <a:ext cx="6749100" cy="6749100"/>
          </a:xfrm>
          <a:prstGeom prst="ellipse">
            <a:avLst/>
          </a:prstGeom>
          <a:noFill/>
          <a:ln cap="flat" cmpd="sng" w="9525">
            <a:solidFill>
              <a:srgbClr val="A1BEC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5"/>
          <p:cNvSpPr/>
          <p:nvPr/>
        </p:nvSpPr>
        <p:spPr>
          <a:xfrm>
            <a:off x="8334450" y="4139625"/>
            <a:ext cx="424800" cy="4248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5"/>
          <p:cNvSpPr/>
          <p:nvPr/>
        </p:nvSpPr>
        <p:spPr>
          <a:xfrm>
            <a:off x="4308288" y="-1078650"/>
            <a:ext cx="2347200" cy="2347200"/>
          </a:xfrm>
          <a:prstGeom prst="donut">
            <a:avLst>
              <a:gd fmla="val 17100" name="adj"/>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5"/>
          <p:cNvSpPr/>
          <p:nvPr/>
        </p:nvSpPr>
        <p:spPr>
          <a:xfrm>
            <a:off x="4047750" y="805125"/>
            <a:ext cx="1048500" cy="10485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5"/>
          <p:cNvSpPr txBox="1"/>
          <p:nvPr>
            <p:ph idx="1" type="body"/>
          </p:nvPr>
        </p:nvSpPr>
        <p:spPr>
          <a:xfrm>
            <a:off x="1880850" y="1920300"/>
            <a:ext cx="5382300" cy="2079600"/>
          </a:xfrm>
          <a:prstGeom prst="rect">
            <a:avLst/>
          </a:prstGeom>
          <a:noFill/>
          <a:ln>
            <a:noFill/>
          </a:ln>
        </p:spPr>
        <p:txBody>
          <a:bodyPr anchorCtr="0" anchor="t" bIns="91425" lIns="91425" spcFirstLastPara="1" rIns="91425" wrap="square" tIns="91425">
            <a:noAutofit/>
          </a:bodyPr>
          <a:lstStyle>
            <a:lvl1pPr indent="-381000" lvl="0" marL="457200" algn="ctr">
              <a:lnSpc>
                <a:spcPct val="100000"/>
              </a:lnSpc>
              <a:spcBef>
                <a:spcPts val="600"/>
              </a:spcBef>
              <a:spcAft>
                <a:spcPts val="0"/>
              </a:spcAft>
              <a:buSzPts val="2400"/>
              <a:buChar char="◎"/>
              <a:defRPr/>
            </a:lvl1pPr>
            <a:lvl2pPr indent="-381000" lvl="1" marL="914400" algn="ctr">
              <a:lnSpc>
                <a:spcPct val="100000"/>
              </a:lnSpc>
              <a:spcBef>
                <a:spcPts val="0"/>
              </a:spcBef>
              <a:spcAft>
                <a:spcPts val="0"/>
              </a:spcAft>
              <a:buSzPts val="2400"/>
              <a:buChar char="◉"/>
              <a:defRPr/>
            </a:lvl2pPr>
            <a:lvl3pPr indent="-381000" lvl="2" marL="1371600" algn="ctr">
              <a:lnSpc>
                <a:spcPct val="100000"/>
              </a:lnSpc>
              <a:spcBef>
                <a:spcPts val="0"/>
              </a:spcBef>
              <a:spcAft>
                <a:spcPts val="0"/>
              </a:spcAft>
              <a:buSzPts val="2400"/>
              <a:buChar char="￮"/>
              <a:defRPr/>
            </a:lvl3pPr>
            <a:lvl4pPr indent="-381000" lvl="3" marL="1828800" algn="ctr">
              <a:lnSpc>
                <a:spcPct val="100000"/>
              </a:lnSpc>
              <a:spcBef>
                <a:spcPts val="0"/>
              </a:spcBef>
              <a:spcAft>
                <a:spcPts val="0"/>
              </a:spcAft>
              <a:buSzPts val="2400"/>
              <a:buChar char="●"/>
              <a:defRPr/>
            </a:lvl4pPr>
            <a:lvl5pPr indent="-381000" lvl="4" marL="2286000" algn="ctr">
              <a:lnSpc>
                <a:spcPct val="100000"/>
              </a:lnSpc>
              <a:spcBef>
                <a:spcPts val="0"/>
              </a:spcBef>
              <a:spcAft>
                <a:spcPts val="0"/>
              </a:spcAft>
              <a:buSzPts val="2400"/>
              <a:buChar char="○"/>
              <a:defRPr/>
            </a:lvl5pPr>
            <a:lvl6pPr indent="-381000" lvl="5" marL="2743200" algn="ctr">
              <a:lnSpc>
                <a:spcPct val="100000"/>
              </a:lnSpc>
              <a:spcBef>
                <a:spcPts val="0"/>
              </a:spcBef>
              <a:spcAft>
                <a:spcPts val="0"/>
              </a:spcAft>
              <a:buSzPts val="2400"/>
              <a:buChar char="■"/>
              <a:defRPr/>
            </a:lvl6pPr>
            <a:lvl7pPr indent="-381000" lvl="6" marL="3200400" algn="ctr">
              <a:lnSpc>
                <a:spcPct val="100000"/>
              </a:lnSpc>
              <a:spcBef>
                <a:spcPts val="0"/>
              </a:spcBef>
              <a:spcAft>
                <a:spcPts val="0"/>
              </a:spcAft>
              <a:buSzPts val="2400"/>
              <a:buChar char="●"/>
              <a:defRPr/>
            </a:lvl7pPr>
            <a:lvl8pPr indent="-381000" lvl="7" marL="3657600" algn="ctr">
              <a:lnSpc>
                <a:spcPct val="100000"/>
              </a:lnSpc>
              <a:spcBef>
                <a:spcPts val="0"/>
              </a:spcBef>
              <a:spcAft>
                <a:spcPts val="0"/>
              </a:spcAft>
              <a:buSzPts val="2400"/>
              <a:buChar char="○"/>
              <a:defRPr/>
            </a:lvl8pPr>
            <a:lvl9pPr indent="-381000" lvl="8" marL="4114800" algn="ctr">
              <a:lnSpc>
                <a:spcPct val="100000"/>
              </a:lnSpc>
              <a:spcBef>
                <a:spcPts val="0"/>
              </a:spcBef>
              <a:spcAft>
                <a:spcPts val="0"/>
              </a:spcAft>
              <a:buSzPts val="2400"/>
              <a:buChar char="■"/>
              <a:defRPr/>
            </a:lvl9pPr>
          </a:lstStyle>
          <a:p/>
        </p:txBody>
      </p:sp>
      <p:sp>
        <p:nvSpPr>
          <p:cNvPr id="99" name="Google Shape;99;p25"/>
          <p:cNvSpPr txBox="1"/>
          <p:nvPr/>
        </p:nvSpPr>
        <p:spPr>
          <a:xfrm>
            <a:off x="3593400" y="781369"/>
            <a:ext cx="1957200" cy="65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600"/>
              <a:buFont typeface="Arial"/>
              <a:buNone/>
            </a:pPr>
            <a:r>
              <a:rPr b="0" i="0" lang="en" sz="9600" u="none" cap="none" strike="noStrike">
                <a:solidFill>
                  <a:srgbClr val="FFFFFF"/>
                </a:solidFill>
                <a:latin typeface="Nixie One"/>
                <a:ea typeface="Nixie One"/>
                <a:cs typeface="Nixie One"/>
                <a:sym typeface="Nixie One"/>
              </a:rPr>
              <a:t>“</a:t>
            </a:r>
            <a:endParaRPr b="0" i="0" sz="9600" u="none" cap="none" strike="noStrike">
              <a:solidFill>
                <a:srgbClr val="FFFFFF"/>
              </a:solidFill>
              <a:latin typeface="Nixie One"/>
              <a:ea typeface="Nixie One"/>
              <a:cs typeface="Nixie One"/>
              <a:sym typeface="Nixie One"/>
            </a:endParaRPr>
          </a:p>
        </p:txBody>
      </p:sp>
      <p:sp>
        <p:nvSpPr>
          <p:cNvPr id="100" name="Google Shape;100;p25"/>
          <p:cNvSpPr/>
          <p:nvPr/>
        </p:nvSpPr>
        <p:spPr>
          <a:xfrm>
            <a:off x="229225" y="2988350"/>
            <a:ext cx="802800" cy="8031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5"/>
          <p:cNvSpPr/>
          <p:nvPr/>
        </p:nvSpPr>
        <p:spPr>
          <a:xfrm>
            <a:off x="-442225" y="3999900"/>
            <a:ext cx="1695900" cy="1695900"/>
          </a:xfrm>
          <a:prstGeom prst="donut">
            <a:avLst>
              <a:gd fmla="val 10084"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5"/>
          <p:cNvSpPr/>
          <p:nvPr/>
        </p:nvSpPr>
        <p:spPr>
          <a:xfrm>
            <a:off x="1334025" y="-231725"/>
            <a:ext cx="1666800" cy="16668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25"/>
          <p:cNvSpPr/>
          <p:nvPr/>
        </p:nvSpPr>
        <p:spPr>
          <a:xfrm>
            <a:off x="550525" y="710300"/>
            <a:ext cx="481500" cy="481800"/>
          </a:xfrm>
          <a:prstGeom prst="donut">
            <a:avLst>
              <a:gd fmla="val 37274"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5"/>
          <p:cNvSpPr/>
          <p:nvPr/>
        </p:nvSpPr>
        <p:spPr>
          <a:xfrm>
            <a:off x="1032025" y="3791450"/>
            <a:ext cx="304800" cy="3048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5"/>
          <p:cNvSpPr/>
          <p:nvPr/>
        </p:nvSpPr>
        <p:spPr>
          <a:xfrm>
            <a:off x="1217050" y="1311325"/>
            <a:ext cx="304800" cy="3048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5"/>
          <p:cNvSpPr/>
          <p:nvPr/>
        </p:nvSpPr>
        <p:spPr>
          <a:xfrm>
            <a:off x="7744475" y="1473300"/>
            <a:ext cx="1048500" cy="10485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5"/>
          <p:cNvSpPr/>
          <p:nvPr/>
        </p:nvSpPr>
        <p:spPr>
          <a:xfrm>
            <a:off x="8050675" y="2042175"/>
            <a:ext cx="1520100" cy="1520100"/>
          </a:xfrm>
          <a:prstGeom prst="donut">
            <a:avLst>
              <a:gd fmla="val 5022" name="adj"/>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5"/>
          <p:cNvSpPr/>
          <p:nvPr/>
        </p:nvSpPr>
        <p:spPr>
          <a:xfrm>
            <a:off x="7969775" y="3713850"/>
            <a:ext cx="597900" cy="598200"/>
          </a:xfrm>
          <a:prstGeom prst="donut">
            <a:avLst>
              <a:gd fmla="val 43984" name="adj"/>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5"/>
          <p:cNvSpPr/>
          <p:nvPr/>
        </p:nvSpPr>
        <p:spPr>
          <a:xfrm>
            <a:off x="8608775" y="1192100"/>
            <a:ext cx="184200" cy="1842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10" name="Shape 110"/>
        <p:cNvGrpSpPr/>
        <p:nvPr/>
      </p:nvGrpSpPr>
      <p:grpSpPr>
        <a:xfrm>
          <a:off x="0" y="0"/>
          <a:ext cx="0" cy="0"/>
          <a:chOff x="0" y="0"/>
          <a:chExt cx="0" cy="0"/>
        </a:xfrm>
      </p:grpSpPr>
      <p:sp>
        <p:nvSpPr>
          <p:cNvPr id="111" name="Google Shape;111;p26"/>
          <p:cNvSpPr/>
          <p:nvPr/>
        </p:nvSpPr>
        <p:spPr>
          <a:xfrm>
            <a:off x="1144200" y="2698575"/>
            <a:ext cx="893700" cy="893700"/>
          </a:xfrm>
          <a:prstGeom prst="ellipse">
            <a:avLst/>
          </a:prstGeom>
          <a:noFill/>
          <a:ln cap="flat" cmpd="sng" w="9525">
            <a:solidFill>
              <a:srgbClr val="BBCD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6"/>
          <p:cNvSpPr txBox="1"/>
          <p:nvPr>
            <p:ph type="title"/>
          </p:nvPr>
        </p:nvSpPr>
        <p:spPr>
          <a:xfrm>
            <a:off x="2935875" y="909050"/>
            <a:ext cx="5275500" cy="641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113" name="Google Shape;113;p26"/>
          <p:cNvSpPr txBox="1"/>
          <p:nvPr>
            <p:ph idx="1" type="body"/>
          </p:nvPr>
        </p:nvSpPr>
        <p:spPr>
          <a:xfrm>
            <a:off x="2935875" y="1525758"/>
            <a:ext cx="5275500" cy="2786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600"/>
              </a:spcBef>
              <a:spcAft>
                <a:spcPts val="0"/>
              </a:spcAft>
              <a:buSzPts val="2400"/>
              <a:buChar char="◎"/>
              <a:defRPr sz="2400"/>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sz="2400"/>
            </a:lvl4pPr>
            <a:lvl5pPr indent="-381000" lvl="4" marL="2286000" algn="l">
              <a:lnSpc>
                <a:spcPct val="100000"/>
              </a:lnSpc>
              <a:spcBef>
                <a:spcPts val="0"/>
              </a:spcBef>
              <a:spcAft>
                <a:spcPts val="0"/>
              </a:spcAft>
              <a:buSzPts val="2400"/>
              <a:buChar char="○"/>
              <a:defRPr sz="2400"/>
            </a:lvl5pPr>
            <a:lvl6pPr indent="-381000" lvl="5" marL="2743200" algn="l">
              <a:lnSpc>
                <a:spcPct val="100000"/>
              </a:lnSpc>
              <a:spcBef>
                <a:spcPts val="0"/>
              </a:spcBef>
              <a:spcAft>
                <a:spcPts val="0"/>
              </a:spcAft>
              <a:buSzPts val="2400"/>
              <a:buChar char="■"/>
              <a:defRPr sz="2400"/>
            </a:lvl6pPr>
            <a:lvl7pPr indent="-381000" lvl="6" marL="3200400" algn="l">
              <a:lnSpc>
                <a:spcPct val="100000"/>
              </a:lnSpc>
              <a:spcBef>
                <a:spcPts val="0"/>
              </a:spcBef>
              <a:spcAft>
                <a:spcPts val="0"/>
              </a:spcAft>
              <a:buSzPts val="2400"/>
              <a:buChar char="●"/>
              <a:defRPr sz="2400"/>
            </a:lvl7pPr>
            <a:lvl8pPr indent="-381000" lvl="7" marL="3657600" algn="l">
              <a:lnSpc>
                <a:spcPct val="100000"/>
              </a:lnSpc>
              <a:spcBef>
                <a:spcPts val="0"/>
              </a:spcBef>
              <a:spcAft>
                <a:spcPts val="0"/>
              </a:spcAft>
              <a:buSzPts val="2400"/>
              <a:buChar char="○"/>
              <a:defRPr sz="2400"/>
            </a:lvl8pPr>
            <a:lvl9pPr indent="-381000" lvl="8" marL="4114800" algn="l">
              <a:lnSpc>
                <a:spcPct val="100000"/>
              </a:lnSpc>
              <a:spcBef>
                <a:spcPts val="0"/>
              </a:spcBef>
              <a:spcAft>
                <a:spcPts val="0"/>
              </a:spcAft>
              <a:buSzPts val="2400"/>
              <a:buChar char="■"/>
              <a:defRPr sz="2400"/>
            </a:lvl9pPr>
          </a:lstStyle>
          <a:p/>
        </p:txBody>
      </p:sp>
      <p:sp>
        <p:nvSpPr>
          <p:cNvPr id="114" name="Google Shape;114;p26"/>
          <p:cNvSpPr/>
          <p:nvPr/>
        </p:nvSpPr>
        <p:spPr>
          <a:xfrm>
            <a:off x="259925" y="-206300"/>
            <a:ext cx="2347200" cy="2347200"/>
          </a:xfrm>
          <a:prstGeom prst="donut">
            <a:avLst>
              <a:gd fmla="val 29778" name="adj"/>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6"/>
          <p:cNvSpPr/>
          <p:nvPr/>
        </p:nvSpPr>
        <p:spPr>
          <a:xfrm>
            <a:off x="-152925" y="1360050"/>
            <a:ext cx="978600" cy="9786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6"/>
          <p:cNvSpPr/>
          <p:nvPr/>
        </p:nvSpPr>
        <p:spPr>
          <a:xfrm>
            <a:off x="2339600" y="243625"/>
            <a:ext cx="657600" cy="6576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6"/>
          <p:cNvSpPr/>
          <p:nvPr/>
        </p:nvSpPr>
        <p:spPr>
          <a:xfrm>
            <a:off x="788725" y="2338650"/>
            <a:ext cx="811200" cy="811200"/>
          </a:xfrm>
          <a:prstGeom prst="donut">
            <a:avLst>
              <a:gd fmla="val 22275"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6"/>
          <p:cNvSpPr/>
          <p:nvPr/>
        </p:nvSpPr>
        <p:spPr>
          <a:xfrm>
            <a:off x="153675" y="4149950"/>
            <a:ext cx="1207800" cy="12078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6"/>
          <p:cNvSpPr/>
          <p:nvPr/>
        </p:nvSpPr>
        <p:spPr>
          <a:xfrm>
            <a:off x="1315800" y="3860975"/>
            <a:ext cx="550500" cy="550500"/>
          </a:xfrm>
          <a:prstGeom prst="donut">
            <a:avLst>
              <a:gd fmla="val 42915"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6"/>
          <p:cNvSpPr/>
          <p:nvPr/>
        </p:nvSpPr>
        <p:spPr>
          <a:xfrm>
            <a:off x="438575" y="2993025"/>
            <a:ext cx="304800" cy="3048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6"/>
          <p:cNvSpPr/>
          <p:nvPr/>
        </p:nvSpPr>
        <p:spPr>
          <a:xfrm>
            <a:off x="7744850" y="420475"/>
            <a:ext cx="550500" cy="5505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6"/>
          <p:cNvSpPr/>
          <p:nvPr/>
        </p:nvSpPr>
        <p:spPr>
          <a:xfrm>
            <a:off x="8839500" y="1019775"/>
            <a:ext cx="397500" cy="3975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6"/>
          <p:cNvSpPr/>
          <p:nvPr/>
        </p:nvSpPr>
        <p:spPr>
          <a:xfrm>
            <a:off x="8295350" y="-321125"/>
            <a:ext cx="741600" cy="741600"/>
          </a:xfrm>
          <a:prstGeom prst="donut">
            <a:avLst>
              <a:gd fmla="val 31897" name="adj"/>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6"/>
          <p:cNvSpPr/>
          <p:nvPr/>
        </p:nvSpPr>
        <p:spPr>
          <a:xfrm>
            <a:off x="8651500" y="1616325"/>
            <a:ext cx="188100" cy="1881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6"/>
          <p:cNvSpPr/>
          <p:nvPr/>
        </p:nvSpPr>
        <p:spPr>
          <a:xfrm>
            <a:off x="2179100" y="83125"/>
            <a:ext cx="978600" cy="978600"/>
          </a:xfrm>
          <a:prstGeom prst="ellipse">
            <a:avLst/>
          </a:prstGeom>
          <a:noFill/>
          <a:ln cap="flat" cmpd="sng" w="9525">
            <a:solidFill>
              <a:srgbClr val="00ACC3"/>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6"/>
          <p:cNvSpPr/>
          <p:nvPr/>
        </p:nvSpPr>
        <p:spPr>
          <a:xfrm>
            <a:off x="8062825" y="688875"/>
            <a:ext cx="449700" cy="449700"/>
          </a:xfrm>
          <a:prstGeom prst="ellipse">
            <a:avLst/>
          </a:prstGeom>
          <a:noFill/>
          <a:ln cap="flat" cmpd="sng" w="9525">
            <a:solidFill>
              <a:srgbClr val="ED4A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27" name="Shape 127"/>
        <p:cNvGrpSpPr/>
        <p:nvPr/>
      </p:nvGrpSpPr>
      <p:grpSpPr>
        <a:xfrm>
          <a:off x="0" y="0"/>
          <a:ext cx="0" cy="0"/>
          <a:chOff x="0" y="0"/>
          <a:chExt cx="0" cy="0"/>
        </a:xfrm>
      </p:grpSpPr>
      <p:sp>
        <p:nvSpPr>
          <p:cNvPr id="128" name="Google Shape;128;p27"/>
          <p:cNvSpPr/>
          <p:nvPr/>
        </p:nvSpPr>
        <p:spPr>
          <a:xfrm>
            <a:off x="8638525" y="1472600"/>
            <a:ext cx="978600" cy="978600"/>
          </a:xfrm>
          <a:prstGeom prst="ellipse">
            <a:avLst/>
          </a:prstGeom>
          <a:noFill/>
          <a:ln cap="flat" cmpd="sng" w="9525">
            <a:solidFill>
              <a:srgbClr val="ED4A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7"/>
          <p:cNvSpPr txBox="1"/>
          <p:nvPr>
            <p:ph type="title"/>
          </p:nvPr>
        </p:nvSpPr>
        <p:spPr>
          <a:xfrm>
            <a:off x="2935875" y="909050"/>
            <a:ext cx="5275500" cy="641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130" name="Google Shape;130;p27"/>
          <p:cNvSpPr txBox="1"/>
          <p:nvPr>
            <p:ph idx="1" type="body"/>
          </p:nvPr>
        </p:nvSpPr>
        <p:spPr>
          <a:xfrm>
            <a:off x="2935875" y="1550150"/>
            <a:ext cx="1700400" cy="33756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sz="14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0"/>
              </a:spcBef>
              <a:spcAft>
                <a:spcPts val="0"/>
              </a:spcAft>
              <a:buSzPts val="1400"/>
              <a:buChar char="￮"/>
              <a:defRPr sz="1400"/>
            </a:lvl3pPr>
            <a:lvl4pPr indent="-317500" lvl="3" marL="1828800" algn="l">
              <a:lnSpc>
                <a:spcPct val="100000"/>
              </a:lnSpc>
              <a:spcBef>
                <a:spcPts val="0"/>
              </a:spcBef>
              <a:spcAft>
                <a:spcPts val="0"/>
              </a:spcAft>
              <a:buSzPts val="1400"/>
              <a:buChar char="●"/>
              <a:defRPr sz="1400"/>
            </a:lvl4pPr>
            <a:lvl5pPr indent="-317500" lvl="4" marL="2286000" algn="l">
              <a:lnSpc>
                <a:spcPct val="100000"/>
              </a:lnSpc>
              <a:spcBef>
                <a:spcPts val="0"/>
              </a:spcBef>
              <a:spcAft>
                <a:spcPts val="0"/>
              </a:spcAft>
              <a:buSzPts val="1400"/>
              <a:buChar char="○"/>
              <a:defRPr sz="1400"/>
            </a:lvl5pPr>
            <a:lvl6pPr indent="-317500" lvl="5" marL="2743200" algn="l">
              <a:lnSpc>
                <a:spcPct val="100000"/>
              </a:lnSpc>
              <a:spcBef>
                <a:spcPts val="0"/>
              </a:spcBef>
              <a:spcAft>
                <a:spcPts val="0"/>
              </a:spcAft>
              <a:buSzPts val="1400"/>
              <a:buChar char="■"/>
              <a:defRPr sz="1400"/>
            </a:lvl6pPr>
            <a:lvl7pPr indent="-317500" lvl="6" marL="3200400" algn="l">
              <a:lnSpc>
                <a:spcPct val="100000"/>
              </a:lnSpc>
              <a:spcBef>
                <a:spcPts val="0"/>
              </a:spcBef>
              <a:spcAft>
                <a:spcPts val="0"/>
              </a:spcAft>
              <a:buSzPts val="1400"/>
              <a:buChar char="●"/>
              <a:defRPr sz="1400"/>
            </a:lvl7pPr>
            <a:lvl8pPr indent="-317500" lvl="7" marL="3657600" algn="l">
              <a:lnSpc>
                <a:spcPct val="100000"/>
              </a:lnSpc>
              <a:spcBef>
                <a:spcPts val="0"/>
              </a:spcBef>
              <a:spcAft>
                <a:spcPts val="0"/>
              </a:spcAft>
              <a:buSzPts val="1400"/>
              <a:buChar char="○"/>
              <a:defRPr sz="1400"/>
            </a:lvl8pPr>
            <a:lvl9pPr indent="-317500" lvl="8" marL="4114800" algn="l">
              <a:lnSpc>
                <a:spcPct val="100000"/>
              </a:lnSpc>
              <a:spcBef>
                <a:spcPts val="0"/>
              </a:spcBef>
              <a:spcAft>
                <a:spcPts val="0"/>
              </a:spcAft>
              <a:buSzPts val="1400"/>
              <a:buChar char="■"/>
              <a:defRPr sz="1400"/>
            </a:lvl9pPr>
          </a:lstStyle>
          <a:p/>
        </p:txBody>
      </p:sp>
      <p:sp>
        <p:nvSpPr>
          <p:cNvPr id="131" name="Google Shape;131;p27"/>
          <p:cNvSpPr txBox="1"/>
          <p:nvPr>
            <p:ph idx="2" type="body"/>
          </p:nvPr>
        </p:nvSpPr>
        <p:spPr>
          <a:xfrm>
            <a:off x="4723373" y="1550150"/>
            <a:ext cx="1700400" cy="33756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sz="14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0"/>
              </a:spcBef>
              <a:spcAft>
                <a:spcPts val="0"/>
              </a:spcAft>
              <a:buSzPts val="1400"/>
              <a:buChar char="￮"/>
              <a:defRPr sz="1400"/>
            </a:lvl3pPr>
            <a:lvl4pPr indent="-317500" lvl="3" marL="1828800" algn="l">
              <a:lnSpc>
                <a:spcPct val="100000"/>
              </a:lnSpc>
              <a:spcBef>
                <a:spcPts val="0"/>
              </a:spcBef>
              <a:spcAft>
                <a:spcPts val="0"/>
              </a:spcAft>
              <a:buSzPts val="1400"/>
              <a:buChar char="●"/>
              <a:defRPr sz="1400"/>
            </a:lvl4pPr>
            <a:lvl5pPr indent="-317500" lvl="4" marL="2286000" algn="l">
              <a:lnSpc>
                <a:spcPct val="100000"/>
              </a:lnSpc>
              <a:spcBef>
                <a:spcPts val="0"/>
              </a:spcBef>
              <a:spcAft>
                <a:spcPts val="0"/>
              </a:spcAft>
              <a:buSzPts val="1400"/>
              <a:buChar char="○"/>
              <a:defRPr sz="1400"/>
            </a:lvl5pPr>
            <a:lvl6pPr indent="-317500" lvl="5" marL="2743200" algn="l">
              <a:lnSpc>
                <a:spcPct val="100000"/>
              </a:lnSpc>
              <a:spcBef>
                <a:spcPts val="0"/>
              </a:spcBef>
              <a:spcAft>
                <a:spcPts val="0"/>
              </a:spcAft>
              <a:buSzPts val="1400"/>
              <a:buChar char="■"/>
              <a:defRPr sz="1400"/>
            </a:lvl6pPr>
            <a:lvl7pPr indent="-317500" lvl="6" marL="3200400" algn="l">
              <a:lnSpc>
                <a:spcPct val="100000"/>
              </a:lnSpc>
              <a:spcBef>
                <a:spcPts val="0"/>
              </a:spcBef>
              <a:spcAft>
                <a:spcPts val="0"/>
              </a:spcAft>
              <a:buSzPts val="1400"/>
              <a:buChar char="●"/>
              <a:defRPr sz="1400"/>
            </a:lvl7pPr>
            <a:lvl8pPr indent="-317500" lvl="7" marL="3657600" algn="l">
              <a:lnSpc>
                <a:spcPct val="100000"/>
              </a:lnSpc>
              <a:spcBef>
                <a:spcPts val="0"/>
              </a:spcBef>
              <a:spcAft>
                <a:spcPts val="0"/>
              </a:spcAft>
              <a:buSzPts val="1400"/>
              <a:buChar char="○"/>
              <a:defRPr sz="1400"/>
            </a:lvl8pPr>
            <a:lvl9pPr indent="-317500" lvl="8" marL="4114800" algn="l">
              <a:lnSpc>
                <a:spcPct val="100000"/>
              </a:lnSpc>
              <a:spcBef>
                <a:spcPts val="0"/>
              </a:spcBef>
              <a:spcAft>
                <a:spcPts val="0"/>
              </a:spcAft>
              <a:buSzPts val="1400"/>
              <a:buChar char="■"/>
              <a:defRPr sz="1400"/>
            </a:lvl9pPr>
          </a:lstStyle>
          <a:p/>
        </p:txBody>
      </p:sp>
      <p:sp>
        <p:nvSpPr>
          <p:cNvPr id="132" name="Google Shape;132;p27"/>
          <p:cNvSpPr txBox="1"/>
          <p:nvPr>
            <p:ph idx="3" type="body"/>
          </p:nvPr>
        </p:nvSpPr>
        <p:spPr>
          <a:xfrm>
            <a:off x="6510871" y="1550150"/>
            <a:ext cx="1700400" cy="33756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sz="14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0"/>
              </a:spcBef>
              <a:spcAft>
                <a:spcPts val="0"/>
              </a:spcAft>
              <a:buSzPts val="1400"/>
              <a:buChar char="￮"/>
              <a:defRPr sz="1400"/>
            </a:lvl3pPr>
            <a:lvl4pPr indent="-317500" lvl="3" marL="1828800" algn="l">
              <a:lnSpc>
                <a:spcPct val="100000"/>
              </a:lnSpc>
              <a:spcBef>
                <a:spcPts val="0"/>
              </a:spcBef>
              <a:spcAft>
                <a:spcPts val="0"/>
              </a:spcAft>
              <a:buSzPts val="1400"/>
              <a:buChar char="●"/>
              <a:defRPr sz="1400"/>
            </a:lvl4pPr>
            <a:lvl5pPr indent="-317500" lvl="4" marL="2286000" algn="l">
              <a:lnSpc>
                <a:spcPct val="100000"/>
              </a:lnSpc>
              <a:spcBef>
                <a:spcPts val="0"/>
              </a:spcBef>
              <a:spcAft>
                <a:spcPts val="0"/>
              </a:spcAft>
              <a:buSzPts val="1400"/>
              <a:buChar char="○"/>
              <a:defRPr sz="1400"/>
            </a:lvl5pPr>
            <a:lvl6pPr indent="-317500" lvl="5" marL="2743200" algn="l">
              <a:lnSpc>
                <a:spcPct val="100000"/>
              </a:lnSpc>
              <a:spcBef>
                <a:spcPts val="0"/>
              </a:spcBef>
              <a:spcAft>
                <a:spcPts val="0"/>
              </a:spcAft>
              <a:buSzPts val="1400"/>
              <a:buChar char="■"/>
              <a:defRPr sz="1400"/>
            </a:lvl6pPr>
            <a:lvl7pPr indent="-317500" lvl="6" marL="3200400" algn="l">
              <a:lnSpc>
                <a:spcPct val="100000"/>
              </a:lnSpc>
              <a:spcBef>
                <a:spcPts val="0"/>
              </a:spcBef>
              <a:spcAft>
                <a:spcPts val="0"/>
              </a:spcAft>
              <a:buSzPts val="1400"/>
              <a:buChar char="●"/>
              <a:defRPr sz="1400"/>
            </a:lvl7pPr>
            <a:lvl8pPr indent="-317500" lvl="7" marL="3657600" algn="l">
              <a:lnSpc>
                <a:spcPct val="100000"/>
              </a:lnSpc>
              <a:spcBef>
                <a:spcPts val="0"/>
              </a:spcBef>
              <a:spcAft>
                <a:spcPts val="0"/>
              </a:spcAft>
              <a:buSzPts val="1400"/>
              <a:buChar char="○"/>
              <a:defRPr sz="1400"/>
            </a:lvl8pPr>
            <a:lvl9pPr indent="-317500" lvl="8" marL="4114800" algn="l">
              <a:lnSpc>
                <a:spcPct val="100000"/>
              </a:lnSpc>
              <a:spcBef>
                <a:spcPts val="0"/>
              </a:spcBef>
              <a:spcAft>
                <a:spcPts val="0"/>
              </a:spcAft>
              <a:buSzPts val="1400"/>
              <a:buChar char="■"/>
              <a:defRPr sz="1400"/>
            </a:lvl9pPr>
          </a:lstStyle>
          <a:p/>
        </p:txBody>
      </p:sp>
      <p:sp>
        <p:nvSpPr>
          <p:cNvPr id="133" name="Google Shape;133;p27"/>
          <p:cNvSpPr/>
          <p:nvPr/>
        </p:nvSpPr>
        <p:spPr>
          <a:xfrm>
            <a:off x="1016475" y="2981600"/>
            <a:ext cx="440400" cy="440400"/>
          </a:xfrm>
          <a:prstGeom prst="ellipse">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7"/>
          <p:cNvSpPr/>
          <p:nvPr/>
        </p:nvSpPr>
        <p:spPr>
          <a:xfrm>
            <a:off x="-68725" y="3346150"/>
            <a:ext cx="819600" cy="819600"/>
          </a:xfrm>
          <a:prstGeom prst="ellipse">
            <a:avLst/>
          </a:prstGeom>
          <a:noFill/>
          <a:ln cap="flat" cmpd="sng" w="9525">
            <a:solidFill>
              <a:srgbClr val="00D1C6"/>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7"/>
          <p:cNvSpPr/>
          <p:nvPr/>
        </p:nvSpPr>
        <p:spPr>
          <a:xfrm>
            <a:off x="1361475" y="140725"/>
            <a:ext cx="862800" cy="863400"/>
          </a:xfrm>
          <a:prstGeom prst="donut">
            <a:avLst>
              <a:gd fmla="val 43200" name="adj"/>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7"/>
          <p:cNvSpPr/>
          <p:nvPr/>
        </p:nvSpPr>
        <p:spPr>
          <a:xfrm>
            <a:off x="1438125" y="3422000"/>
            <a:ext cx="1062000" cy="1062000"/>
          </a:xfrm>
          <a:prstGeom prst="donut">
            <a:avLst>
              <a:gd fmla="val 9905" name="adj"/>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7"/>
          <p:cNvSpPr/>
          <p:nvPr/>
        </p:nvSpPr>
        <p:spPr>
          <a:xfrm>
            <a:off x="2059425" y="1112475"/>
            <a:ext cx="304800" cy="3048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7"/>
          <p:cNvSpPr/>
          <p:nvPr/>
        </p:nvSpPr>
        <p:spPr>
          <a:xfrm>
            <a:off x="8723500" y="270225"/>
            <a:ext cx="550500" cy="5505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7"/>
          <p:cNvSpPr/>
          <p:nvPr/>
        </p:nvSpPr>
        <p:spPr>
          <a:xfrm>
            <a:off x="8546800" y="608625"/>
            <a:ext cx="397500" cy="397500"/>
          </a:xfrm>
          <a:prstGeom prst="donut">
            <a:avLst>
              <a:gd fmla="val 8754"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7"/>
          <p:cNvSpPr/>
          <p:nvPr/>
        </p:nvSpPr>
        <p:spPr>
          <a:xfrm>
            <a:off x="8211275" y="1152650"/>
            <a:ext cx="397500" cy="3975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7"/>
          <p:cNvSpPr/>
          <p:nvPr/>
        </p:nvSpPr>
        <p:spPr>
          <a:xfrm>
            <a:off x="7599600" y="-275250"/>
            <a:ext cx="741600" cy="741600"/>
          </a:xfrm>
          <a:prstGeom prst="donut">
            <a:avLst>
              <a:gd fmla="val 39163" name="adj"/>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7"/>
          <p:cNvSpPr/>
          <p:nvPr/>
        </p:nvSpPr>
        <p:spPr>
          <a:xfrm>
            <a:off x="9033775" y="1867850"/>
            <a:ext cx="188100" cy="1881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7"/>
          <p:cNvSpPr/>
          <p:nvPr/>
        </p:nvSpPr>
        <p:spPr>
          <a:xfrm>
            <a:off x="-480225" y="243625"/>
            <a:ext cx="2347200" cy="2347200"/>
          </a:xfrm>
          <a:prstGeom prst="donut">
            <a:avLst>
              <a:gd fmla="val 21094"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7"/>
          <p:cNvSpPr/>
          <p:nvPr/>
        </p:nvSpPr>
        <p:spPr>
          <a:xfrm>
            <a:off x="1016475" y="4091700"/>
            <a:ext cx="1207800" cy="12078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7"/>
          <p:cNvSpPr/>
          <p:nvPr/>
        </p:nvSpPr>
        <p:spPr>
          <a:xfrm>
            <a:off x="204075" y="927925"/>
            <a:ext cx="978600" cy="978600"/>
          </a:xfrm>
          <a:prstGeom prst="ellipse">
            <a:avLst/>
          </a:prstGeom>
          <a:noFill/>
          <a:ln cap="flat" cmpd="sng" w="9525">
            <a:solidFill>
              <a:srgbClr val="BBCD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6" name="Shape 146"/>
        <p:cNvGrpSpPr/>
        <p:nvPr/>
      </p:nvGrpSpPr>
      <p:grpSpPr>
        <a:xfrm>
          <a:off x="0" y="0"/>
          <a:ext cx="0" cy="0"/>
          <a:chOff x="0" y="0"/>
          <a:chExt cx="0" cy="0"/>
        </a:xfrm>
      </p:grpSpPr>
      <p:sp>
        <p:nvSpPr>
          <p:cNvPr id="147" name="Google Shape;147;p28"/>
          <p:cNvSpPr txBox="1"/>
          <p:nvPr>
            <p:ph type="title"/>
          </p:nvPr>
        </p:nvSpPr>
        <p:spPr>
          <a:xfrm>
            <a:off x="2935875" y="909050"/>
            <a:ext cx="5275500" cy="641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148" name="Google Shape;148;p28"/>
          <p:cNvSpPr/>
          <p:nvPr/>
        </p:nvSpPr>
        <p:spPr>
          <a:xfrm>
            <a:off x="1280688" y="3669150"/>
            <a:ext cx="206100" cy="2061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8"/>
          <p:cNvSpPr/>
          <p:nvPr/>
        </p:nvSpPr>
        <p:spPr>
          <a:xfrm>
            <a:off x="180500" y="4023250"/>
            <a:ext cx="1370700" cy="13707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8"/>
          <p:cNvSpPr/>
          <p:nvPr/>
        </p:nvSpPr>
        <p:spPr>
          <a:xfrm>
            <a:off x="246046" y="3213146"/>
            <a:ext cx="456000" cy="456000"/>
          </a:xfrm>
          <a:prstGeom prst="ellipse">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8"/>
          <p:cNvSpPr/>
          <p:nvPr/>
        </p:nvSpPr>
        <p:spPr>
          <a:xfrm>
            <a:off x="71500" y="3038600"/>
            <a:ext cx="804900" cy="804900"/>
          </a:xfrm>
          <a:prstGeom prst="ellipse">
            <a:avLst/>
          </a:prstGeom>
          <a:noFill/>
          <a:ln cap="flat" cmpd="sng" w="9525">
            <a:solidFill>
              <a:srgbClr val="65BB48"/>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8"/>
          <p:cNvSpPr/>
          <p:nvPr/>
        </p:nvSpPr>
        <p:spPr>
          <a:xfrm>
            <a:off x="1280700" y="1608475"/>
            <a:ext cx="1043400" cy="1044000"/>
          </a:xfrm>
          <a:prstGeom prst="donut">
            <a:avLst>
              <a:gd fmla="val 43200"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8"/>
          <p:cNvSpPr/>
          <p:nvPr/>
        </p:nvSpPr>
        <p:spPr>
          <a:xfrm>
            <a:off x="1640475" y="-201875"/>
            <a:ext cx="750300" cy="7503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8"/>
          <p:cNvSpPr/>
          <p:nvPr/>
        </p:nvSpPr>
        <p:spPr>
          <a:xfrm>
            <a:off x="-480225" y="243625"/>
            <a:ext cx="2347200" cy="2347200"/>
          </a:xfrm>
          <a:prstGeom prst="donut">
            <a:avLst>
              <a:gd fmla="val 6129" name="adj"/>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8"/>
          <p:cNvSpPr/>
          <p:nvPr/>
        </p:nvSpPr>
        <p:spPr>
          <a:xfrm>
            <a:off x="-222975" y="500875"/>
            <a:ext cx="1832700" cy="1832700"/>
          </a:xfrm>
          <a:prstGeom prst="ellipse">
            <a:avLst/>
          </a:prstGeom>
          <a:noFill/>
          <a:ln cap="flat" cmpd="sng" w="9525">
            <a:solidFill>
              <a:srgbClr val="ED4A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8"/>
          <p:cNvSpPr/>
          <p:nvPr/>
        </p:nvSpPr>
        <p:spPr>
          <a:xfrm>
            <a:off x="1280700" y="3950125"/>
            <a:ext cx="750300" cy="7503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8"/>
          <p:cNvSpPr/>
          <p:nvPr/>
        </p:nvSpPr>
        <p:spPr>
          <a:xfrm>
            <a:off x="7913000" y="600225"/>
            <a:ext cx="550500" cy="5505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8"/>
          <p:cNvSpPr/>
          <p:nvPr/>
        </p:nvSpPr>
        <p:spPr>
          <a:xfrm>
            <a:off x="8703400" y="1608475"/>
            <a:ext cx="287100" cy="287100"/>
          </a:xfrm>
          <a:prstGeom prst="donut">
            <a:avLst>
              <a:gd fmla="val 18608" name="adj"/>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8"/>
          <p:cNvSpPr/>
          <p:nvPr/>
        </p:nvSpPr>
        <p:spPr>
          <a:xfrm>
            <a:off x="8809377" y="886439"/>
            <a:ext cx="416400" cy="4164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8"/>
          <p:cNvSpPr/>
          <p:nvPr/>
        </p:nvSpPr>
        <p:spPr>
          <a:xfrm>
            <a:off x="8118000" y="-244550"/>
            <a:ext cx="741600" cy="741600"/>
          </a:xfrm>
          <a:prstGeom prst="donut">
            <a:avLst>
              <a:gd fmla="val 37879" name="adj"/>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8"/>
          <p:cNvSpPr/>
          <p:nvPr/>
        </p:nvSpPr>
        <p:spPr>
          <a:xfrm>
            <a:off x="7813725" y="312775"/>
            <a:ext cx="188100" cy="1881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8"/>
          <p:cNvSpPr/>
          <p:nvPr/>
        </p:nvSpPr>
        <p:spPr>
          <a:xfrm>
            <a:off x="8646900" y="723963"/>
            <a:ext cx="741600" cy="741600"/>
          </a:xfrm>
          <a:prstGeom prst="ellipse">
            <a:avLst/>
          </a:prstGeom>
          <a:noFill/>
          <a:ln cap="flat" cmpd="sng" w="9525">
            <a:solidFill>
              <a:srgbClr val="F8BB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3" name="Shape 163"/>
        <p:cNvGrpSpPr/>
        <p:nvPr/>
      </p:nvGrpSpPr>
      <p:grpSpPr>
        <a:xfrm>
          <a:off x="0" y="0"/>
          <a:ext cx="0" cy="0"/>
          <a:chOff x="0" y="0"/>
          <a:chExt cx="0" cy="0"/>
        </a:xfrm>
      </p:grpSpPr>
      <p:sp>
        <p:nvSpPr>
          <p:cNvPr id="164" name="Google Shape;164;p29"/>
          <p:cNvSpPr/>
          <p:nvPr/>
        </p:nvSpPr>
        <p:spPr>
          <a:xfrm>
            <a:off x="1197475" y="-802775"/>
            <a:ext cx="6749100" cy="6749100"/>
          </a:xfrm>
          <a:prstGeom prst="ellipse">
            <a:avLst/>
          </a:prstGeom>
          <a:noFill/>
          <a:ln cap="flat" cmpd="sng" w="9525">
            <a:solidFill>
              <a:srgbClr val="A1BEC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9"/>
          <p:cNvSpPr txBox="1"/>
          <p:nvPr>
            <p:ph idx="1" type="body"/>
          </p:nvPr>
        </p:nvSpPr>
        <p:spPr>
          <a:xfrm>
            <a:off x="1246225" y="4177700"/>
            <a:ext cx="6651600" cy="5196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360"/>
              </a:spcBef>
              <a:spcAft>
                <a:spcPts val="0"/>
              </a:spcAft>
              <a:buSzPts val="1600"/>
              <a:buNone/>
              <a:defRPr sz="1600"/>
            </a:lvl1pPr>
          </a:lstStyle>
          <a:p/>
        </p:txBody>
      </p:sp>
      <p:sp>
        <p:nvSpPr>
          <p:cNvPr id="166" name="Google Shape;166;p29"/>
          <p:cNvSpPr/>
          <p:nvPr/>
        </p:nvSpPr>
        <p:spPr>
          <a:xfrm rot="10800000">
            <a:off x="8705950" y="3777263"/>
            <a:ext cx="617400" cy="6174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9"/>
          <p:cNvSpPr/>
          <p:nvPr/>
        </p:nvSpPr>
        <p:spPr>
          <a:xfrm rot="10800000">
            <a:off x="608750" y="841361"/>
            <a:ext cx="515400" cy="515400"/>
          </a:xfrm>
          <a:prstGeom prst="donut">
            <a:avLst>
              <a:gd fmla="val 18608" name="adj"/>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9"/>
          <p:cNvSpPr/>
          <p:nvPr/>
        </p:nvSpPr>
        <p:spPr>
          <a:xfrm rot="10800000">
            <a:off x="8195021" y="4553300"/>
            <a:ext cx="831600" cy="831600"/>
          </a:xfrm>
          <a:prstGeom prst="donut">
            <a:avLst>
              <a:gd fmla="val 37879" name="adj"/>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9"/>
          <p:cNvSpPr/>
          <p:nvPr/>
        </p:nvSpPr>
        <p:spPr>
          <a:xfrm rot="10800000">
            <a:off x="8458384" y="4183763"/>
            <a:ext cx="210900" cy="2109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9"/>
          <p:cNvSpPr/>
          <p:nvPr/>
        </p:nvSpPr>
        <p:spPr>
          <a:xfrm rot="10800000">
            <a:off x="-153147" y="-444547"/>
            <a:ext cx="1128300" cy="1128300"/>
          </a:xfrm>
          <a:prstGeom prst="ellipse">
            <a:avLst/>
          </a:prstGeom>
          <a:noFill/>
          <a:ln cap="flat" cmpd="sng" w="9525">
            <a:solidFill>
              <a:srgbClr val="ED4A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9"/>
          <p:cNvSpPr/>
          <p:nvPr/>
        </p:nvSpPr>
        <p:spPr>
          <a:xfrm rot="10800000">
            <a:off x="8012016" y="133391"/>
            <a:ext cx="434700" cy="434700"/>
          </a:xfrm>
          <a:prstGeom prst="donut">
            <a:avLst>
              <a:gd fmla="val 8754"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29"/>
          <p:cNvSpPr/>
          <p:nvPr/>
        </p:nvSpPr>
        <p:spPr>
          <a:xfrm rot="10800000">
            <a:off x="-73577" y="841500"/>
            <a:ext cx="330900" cy="330900"/>
          </a:xfrm>
          <a:prstGeom prst="ellipse">
            <a:avLst/>
          </a:prstGeom>
          <a:solidFill>
            <a:srgbClr val="ED4A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9"/>
          <p:cNvSpPr/>
          <p:nvPr/>
        </p:nvSpPr>
        <p:spPr>
          <a:xfrm rot="10800000">
            <a:off x="8512150" y="133404"/>
            <a:ext cx="811200" cy="811200"/>
          </a:xfrm>
          <a:prstGeom prst="donut">
            <a:avLst>
              <a:gd fmla="val 39163" name="adj"/>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29"/>
          <p:cNvSpPr/>
          <p:nvPr/>
        </p:nvSpPr>
        <p:spPr>
          <a:xfrm rot="10800000">
            <a:off x="117998" y="-173402"/>
            <a:ext cx="586200" cy="586200"/>
          </a:xfrm>
          <a:prstGeom prst="ellipse">
            <a:avLst/>
          </a:prstGeom>
          <a:solidFill>
            <a:srgbClr val="E8004C">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29"/>
          <p:cNvSpPr/>
          <p:nvPr/>
        </p:nvSpPr>
        <p:spPr>
          <a:xfrm rot="10800000">
            <a:off x="748825" y="4695050"/>
            <a:ext cx="345000" cy="345000"/>
          </a:xfrm>
          <a:prstGeom prst="donut">
            <a:avLst>
              <a:gd fmla="val 30568" name="adj"/>
            </a:avLst>
          </a:prstGeom>
          <a:solidFill>
            <a:srgbClr val="65BB48">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9"/>
          <p:cNvSpPr/>
          <p:nvPr/>
        </p:nvSpPr>
        <p:spPr>
          <a:xfrm rot="10800000">
            <a:off x="-107786" y="4259033"/>
            <a:ext cx="663000" cy="663000"/>
          </a:xfrm>
          <a:prstGeom prst="ellipse">
            <a:avLst/>
          </a:prstGeom>
          <a:solidFill>
            <a:srgbClr val="F8BB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9"/>
          <p:cNvSpPr/>
          <p:nvPr/>
        </p:nvSpPr>
        <p:spPr>
          <a:xfrm rot="10800000">
            <a:off x="-316662" y="3443534"/>
            <a:ext cx="506100" cy="506100"/>
          </a:xfrm>
          <a:prstGeom prst="ellipse">
            <a:avLst/>
          </a:prstGeom>
          <a:solidFill>
            <a:srgbClr val="BBCD00">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9"/>
          <p:cNvSpPr/>
          <p:nvPr/>
        </p:nvSpPr>
        <p:spPr>
          <a:xfrm rot="10800000">
            <a:off x="-226170" y="4140650"/>
            <a:ext cx="899400" cy="899400"/>
          </a:xfrm>
          <a:prstGeom prst="ellipse">
            <a:avLst/>
          </a:prstGeom>
          <a:noFill/>
          <a:ln cap="flat" cmpd="sng" w="9525">
            <a:solidFill>
              <a:srgbClr val="F8BB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9"/>
          <p:cNvSpPr/>
          <p:nvPr/>
        </p:nvSpPr>
        <p:spPr>
          <a:xfrm rot="10800000">
            <a:off x="8700641" y="1100250"/>
            <a:ext cx="333300" cy="333300"/>
          </a:xfrm>
          <a:prstGeom prst="ellipse">
            <a:avLst/>
          </a:prstGeom>
          <a:solidFill>
            <a:srgbClr val="00D1C6">
              <a:alpha val="8666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0" name="Shape 180"/>
        <p:cNvGrpSpPr/>
        <p:nvPr/>
      </p:nvGrpSpPr>
      <p:grpSpPr>
        <a:xfrm>
          <a:off x="0" y="0"/>
          <a:ext cx="0" cy="0"/>
          <a:chOff x="0" y="0"/>
          <a:chExt cx="0" cy="0"/>
        </a:xfrm>
      </p:grpSpPr>
      <p:sp>
        <p:nvSpPr>
          <p:cNvPr id="181" name="Google Shape;181;p30"/>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82" name="Google Shape;182;p30"/>
          <p:cNvSpPr txBox="1"/>
          <p:nvPr>
            <p:ph idx="1" type="body"/>
          </p:nvPr>
        </p:nvSpPr>
        <p:spPr>
          <a:xfrm>
            <a:off x="457200" y="1200150"/>
            <a:ext cx="8229600" cy="3394500"/>
          </a:xfrm>
          <a:prstGeom prst="rect">
            <a:avLst/>
          </a:prstGeom>
          <a:noFill/>
          <a:ln>
            <a:noFill/>
          </a:ln>
        </p:spPr>
        <p:txBody>
          <a:bodyPr anchorCtr="0" anchor="t" bIns="91425" lIns="91425" spcFirstLastPara="1" rIns="91425" wrap="square" tIns="91425">
            <a:noAutofit/>
          </a:bodyPr>
          <a:lstStyle>
            <a:lvl1pPr indent="-431800" lvl="0" marL="457200" marR="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3" name="Google Shape;183;p30"/>
          <p:cNvSpPr txBox="1"/>
          <p:nvPr>
            <p:ph idx="10" type="dt"/>
          </p:nvPr>
        </p:nvSpPr>
        <p:spPr>
          <a:xfrm>
            <a:off x="457200" y="4767263"/>
            <a:ext cx="2133600" cy="2739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0"/>
          <p:cNvSpPr txBox="1"/>
          <p:nvPr>
            <p:ph idx="11" type="ftr"/>
          </p:nvPr>
        </p:nvSpPr>
        <p:spPr>
          <a:xfrm>
            <a:off x="3124200" y="4767263"/>
            <a:ext cx="2895600" cy="2739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5" name="Google Shape;185;p3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2">
    <p:spTree>
      <p:nvGrpSpPr>
        <p:cNvPr id="186" name="Shape 186"/>
        <p:cNvGrpSpPr/>
        <p:nvPr/>
      </p:nvGrpSpPr>
      <p:grpSpPr>
        <a:xfrm>
          <a:off x="0" y="0"/>
          <a:ext cx="0" cy="0"/>
          <a:chOff x="0" y="0"/>
          <a:chExt cx="0" cy="0"/>
        </a:xfrm>
      </p:grpSpPr>
      <p:sp>
        <p:nvSpPr>
          <p:cNvPr id="187" name="Google Shape;187;p31"/>
          <p:cNvSpPr txBox="1"/>
          <p:nvPr>
            <p:ph type="ctrTitle"/>
          </p:nvPr>
        </p:nvSpPr>
        <p:spPr>
          <a:xfrm>
            <a:off x="685800" y="1597819"/>
            <a:ext cx="7772400" cy="11025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88" name="Google Shape;188;p31"/>
          <p:cNvSpPr txBox="1"/>
          <p:nvPr>
            <p:ph idx="1" type="subTitle"/>
          </p:nvPr>
        </p:nvSpPr>
        <p:spPr>
          <a:xfrm>
            <a:off x="1371600" y="2914650"/>
            <a:ext cx="6400800" cy="13146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algn="ctr">
              <a:lnSpc>
                <a:spcPct val="100000"/>
              </a:lnSpc>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algn="ctr">
              <a:lnSpc>
                <a:spcPct val="100000"/>
              </a:lnSpc>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189" name="Google Shape;189;p31"/>
          <p:cNvSpPr txBox="1"/>
          <p:nvPr>
            <p:ph idx="10" type="dt"/>
          </p:nvPr>
        </p:nvSpPr>
        <p:spPr>
          <a:xfrm>
            <a:off x="457200" y="4767263"/>
            <a:ext cx="2133600" cy="2739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0" name="Google Shape;190;p31"/>
          <p:cNvSpPr txBox="1"/>
          <p:nvPr>
            <p:ph idx="11" type="ftr"/>
          </p:nvPr>
        </p:nvSpPr>
        <p:spPr>
          <a:xfrm>
            <a:off x="3124200" y="4767263"/>
            <a:ext cx="2895600" cy="2739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1" name="Google Shape;191;p3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192" name="Shape 192"/>
        <p:cNvGrpSpPr/>
        <p:nvPr/>
      </p:nvGrpSpPr>
      <p:grpSpPr>
        <a:xfrm>
          <a:off x="0" y="0"/>
          <a:ext cx="0" cy="0"/>
          <a:chOff x="0" y="0"/>
          <a:chExt cx="0" cy="0"/>
        </a:xfrm>
      </p:grpSpPr>
      <p:sp>
        <p:nvSpPr>
          <p:cNvPr id="193" name="Google Shape;193;g3fb40b27a13_0_182"/>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198" name="Shape 198"/>
        <p:cNvGrpSpPr/>
        <p:nvPr/>
      </p:nvGrpSpPr>
      <p:grpSpPr>
        <a:xfrm>
          <a:off x="0" y="0"/>
          <a:ext cx="0" cy="0"/>
          <a:chOff x="0" y="0"/>
          <a:chExt cx="0" cy="0"/>
        </a:xfrm>
      </p:grpSpPr>
      <p:pic>
        <p:nvPicPr>
          <p:cNvPr id="199" name="Google Shape;199;g3ea281de57b_0_808"/>
          <p:cNvPicPr preferRelativeResize="0"/>
          <p:nvPr/>
        </p:nvPicPr>
        <p:blipFill rotWithShape="1">
          <a:blip r:embed="rId2">
            <a:alphaModFix/>
          </a:blip>
          <a:srcRect b="0" l="0" r="0" t="0"/>
          <a:stretch/>
        </p:blipFill>
        <p:spPr>
          <a:xfrm>
            <a:off x="0" y="532525"/>
            <a:ext cx="9151202" cy="116700"/>
          </a:xfrm>
          <a:prstGeom prst="rect">
            <a:avLst/>
          </a:prstGeom>
          <a:noFill/>
          <a:ln>
            <a:noFill/>
          </a:ln>
        </p:spPr>
      </p:pic>
      <p:sp>
        <p:nvSpPr>
          <p:cNvPr id="200" name="Google Shape;200;g3ea281de57b_0_808"/>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g3ea281de57b_0_808"/>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02" name="Google Shape;202;g3ea281de57b_0_808"/>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03" name="Google Shape;203;g3ea281de57b_0_808"/>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04" name="Google Shape;204;g3ea281de57b_0_808"/>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EFB"/>
                </a:solidFill>
                <a:latin typeface="Lexend"/>
                <a:ea typeface="Lexend"/>
                <a:cs typeface="Lexend"/>
                <a:sym typeface="Lexend"/>
              </a:rPr>
              <a:t>Explanation</a:t>
            </a:r>
            <a:endParaRPr b="1" i="0" sz="900" u="none" cap="none" strike="noStrike">
              <a:solidFill>
                <a:srgbClr val="F3EEFB"/>
              </a:solidFill>
              <a:latin typeface="Lexend"/>
              <a:ea typeface="Lexend"/>
              <a:cs typeface="Lexend"/>
              <a:sym typeface="Lexen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205" name="Shape 205"/>
        <p:cNvGrpSpPr/>
        <p:nvPr/>
      </p:nvGrpSpPr>
      <p:grpSpPr>
        <a:xfrm>
          <a:off x="0" y="0"/>
          <a:ext cx="0" cy="0"/>
          <a:chOff x="0" y="0"/>
          <a:chExt cx="0" cy="0"/>
        </a:xfrm>
      </p:grpSpPr>
      <p:sp>
        <p:nvSpPr>
          <p:cNvPr id="206" name="Google Shape;206;g3ea281de57b_0_815"/>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207" name="Shape 207"/>
        <p:cNvGrpSpPr/>
        <p:nvPr/>
      </p:nvGrpSpPr>
      <p:grpSpPr>
        <a:xfrm>
          <a:off x="0" y="0"/>
          <a:ext cx="0" cy="0"/>
          <a:chOff x="0" y="0"/>
          <a:chExt cx="0" cy="0"/>
        </a:xfrm>
      </p:grpSpPr>
      <p:pic>
        <p:nvPicPr>
          <p:cNvPr id="208" name="Google Shape;208;g3ea281de57b_0_817"/>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209" name="Google Shape;209;g3ea281de57b_0_81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g3ea281de57b_0_817"/>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11" name="Google Shape;211;g3ea281de57b_0_81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12" name="Google Shape;212;g3ea281de57b_0_81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213" name="Google Shape;213;g3ea281de57b_0_817"/>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4" name="Google Shape;214;g3ea281de57b_0_817"/>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15" name="Google Shape;215;g3ea281de57b_0_817"/>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16" name="Google Shape;216;g3ea281de57b_0_817"/>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17" name="Google Shape;217;g3ea281de57b_0_817"/>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218" name="Google Shape;218;g3ea281de57b_0_817"/>
          <p:cNvGrpSpPr/>
          <p:nvPr/>
        </p:nvGrpSpPr>
        <p:grpSpPr>
          <a:xfrm>
            <a:off x="323653" y="1652038"/>
            <a:ext cx="457200" cy="457200"/>
            <a:chOff x="1020916" y="1442088"/>
            <a:chExt cx="457200" cy="457200"/>
          </a:xfrm>
        </p:grpSpPr>
        <p:pic>
          <p:nvPicPr>
            <p:cNvPr id="219" name="Google Shape;219;g3ea281de57b_0_81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20" name="Google Shape;220;g3ea281de57b_0_81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21" name="Google Shape;221;g3ea281de57b_0_817"/>
          <p:cNvGrpSpPr/>
          <p:nvPr/>
        </p:nvGrpSpPr>
        <p:grpSpPr>
          <a:xfrm>
            <a:off x="323653" y="2461775"/>
            <a:ext cx="457200" cy="457200"/>
            <a:chOff x="1020916" y="1442088"/>
            <a:chExt cx="457200" cy="457200"/>
          </a:xfrm>
        </p:grpSpPr>
        <p:pic>
          <p:nvPicPr>
            <p:cNvPr id="222" name="Google Shape;222;g3ea281de57b_0_81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23" name="Google Shape;223;g3ea281de57b_0_81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224" name="Google Shape;224;g3ea281de57b_0_817"/>
          <p:cNvGrpSpPr/>
          <p:nvPr/>
        </p:nvGrpSpPr>
        <p:grpSpPr>
          <a:xfrm>
            <a:off x="323641" y="3271838"/>
            <a:ext cx="457200" cy="457200"/>
            <a:chOff x="1020916" y="1442088"/>
            <a:chExt cx="457200" cy="457200"/>
          </a:xfrm>
        </p:grpSpPr>
        <p:pic>
          <p:nvPicPr>
            <p:cNvPr id="225" name="Google Shape;225;g3ea281de57b_0_81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26" name="Google Shape;226;g3ea281de57b_0_81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227" name="Google Shape;227;g3ea281de57b_0_817"/>
          <p:cNvGrpSpPr/>
          <p:nvPr/>
        </p:nvGrpSpPr>
        <p:grpSpPr>
          <a:xfrm>
            <a:off x="323641" y="4081763"/>
            <a:ext cx="457200" cy="457200"/>
            <a:chOff x="1020916" y="1442088"/>
            <a:chExt cx="457200" cy="457200"/>
          </a:xfrm>
        </p:grpSpPr>
        <p:pic>
          <p:nvPicPr>
            <p:cNvPr id="228" name="Google Shape;228;g3ea281de57b_0_81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29" name="Google Shape;229;g3ea281de57b_0_81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230" name="Shape 230"/>
        <p:cNvGrpSpPr/>
        <p:nvPr/>
      </p:nvGrpSpPr>
      <p:grpSpPr>
        <a:xfrm>
          <a:off x="0" y="0"/>
          <a:ext cx="0" cy="0"/>
          <a:chOff x="0" y="0"/>
          <a:chExt cx="0" cy="0"/>
        </a:xfrm>
      </p:grpSpPr>
      <p:pic>
        <p:nvPicPr>
          <p:cNvPr id="231" name="Google Shape;231;g3ea281de57b_0_840"/>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232" name="Google Shape;232;g3ea281de57b_0_8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g3ea281de57b_0_840"/>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34" name="Google Shape;234;g3ea281de57b_0_8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35" name="Google Shape;235;g3ea281de57b_0_8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236" name="Google Shape;236;g3ea281de57b_0_840"/>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7" name="Google Shape;237;g3ea281de57b_0_840"/>
          <p:cNvSpPr/>
          <p:nvPr>
            <p:ph idx="3" type="pic"/>
          </p:nvPr>
        </p:nvSpPr>
        <p:spPr>
          <a:xfrm>
            <a:off x="324000" y="1893950"/>
            <a:ext cx="2555400" cy="1939500"/>
          </a:xfrm>
          <a:prstGeom prst="rect">
            <a:avLst/>
          </a:prstGeom>
          <a:noFill/>
          <a:ln>
            <a:noFill/>
          </a:ln>
        </p:spPr>
      </p:sp>
      <p:sp>
        <p:nvSpPr>
          <p:cNvPr id="238" name="Google Shape;238;g3ea281de57b_0_840"/>
          <p:cNvSpPr/>
          <p:nvPr>
            <p:ph idx="4" type="pic"/>
          </p:nvPr>
        </p:nvSpPr>
        <p:spPr>
          <a:xfrm>
            <a:off x="6256800" y="1893950"/>
            <a:ext cx="2555400" cy="1939500"/>
          </a:xfrm>
          <a:prstGeom prst="rect">
            <a:avLst/>
          </a:prstGeom>
          <a:noFill/>
          <a:ln>
            <a:noFill/>
          </a:ln>
        </p:spPr>
      </p:sp>
      <p:sp>
        <p:nvSpPr>
          <p:cNvPr id="239" name="Google Shape;239;g3ea281de57b_0_840"/>
          <p:cNvSpPr/>
          <p:nvPr>
            <p:ph idx="5" type="pic"/>
          </p:nvPr>
        </p:nvSpPr>
        <p:spPr>
          <a:xfrm>
            <a:off x="3294300" y="1893950"/>
            <a:ext cx="2555400" cy="1939500"/>
          </a:xfrm>
          <a:prstGeom prst="rect">
            <a:avLst/>
          </a:prstGeom>
          <a:noFill/>
          <a:ln>
            <a:noFill/>
          </a:ln>
        </p:spPr>
      </p:sp>
      <p:grpSp>
        <p:nvGrpSpPr>
          <p:cNvPr id="240" name="Google Shape;240;g3ea281de57b_0_840"/>
          <p:cNvGrpSpPr/>
          <p:nvPr/>
        </p:nvGrpSpPr>
        <p:grpSpPr>
          <a:xfrm>
            <a:off x="1381028" y="4148538"/>
            <a:ext cx="457200" cy="457200"/>
            <a:chOff x="1020916" y="1442088"/>
            <a:chExt cx="457200" cy="457200"/>
          </a:xfrm>
        </p:grpSpPr>
        <p:pic>
          <p:nvPicPr>
            <p:cNvPr id="241" name="Google Shape;241;g3ea281de57b_0_84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2" name="Google Shape;242;g3ea281de57b_0_8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43" name="Google Shape;243;g3ea281de57b_0_840"/>
          <p:cNvGrpSpPr/>
          <p:nvPr/>
        </p:nvGrpSpPr>
        <p:grpSpPr>
          <a:xfrm>
            <a:off x="4331066" y="4148550"/>
            <a:ext cx="457200" cy="457200"/>
            <a:chOff x="1020916" y="1442088"/>
            <a:chExt cx="457200" cy="457200"/>
          </a:xfrm>
        </p:grpSpPr>
        <p:pic>
          <p:nvPicPr>
            <p:cNvPr id="244" name="Google Shape;244;g3ea281de57b_0_84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5" name="Google Shape;245;g3ea281de57b_0_8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246" name="Google Shape;246;g3ea281de57b_0_840"/>
          <p:cNvGrpSpPr/>
          <p:nvPr/>
        </p:nvGrpSpPr>
        <p:grpSpPr>
          <a:xfrm>
            <a:off x="7305791" y="4148538"/>
            <a:ext cx="457200" cy="457200"/>
            <a:chOff x="1020916" y="1442088"/>
            <a:chExt cx="457200" cy="457200"/>
          </a:xfrm>
        </p:grpSpPr>
        <p:pic>
          <p:nvPicPr>
            <p:cNvPr id="247" name="Google Shape;247;g3ea281de57b_0_84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48" name="Google Shape;248;g3ea281de57b_0_8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249" name="Shape 249"/>
        <p:cNvGrpSpPr/>
        <p:nvPr/>
      </p:nvGrpSpPr>
      <p:grpSpPr>
        <a:xfrm>
          <a:off x="0" y="0"/>
          <a:ext cx="0" cy="0"/>
          <a:chOff x="0" y="0"/>
          <a:chExt cx="0" cy="0"/>
        </a:xfrm>
      </p:grpSpPr>
      <p:pic>
        <p:nvPicPr>
          <p:cNvPr id="250" name="Google Shape;250;g3ea281de57b_0_859"/>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251" name="Google Shape;251;g3ea281de57b_0_8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g3ea281de57b_0_859"/>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53" name="Google Shape;253;g3ea281de57b_0_85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54" name="Google Shape;254;g3ea281de57b_0_8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255" name="Google Shape;255;g3ea281de57b_0_859"/>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6" name="Google Shape;256;g3ea281de57b_0_859"/>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57" name="Google Shape;257;g3ea281de57b_0_859"/>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58" name="Google Shape;258;g3ea281de57b_0_859"/>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259" name="Google Shape;259;g3ea281de57b_0_859"/>
          <p:cNvGrpSpPr/>
          <p:nvPr/>
        </p:nvGrpSpPr>
        <p:grpSpPr>
          <a:xfrm>
            <a:off x="323653" y="1804438"/>
            <a:ext cx="457200" cy="457200"/>
            <a:chOff x="1020916" y="1442088"/>
            <a:chExt cx="457200" cy="457200"/>
          </a:xfrm>
        </p:grpSpPr>
        <p:pic>
          <p:nvPicPr>
            <p:cNvPr id="260" name="Google Shape;260;g3ea281de57b_0_85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61" name="Google Shape;261;g3ea281de57b_0_85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62" name="Google Shape;262;g3ea281de57b_0_859"/>
          <p:cNvGrpSpPr/>
          <p:nvPr/>
        </p:nvGrpSpPr>
        <p:grpSpPr>
          <a:xfrm>
            <a:off x="323653" y="2766575"/>
            <a:ext cx="457200" cy="457200"/>
            <a:chOff x="1020916" y="1442088"/>
            <a:chExt cx="457200" cy="457200"/>
          </a:xfrm>
        </p:grpSpPr>
        <p:pic>
          <p:nvPicPr>
            <p:cNvPr id="263" name="Google Shape;263;g3ea281de57b_0_85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64" name="Google Shape;264;g3ea281de57b_0_85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265" name="Google Shape;265;g3ea281de57b_0_859"/>
          <p:cNvGrpSpPr/>
          <p:nvPr/>
        </p:nvGrpSpPr>
        <p:grpSpPr>
          <a:xfrm>
            <a:off x="323641" y="3729038"/>
            <a:ext cx="457200" cy="457200"/>
            <a:chOff x="1020916" y="1442088"/>
            <a:chExt cx="457200" cy="457200"/>
          </a:xfrm>
        </p:grpSpPr>
        <p:pic>
          <p:nvPicPr>
            <p:cNvPr id="266" name="Google Shape;266;g3ea281de57b_0_85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267" name="Google Shape;267;g3ea281de57b_0_85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68" name="Shape 268"/>
        <p:cNvGrpSpPr/>
        <p:nvPr/>
      </p:nvGrpSpPr>
      <p:grpSpPr>
        <a:xfrm>
          <a:off x="0" y="0"/>
          <a:ext cx="0" cy="0"/>
          <a:chOff x="0" y="0"/>
          <a:chExt cx="0" cy="0"/>
        </a:xfrm>
      </p:grpSpPr>
      <p:pic>
        <p:nvPicPr>
          <p:cNvPr id="269" name="Google Shape;269;g3ea281de57b_0_878"/>
          <p:cNvPicPr preferRelativeResize="0"/>
          <p:nvPr/>
        </p:nvPicPr>
        <p:blipFill rotWithShape="1">
          <a:blip r:embed="rId2">
            <a:alphaModFix/>
          </a:blip>
          <a:srcRect b="0" l="0" r="0" t="0"/>
          <a:stretch/>
        </p:blipFill>
        <p:spPr>
          <a:xfrm>
            <a:off x="2429763" y="1780516"/>
            <a:ext cx="457425" cy="457425"/>
          </a:xfrm>
          <a:prstGeom prst="rect">
            <a:avLst/>
          </a:prstGeom>
          <a:noFill/>
          <a:ln>
            <a:noFill/>
          </a:ln>
        </p:spPr>
      </p:pic>
      <p:pic>
        <p:nvPicPr>
          <p:cNvPr id="270" name="Google Shape;270;g3ea281de57b_0_878"/>
          <p:cNvPicPr preferRelativeResize="0"/>
          <p:nvPr/>
        </p:nvPicPr>
        <p:blipFill rotWithShape="1">
          <a:blip r:embed="rId2">
            <a:alphaModFix/>
          </a:blip>
          <a:srcRect b="0" l="0" r="0" t="0"/>
          <a:stretch/>
        </p:blipFill>
        <p:spPr>
          <a:xfrm>
            <a:off x="4823988" y="1780516"/>
            <a:ext cx="457425" cy="457425"/>
          </a:xfrm>
          <a:prstGeom prst="rect">
            <a:avLst/>
          </a:prstGeom>
          <a:noFill/>
          <a:ln>
            <a:noFill/>
          </a:ln>
        </p:spPr>
      </p:pic>
      <p:pic>
        <p:nvPicPr>
          <p:cNvPr id="271" name="Google Shape;271;g3ea281de57b_0_878"/>
          <p:cNvPicPr preferRelativeResize="0"/>
          <p:nvPr/>
        </p:nvPicPr>
        <p:blipFill rotWithShape="1">
          <a:blip r:embed="rId3">
            <a:alphaModFix/>
          </a:blip>
          <a:srcRect b="0" l="0" r="0" t="0"/>
          <a:stretch/>
        </p:blipFill>
        <p:spPr>
          <a:xfrm>
            <a:off x="0" y="532525"/>
            <a:ext cx="9151202" cy="116709"/>
          </a:xfrm>
          <a:prstGeom prst="rect">
            <a:avLst/>
          </a:prstGeom>
          <a:noFill/>
          <a:ln>
            <a:noFill/>
          </a:ln>
        </p:spPr>
      </p:pic>
      <p:sp>
        <p:nvSpPr>
          <p:cNvPr id="272" name="Google Shape;272;g3ea281de57b_0_87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g3ea281de57b_0_87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274" name="Google Shape;274;g3ea281de57b_0_87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275" name="Google Shape;275;g3ea281de57b_0_87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276" name="Google Shape;276;g3ea281de57b_0_878"/>
          <p:cNvSpPr txBox="1"/>
          <p:nvPr>
            <p:ph idx="1"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77" name="Google Shape;277;g3ea281de57b_0_878"/>
          <p:cNvSpPr txBox="1"/>
          <p:nvPr>
            <p:ph idx="2"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78" name="Google Shape;278;g3ea281de57b_0_87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sp>
        <p:nvSpPr>
          <p:cNvPr id="279" name="Google Shape;279;g3ea281de57b_0_878"/>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280" name="Google Shape;280;g3ea281de57b_0_87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281" name="Google Shape;281;g3ea281de57b_0_87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pic>
        <p:nvPicPr>
          <p:cNvPr id="282" name="Google Shape;282;g3ea281de57b_0_87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283" name="Google Shape;283;g3ea281de57b_0_87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EFB"/>
                </a:solidFill>
                <a:latin typeface="Lexend"/>
                <a:ea typeface="Lexend"/>
                <a:cs typeface="Lexend"/>
                <a:sym typeface="Lexend"/>
              </a:rPr>
              <a:t>Check</a:t>
            </a:r>
            <a:endParaRPr b="1" i="0" sz="900" u="none" cap="none" strike="noStrike">
              <a:solidFill>
                <a:srgbClr val="F3EEFB"/>
              </a:solidFill>
              <a:latin typeface="Lexend"/>
              <a:ea typeface="Lexend"/>
              <a:cs typeface="Lexend"/>
              <a:sym typeface="Lexend"/>
            </a:endParaRPr>
          </a:p>
        </p:txBody>
      </p:sp>
      <p:sp>
        <p:nvSpPr>
          <p:cNvPr id="284" name="Google Shape;284;g3ea281de57b_0_878"/>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285" name="Google Shape;285;g3ea281de57b_0_878"/>
          <p:cNvGrpSpPr/>
          <p:nvPr/>
        </p:nvGrpSpPr>
        <p:grpSpPr>
          <a:xfrm>
            <a:off x="324128" y="3139463"/>
            <a:ext cx="457200" cy="457200"/>
            <a:chOff x="1020916" y="1442088"/>
            <a:chExt cx="457200" cy="457200"/>
          </a:xfrm>
        </p:grpSpPr>
        <p:pic>
          <p:nvPicPr>
            <p:cNvPr id="286" name="Google Shape;286;g3ea281de57b_0_878"/>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287" name="Google Shape;287;g3ea281de57b_0_87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288" name="Google Shape;288;g3ea281de57b_0_878"/>
          <p:cNvGrpSpPr/>
          <p:nvPr/>
        </p:nvGrpSpPr>
        <p:grpSpPr>
          <a:xfrm>
            <a:off x="324128" y="3987825"/>
            <a:ext cx="457200" cy="457200"/>
            <a:chOff x="1020916" y="1442088"/>
            <a:chExt cx="457200" cy="457200"/>
          </a:xfrm>
        </p:grpSpPr>
        <p:pic>
          <p:nvPicPr>
            <p:cNvPr id="289" name="Google Shape;289;g3ea281de57b_0_878"/>
            <p:cNvPicPr preferRelativeResize="0"/>
            <p:nvPr/>
          </p:nvPicPr>
          <p:blipFill rotWithShape="1">
            <a:blip r:embed="rId5">
              <a:alphaModFix/>
            </a:blip>
            <a:srcRect b="0" l="0" r="0" t="0"/>
            <a:stretch/>
          </p:blipFill>
          <p:spPr>
            <a:xfrm>
              <a:off x="1020916" y="1442088"/>
              <a:ext cx="457200" cy="457200"/>
            </a:xfrm>
            <a:prstGeom prst="rect">
              <a:avLst/>
            </a:prstGeom>
            <a:noFill/>
            <a:ln>
              <a:noFill/>
            </a:ln>
          </p:spPr>
        </p:pic>
        <p:sp>
          <p:nvSpPr>
            <p:cNvPr id="290" name="Google Shape;290;g3ea281de57b_0_87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1">
  <p:cSld name="TITLE_AND_TWO_COLUMNS_1_1_5_1_3_1_1_2">
    <p:spTree>
      <p:nvGrpSpPr>
        <p:cNvPr id="291" name="Shape 291"/>
        <p:cNvGrpSpPr/>
        <p:nvPr/>
      </p:nvGrpSpPr>
      <p:grpSpPr>
        <a:xfrm>
          <a:off x="0" y="0"/>
          <a:ext cx="0" cy="0"/>
          <a:chOff x="0" y="0"/>
          <a:chExt cx="0" cy="0"/>
        </a:xfrm>
      </p:grpSpPr>
      <p:pic>
        <p:nvPicPr>
          <p:cNvPr id="292" name="Google Shape;292;g3ea281de57b_0_901"/>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293" name="Google Shape;293;g3ea281de57b_0_90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g3ea281de57b_0_901"/>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295" name="Google Shape;295;g3ea281de57b_0_901"/>
          <p:cNvSpPr txBox="1"/>
          <p:nvPr/>
        </p:nvSpPr>
        <p:spPr>
          <a:xfrm>
            <a:off x="324000" y="45525"/>
            <a:ext cx="10803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Lexend"/>
                <a:ea typeface="Lexend"/>
                <a:cs typeface="Lexend"/>
                <a:sym typeface="Lexend"/>
              </a:rPr>
              <a:t>Task A</a:t>
            </a:r>
            <a:endParaRPr b="1" i="0" sz="2000" u="none" cap="none" strike="noStrike">
              <a:solidFill>
                <a:schemeClr val="lt1"/>
              </a:solidFill>
              <a:latin typeface="Lexend"/>
              <a:ea typeface="Lexend"/>
              <a:cs typeface="Lexend"/>
              <a:sym typeface="Lexend"/>
            </a:endParaRPr>
          </a:p>
        </p:txBody>
      </p:sp>
      <p:sp>
        <p:nvSpPr>
          <p:cNvPr id="296" name="Google Shape;296;g3ea281de57b_0_901"/>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30000"/>
              </a:lnSpc>
              <a:spcBef>
                <a:spcPts val="1000"/>
              </a:spcBef>
              <a:spcAft>
                <a:spcPts val="0"/>
              </a:spcAft>
              <a:buClr>
                <a:schemeClr val="lt1"/>
              </a:buClr>
              <a:buSzPts val="2100"/>
              <a:buNone/>
              <a:defRPr>
                <a:solidFill>
                  <a:schemeClr val="lt1"/>
                </a:solidFill>
              </a:defRPr>
            </a:lvl2pPr>
            <a:lvl3pPr lvl="2" algn="l">
              <a:lnSpc>
                <a:spcPct val="130000"/>
              </a:lnSpc>
              <a:spcBef>
                <a:spcPts val="1000"/>
              </a:spcBef>
              <a:spcAft>
                <a:spcPts val="0"/>
              </a:spcAft>
              <a:buClr>
                <a:schemeClr val="lt1"/>
              </a:buClr>
              <a:buSzPts val="2000"/>
              <a:buNone/>
              <a:defRPr>
                <a:solidFill>
                  <a:schemeClr val="lt1"/>
                </a:solidFill>
              </a:defRPr>
            </a:lvl3pPr>
            <a:lvl4pPr lvl="3" algn="l">
              <a:lnSpc>
                <a:spcPct val="130000"/>
              </a:lnSpc>
              <a:spcBef>
                <a:spcPts val="800"/>
              </a:spcBef>
              <a:spcAft>
                <a:spcPts val="0"/>
              </a:spcAft>
              <a:buClr>
                <a:schemeClr val="lt1"/>
              </a:buClr>
              <a:buSzPts val="1900"/>
              <a:buNone/>
              <a:defRPr>
                <a:solidFill>
                  <a:schemeClr val="lt1"/>
                </a:solidFill>
              </a:defRPr>
            </a:lvl4pPr>
            <a:lvl5pPr lvl="4" algn="l">
              <a:lnSpc>
                <a:spcPct val="130000"/>
              </a:lnSpc>
              <a:spcBef>
                <a:spcPts val="800"/>
              </a:spcBef>
              <a:spcAft>
                <a:spcPts val="0"/>
              </a:spcAft>
              <a:buClr>
                <a:schemeClr val="lt1"/>
              </a:buClr>
              <a:buSzPts val="1800"/>
              <a:buNone/>
              <a:defRPr>
                <a:solidFill>
                  <a:schemeClr val="lt1"/>
                </a:solidFill>
              </a:defRPr>
            </a:lvl5pPr>
            <a:lvl6pPr lvl="5" algn="l">
              <a:lnSpc>
                <a:spcPct val="130000"/>
              </a:lnSpc>
              <a:spcBef>
                <a:spcPts val="600"/>
              </a:spcBef>
              <a:spcAft>
                <a:spcPts val="0"/>
              </a:spcAft>
              <a:buClr>
                <a:schemeClr val="lt1"/>
              </a:buClr>
              <a:buSzPts val="1800"/>
              <a:buNone/>
              <a:defRPr>
                <a:solidFill>
                  <a:schemeClr val="lt1"/>
                </a:solidFill>
              </a:defRPr>
            </a:lvl6pPr>
            <a:lvl7pPr lvl="6" algn="l">
              <a:lnSpc>
                <a:spcPct val="130000"/>
              </a:lnSpc>
              <a:spcBef>
                <a:spcPts val="600"/>
              </a:spcBef>
              <a:spcAft>
                <a:spcPts val="0"/>
              </a:spcAft>
              <a:buClr>
                <a:schemeClr val="lt1"/>
              </a:buClr>
              <a:buSzPts val="1800"/>
              <a:buNone/>
              <a:defRPr>
                <a:solidFill>
                  <a:schemeClr val="lt1"/>
                </a:solidFill>
              </a:defRPr>
            </a:lvl7pPr>
            <a:lvl8pPr lvl="7" algn="l">
              <a:lnSpc>
                <a:spcPct val="130000"/>
              </a:lnSpc>
              <a:spcBef>
                <a:spcPts val="400"/>
              </a:spcBef>
              <a:spcAft>
                <a:spcPts val="0"/>
              </a:spcAft>
              <a:buClr>
                <a:schemeClr val="lt1"/>
              </a:buClr>
              <a:buSzPts val="1800"/>
              <a:buNone/>
              <a:defRPr>
                <a:solidFill>
                  <a:schemeClr val="lt1"/>
                </a:solidFill>
              </a:defRPr>
            </a:lvl8pPr>
            <a:lvl9pPr lvl="8" algn="l">
              <a:lnSpc>
                <a:spcPct val="130000"/>
              </a:lnSpc>
              <a:spcBef>
                <a:spcPts val="400"/>
              </a:spcBef>
              <a:spcAft>
                <a:spcPts val="200"/>
              </a:spcAft>
              <a:buClr>
                <a:schemeClr val="lt1"/>
              </a:buClr>
              <a:buSzPts val="1800"/>
              <a:buNone/>
              <a:defRPr>
                <a:solidFill>
                  <a:schemeClr val="lt1"/>
                </a:solidFill>
              </a:defRPr>
            </a:lvl9pPr>
          </a:lstStyle>
          <a:p/>
        </p:txBody>
      </p:sp>
      <p:pic>
        <p:nvPicPr>
          <p:cNvPr id="297" name="Google Shape;297;g3ea281de57b_0_90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298" name="Google Shape;298;g3ea281de57b_0_90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1">
  <p:cSld name="TITLE_AND_TWO_COLUMNS_1_1_5_1_3_1_1_1_2">
    <p:bg>
      <p:bgPr>
        <a:solidFill>
          <a:srgbClr val="F3EEFB"/>
        </a:solidFill>
      </p:bgPr>
    </p:bg>
    <p:spTree>
      <p:nvGrpSpPr>
        <p:cNvPr id="299" name="Shape 299"/>
        <p:cNvGrpSpPr/>
        <p:nvPr/>
      </p:nvGrpSpPr>
      <p:grpSpPr>
        <a:xfrm>
          <a:off x="0" y="0"/>
          <a:ext cx="0" cy="0"/>
          <a:chOff x="0" y="0"/>
          <a:chExt cx="0" cy="0"/>
        </a:xfrm>
      </p:grpSpPr>
      <p:pic>
        <p:nvPicPr>
          <p:cNvPr id="300" name="Google Shape;300;g3ea281de57b_0_909"/>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301" name="Google Shape;301;g3ea281de57b_0_90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g3ea281de57b_0_909"/>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303" name="Google Shape;303;g3ea281de57b_0_909"/>
          <p:cNvSpPr txBox="1"/>
          <p:nvPr/>
        </p:nvSpPr>
        <p:spPr>
          <a:xfrm>
            <a:off x="324000" y="45525"/>
            <a:ext cx="10929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Lexend"/>
                <a:ea typeface="Lexend"/>
                <a:cs typeface="Lexend"/>
                <a:sym typeface="Lexend"/>
              </a:rPr>
              <a:t>Task A</a:t>
            </a:r>
            <a:endParaRPr b="1" i="0" sz="2000" u="none" cap="none" strike="noStrike">
              <a:solidFill>
                <a:schemeClr val="lt1"/>
              </a:solidFill>
              <a:latin typeface="Lexend"/>
              <a:ea typeface="Lexend"/>
              <a:cs typeface="Lexend"/>
              <a:sym typeface="Lexend"/>
            </a:endParaRPr>
          </a:p>
        </p:txBody>
      </p:sp>
      <p:sp>
        <p:nvSpPr>
          <p:cNvPr id="304" name="Google Shape;304;g3ea281de57b_0_909"/>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30000"/>
              </a:lnSpc>
              <a:spcBef>
                <a:spcPts val="1000"/>
              </a:spcBef>
              <a:spcAft>
                <a:spcPts val="0"/>
              </a:spcAft>
              <a:buClr>
                <a:schemeClr val="lt1"/>
              </a:buClr>
              <a:buSzPts val="2100"/>
              <a:buNone/>
              <a:defRPr>
                <a:solidFill>
                  <a:schemeClr val="lt1"/>
                </a:solidFill>
              </a:defRPr>
            </a:lvl2pPr>
            <a:lvl3pPr lvl="2" algn="l">
              <a:lnSpc>
                <a:spcPct val="130000"/>
              </a:lnSpc>
              <a:spcBef>
                <a:spcPts val="1000"/>
              </a:spcBef>
              <a:spcAft>
                <a:spcPts val="0"/>
              </a:spcAft>
              <a:buClr>
                <a:schemeClr val="lt1"/>
              </a:buClr>
              <a:buSzPts val="2000"/>
              <a:buNone/>
              <a:defRPr>
                <a:solidFill>
                  <a:schemeClr val="lt1"/>
                </a:solidFill>
              </a:defRPr>
            </a:lvl3pPr>
            <a:lvl4pPr lvl="3" algn="l">
              <a:lnSpc>
                <a:spcPct val="130000"/>
              </a:lnSpc>
              <a:spcBef>
                <a:spcPts val="800"/>
              </a:spcBef>
              <a:spcAft>
                <a:spcPts val="0"/>
              </a:spcAft>
              <a:buClr>
                <a:schemeClr val="lt1"/>
              </a:buClr>
              <a:buSzPts val="1900"/>
              <a:buNone/>
              <a:defRPr>
                <a:solidFill>
                  <a:schemeClr val="lt1"/>
                </a:solidFill>
              </a:defRPr>
            </a:lvl4pPr>
            <a:lvl5pPr lvl="4" algn="l">
              <a:lnSpc>
                <a:spcPct val="130000"/>
              </a:lnSpc>
              <a:spcBef>
                <a:spcPts val="800"/>
              </a:spcBef>
              <a:spcAft>
                <a:spcPts val="0"/>
              </a:spcAft>
              <a:buClr>
                <a:schemeClr val="lt1"/>
              </a:buClr>
              <a:buSzPts val="1800"/>
              <a:buNone/>
              <a:defRPr>
                <a:solidFill>
                  <a:schemeClr val="lt1"/>
                </a:solidFill>
              </a:defRPr>
            </a:lvl5pPr>
            <a:lvl6pPr lvl="5" algn="l">
              <a:lnSpc>
                <a:spcPct val="130000"/>
              </a:lnSpc>
              <a:spcBef>
                <a:spcPts val="600"/>
              </a:spcBef>
              <a:spcAft>
                <a:spcPts val="0"/>
              </a:spcAft>
              <a:buClr>
                <a:schemeClr val="lt1"/>
              </a:buClr>
              <a:buSzPts val="1800"/>
              <a:buNone/>
              <a:defRPr>
                <a:solidFill>
                  <a:schemeClr val="lt1"/>
                </a:solidFill>
              </a:defRPr>
            </a:lvl6pPr>
            <a:lvl7pPr lvl="6" algn="l">
              <a:lnSpc>
                <a:spcPct val="130000"/>
              </a:lnSpc>
              <a:spcBef>
                <a:spcPts val="600"/>
              </a:spcBef>
              <a:spcAft>
                <a:spcPts val="0"/>
              </a:spcAft>
              <a:buClr>
                <a:schemeClr val="lt1"/>
              </a:buClr>
              <a:buSzPts val="1800"/>
              <a:buNone/>
              <a:defRPr>
                <a:solidFill>
                  <a:schemeClr val="lt1"/>
                </a:solidFill>
              </a:defRPr>
            </a:lvl7pPr>
            <a:lvl8pPr lvl="7" algn="l">
              <a:lnSpc>
                <a:spcPct val="130000"/>
              </a:lnSpc>
              <a:spcBef>
                <a:spcPts val="400"/>
              </a:spcBef>
              <a:spcAft>
                <a:spcPts val="0"/>
              </a:spcAft>
              <a:buClr>
                <a:schemeClr val="lt1"/>
              </a:buClr>
              <a:buSzPts val="1800"/>
              <a:buNone/>
              <a:defRPr>
                <a:solidFill>
                  <a:schemeClr val="lt1"/>
                </a:solidFill>
              </a:defRPr>
            </a:lvl8pPr>
            <a:lvl9pPr lvl="8" algn="l">
              <a:lnSpc>
                <a:spcPct val="130000"/>
              </a:lnSpc>
              <a:spcBef>
                <a:spcPts val="400"/>
              </a:spcBef>
              <a:spcAft>
                <a:spcPts val="200"/>
              </a:spcAft>
              <a:buClr>
                <a:schemeClr val="lt1"/>
              </a:buClr>
              <a:buSzPts val="1800"/>
              <a:buNone/>
              <a:defRPr>
                <a:solidFill>
                  <a:schemeClr val="lt1"/>
                </a:solidFill>
              </a:defRPr>
            </a:lvl9pPr>
          </a:lstStyle>
          <a:p/>
        </p:txBody>
      </p:sp>
      <p:pic>
        <p:nvPicPr>
          <p:cNvPr id="305" name="Google Shape;305;g3ea281de57b_0_90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06" name="Google Shape;306;g3ea281de57b_0_90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EFB"/>
                </a:solidFill>
                <a:latin typeface="Lexend"/>
                <a:ea typeface="Lexend"/>
                <a:cs typeface="Lexend"/>
                <a:sym typeface="Lexend"/>
              </a:rPr>
              <a:t>Feedback</a:t>
            </a:r>
            <a:endParaRPr b="1" i="0" sz="900" u="none" cap="none" strike="noStrike">
              <a:solidFill>
                <a:srgbClr val="F3EEFB"/>
              </a:solidFill>
              <a:latin typeface="Lexend"/>
              <a:ea typeface="Lexend"/>
              <a:cs typeface="Lexend"/>
              <a:sym typeface="Lexen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07" name="Shape 307"/>
        <p:cNvGrpSpPr/>
        <p:nvPr/>
      </p:nvGrpSpPr>
      <p:grpSpPr>
        <a:xfrm>
          <a:off x="0" y="0"/>
          <a:ext cx="0" cy="0"/>
          <a:chOff x="0" y="0"/>
          <a:chExt cx="0" cy="0"/>
        </a:xfrm>
      </p:grpSpPr>
      <p:pic>
        <p:nvPicPr>
          <p:cNvPr id="308" name="Google Shape;308;g3ea281de57b_0_917"/>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309" name="Google Shape;309;g3ea281de57b_0_91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3ea281de57b_0_917"/>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311" name="Google Shape;311;g3ea281de57b_0_917"/>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Explanation</a:t>
            </a:r>
            <a:endParaRPr b="1" i="0" sz="900" u="none" cap="none" strike="noStrike">
              <a:solidFill>
                <a:srgbClr val="FAEAF6"/>
              </a:solidFill>
              <a:latin typeface="Lexend"/>
              <a:ea typeface="Lexend"/>
              <a:cs typeface="Lexend"/>
              <a:sym typeface="Lexend"/>
            </a:endParaRPr>
          </a:p>
        </p:txBody>
      </p:sp>
      <p:sp>
        <p:nvSpPr>
          <p:cNvPr id="312" name="Google Shape;312;g3ea281de57b_0_917"/>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13" name="Google Shape;313;g3ea281de57b_0_917"/>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4" name="Shape 314"/>
        <p:cNvGrpSpPr/>
        <p:nvPr/>
      </p:nvGrpSpPr>
      <p:grpSpPr>
        <a:xfrm>
          <a:off x="0" y="0"/>
          <a:ext cx="0" cy="0"/>
          <a:chOff x="0" y="0"/>
          <a:chExt cx="0" cy="0"/>
        </a:xfrm>
      </p:grpSpPr>
      <p:sp>
        <p:nvSpPr>
          <p:cNvPr id="315" name="Google Shape;315;g3ea281de57b_0_924"/>
          <p:cNvSpPr txBox="1"/>
          <p:nvPr>
            <p:ph type="title"/>
          </p:nvPr>
        </p:nvSpPr>
        <p:spPr>
          <a:xfrm>
            <a:off x="199660" y="135268"/>
            <a:ext cx="87825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FFC000"/>
              </a:buClr>
              <a:buSzPts val="3200"/>
              <a:buFont typeface="Comic Sans MS"/>
              <a:buNone/>
              <a:defRPr>
                <a:solidFill>
                  <a:srgbClr val="FFC000"/>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6" name="Google Shape;316;g3ea281de57b_0_924"/>
          <p:cNvSpPr txBox="1"/>
          <p:nvPr>
            <p:ph idx="1" type="body"/>
          </p:nvPr>
        </p:nvSpPr>
        <p:spPr>
          <a:xfrm>
            <a:off x="199660" y="1346250"/>
            <a:ext cx="8782500" cy="3263400"/>
          </a:xfrm>
          <a:prstGeom prst="rect">
            <a:avLst/>
          </a:prstGeom>
          <a:noFill/>
          <a:ln>
            <a:noFill/>
          </a:ln>
        </p:spPr>
        <p:txBody>
          <a:bodyPr anchorCtr="0" anchor="t" bIns="34275" lIns="68575" spcFirstLastPara="1" rIns="68575" wrap="square" tIns="34275">
            <a:normAutofit/>
          </a:bodyPr>
          <a:lstStyle>
            <a:lvl1pPr indent="-412750" lvl="0" marL="457200" algn="l">
              <a:lnSpc>
                <a:spcPct val="90000"/>
              </a:lnSpc>
              <a:spcBef>
                <a:spcPts val="700"/>
              </a:spcBef>
              <a:spcAft>
                <a:spcPts val="0"/>
              </a:spcAft>
              <a:buClr>
                <a:schemeClr val="dk1"/>
              </a:buClr>
              <a:buSzPts val="2900"/>
              <a:buChar char="●"/>
              <a:defRPr sz="2900">
                <a:latin typeface="Comic Sans MS"/>
                <a:ea typeface="Comic Sans MS"/>
                <a:cs typeface="Comic Sans MS"/>
                <a:sym typeface="Comic Sans MS"/>
              </a:defRPr>
            </a:lvl1pPr>
            <a:lvl2pPr indent="-387350" lvl="1" marL="914400" algn="l">
              <a:lnSpc>
                <a:spcPct val="90000"/>
              </a:lnSpc>
              <a:spcBef>
                <a:spcPts val="400"/>
              </a:spcBef>
              <a:spcAft>
                <a:spcPts val="0"/>
              </a:spcAft>
              <a:buClr>
                <a:schemeClr val="dk1"/>
              </a:buClr>
              <a:buSzPts val="2500"/>
              <a:buChar char="–"/>
              <a:defRPr sz="2500">
                <a:latin typeface="Comic Sans MS"/>
                <a:ea typeface="Comic Sans MS"/>
                <a:cs typeface="Comic Sans MS"/>
                <a:sym typeface="Comic Sans MS"/>
              </a:defRPr>
            </a:lvl2pPr>
            <a:lvl3pPr indent="-361950" lvl="2" marL="1371600" algn="l">
              <a:lnSpc>
                <a:spcPct val="90000"/>
              </a:lnSpc>
              <a:spcBef>
                <a:spcPts val="400"/>
              </a:spcBef>
              <a:spcAft>
                <a:spcPts val="0"/>
              </a:spcAft>
              <a:buClr>
                <a:schemeClr val="dk1"/>
              </a:buClr>
              <a:buSzPts val="2100"/>
              <a:buChar char="–"/>
              <a:defRPr sz="2100">
                <a:latin typeface="Comic Sans MS"/>
                <a:ea typeface="Comic Sans MS"/>
                <a:cs typeface="Comic Sans MS"/>
                <a:sym typeface="Comic Sans MS"/>
              </a:defRPr>
            </a:lvl3pPr>
            <a:lvl4pPr indent="-342900" lvl="3" marL="1828800" algn="l">
              <a:lnSpc>
                <a:spcPct val="90000"/>
              </a:lnSpc>
              <a:spcBef>
                <a:spcPts val="400"/>
              </a:spcBef>
              <a:spcAft>
                <a:spcPts val="0"/>
              </a:spcAft>
              <a:buClr>
                <a:schemeClr val="dk1"/>
              </a:buClr>
              <a:buSzPts val="1800"/>
              <a:buChar char="–"/>
              <a:defRPr sz="1800">
                <a:latin typeface="Comic Sans MS"/>
                <a:ea typeface="Comic Sans MS"/>
                <a:cs typeface="Comic Sans MS"/>
                <a:sym typeface="Comic Sans MS"/>
              </a:defRPr>
            </a:lvl4pPr>
            <a:lvl5pPr indent="-317500" lvl="4" marL="2286000" algn="l">
              <a:lnSpc>
                <a:spcPct val="90000"/>
              </a:lnSpc>
              <a:spcBef>
                <a:spcPts val="400"/>
              </a:spcBef>
              <a:spcAft>
                <a:spcPts val="0"/>
              </a:spcAft>
              <a:buClr>
                <a:schemeClr val="dk1"/>
              </a:buClr>
              <a:buSzPts val="1400"/>
              <a:buChar char="–"/>
              <a:defRPr sz="1400">
                <a:latin typeface="Comic Sans MS"/>
                <a:ea typeface="Comic Sans MS"/>
                <a:cs typeface="Comic Sans MS"/>
                <a:sym typeface="Comic Sans M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200"/>
              </a:spcAft>
              <a:buClr>
                <a:schemeClr val="dk1"/>
              </a:buClr>
              <a:buSzPts val="1400"/>
              <a:buChar char="–"/>
              <a:defRPr/>
            </a:lvl9pPr>
          </a:lstStyle>
          <a:p/>
        </p:txBody>
      </p:sp>
      <p:sp>
        <p:nvSpPr>
          <p:cNvPr id="317" name="Google Shape;317;g3ea281de57b_0_9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8" name="Google Shape;318;g3ea281de57b_0_9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9" name="Google Shape;319;g3ea281de57b_0_924"/>
          <p:cNvSpPr txBox="1"/>
          <p:nvPr>
            <p:ph idx="12" type="sldNum"/>
          </p:nvPr>
        </p:nvSpPr>
        <p:spPr>
          <a:xfrm>
            <a:off x="6457951"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20" name="Shape 320"/>
        <p:cNvGrpSpPr/>
        <p:nvPr/>
      </p:nvGrpSpPr>
      <p:grpSpPr>
        <a:xfrm>
          <a:off x="0" y="0"/>
          <a:ext cx="0" cy="0"/>
          <a:chOff x="0" y="0"/>
          <a:chExt cx="0" cy="0"/>
        </a:xfrm>
      </p:grpSpPr>
      <p:pic>
        <p:nvPicPr>
          <p:cNvPr id="321" name="Google Shape;321;g3ea281de57b_0_930"/>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322" name="Google Shape;322;g3ea281de57b_0_93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g3ea281de57b_0_930"/>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324" name="Google Shape;324;g3ea281de57b_0_93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Explanation</a:t>
            </a:r>
            <a:endParaRPr b="1" i="0" sz="900" u="none" cap="none" strike="noStrike">
              <a:solidFill>
                <a:srgbClr val="E6F2F2"/>
              </a:solidFill>
              <a:latin typeface="Lexend"/>
              <a:ea typeface="Lexend"/>
              <a:cs typeface="Lexend"/>
              <a:sym typeface="Lexend"/>
            </a:endParaRPr>
          </a:p>
        </p:txBody>
      </p:sp>
      <p:sp>
        <p:nvSpPr>
          <p:cNvPr id="325" name="Google Shape;325;g3ea281de57b_0_93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26" name="Google Shape;326;g3ea281de57b_0_93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327" name="Shape 327"/>
        <p:cNvGrpSpPr/>
        <p:nvPr/>
      </p:nvGrpSpPr>
      <p:grpSpPr>
        <a:xfrm>
          <a:off x="0" y="0"/>
          <a:ext cx="0" cy="0"/>
          <a:chOff x="0" y="0"/>
          <a:chExt cx="0" cy="0"/>
        </a:xfrm>
      </p:grpSpPr>
      <p:pic>
        <p:nvPicPr>
          <p:cNvPr id="328" name="Google Shape;328;g3ea281de57b_0_937"/>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329" name="Google Shape;329;g3ea281de57b_0_9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g3ea281de57b_0_937"/>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31" name="Google Shape;331;g3ea281de57b_0_9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32" name="Google Shape;332;g3ea281de57b_0_9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333" name="Google Shape;333;g3ea281de57b_0_937"/>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4" name="Google Shape;334;g3ea281de57b_0_937"/>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335" name="Google Shape;335;g3ea281de57b_0_937"/>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336" name="Google Shape;336;g3ea281de57b_0_937"/>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337" name="Google Shape;337;g3ea281de57b_0_937"/>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338" name="Google Shape;338;g3ea281de57b_0_937"/>
          <p:cNvGrpSpPr/>
          <p:nvPr/>
        </p:nvGrpSpPr>
        <p:grpSpPr>
          <a:xfrm>
            <a:off x="323653" y="1652038"/>
            <a:ext cx="457200" cy="457200"/>
            <a:chOff x="1020916" y="1442088"/>
            <a:chExt cx="457200" cy="457200"/>
          </a:xfrm>
        </p:grpSpPr>
        <p:pic>
          <p:nvPicPr>
            <p:cNvPr id="339" name="Google Shape;339;g3ea281de57b_0_93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340" name="Google Shape;340;g3ea281de57b_0_9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341" name="Google Shape;341;g3ea281de57b_0_937"/>
          <p:cNvGrpSpPr/>
          <p:nvPr/>
        </p:nvGrpSpPr>
        <p:grpSpPr>
          <a:xfrm>
            <a:off x="323653" y="2461775"/>
            <a:ext cx="457200" cy="457200"/>
            <a:chOff x="1020916" y="1442088"/>
            <a:chExt cx="457200" cy="457200"/>
          </a:xfrm>
        </p:grpSpPr>
        <p:pic>
          <p:nvPicPr>
            <p:cNvPr id="342" name="Google Shape;342;g3ea281de57b_0_93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343" name="Google Shape;343;g3ea281de57b_0_9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344" name="Google Shape;344;g3ea281de57b_0_937"/>
          <p:cNvGrpSpPr/>
          <p:nvPr/>
        </p:nvGrpSpPr>
        <p:grpSpPr>
          <a:xfrm>
            <a:off x="323641" y="3271838"/>
            <a:ext cx="457200" cy="457200"/>
            <a:chOff x="1020916" y="1442088"/>
            <a:chExt cx="457200" cy="457200"/>
          </a:xfrm>
        </p:grpSpPr>
        <p:pic>
          <p:nvPicPr>
            <p:cNvPr id="345" name="Google Shape;345;g3ea281de57b_0_93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346" name="Google Shape;346;g3ea281de57b_0_9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347" name="Google Shape;347;g3ea281de57b_0_937"/>
          <p:cNvGrpSpPr/>
          <p:nvPr/>
        </p:nvGrpSpPr>
        <p:grpSpPr>
          <a:xfrm>
            <a:off x="323641" y="4081763"/>
            <a:ext cx="457200" cy="457200"/>
            <a:chOff x="1020916" y="1442088"/>
            <a:chExt cx="457200" cy="457200"/>
          </a:xfrm>
        </p:grpSpPr>
        <p:pic>
          <p:nvPicPr>
            <p:cNvPr id="348" name="Google Shape;348;g3ea281de57b_0_93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349" name="Google Shape;349;g3ea281de57b_0_9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350" name="Shape 350"/>
        <p:cNvGrpSpPr/>
        <p:nvPr/>
      </p:nvGrpSpPr>
      <p:grpSpPr>
        <a:xfrm>
          <a:off x="0" y="0"/>
          <a:ext cx="0" cy="0"/>
          <a:chOff x="0" y="0"/>
          <a:chExt cx="0" cy="0"/>
        </a:xfrm>
      </p:grpSpPr>
      <p:pic>
        <p:nvPicPr>
          <p:cNvPr id="351" name="Google Shape;351;g3ea281de57b_0_960"/>
          <p:cNvPicPr preferRelativeResize="0"/>
          <p:nvPr/>
        </p:nvPicPr>
        <p:blipFill rotWithShape="1">
          <a:blip r:embed="rId2">
            <a:alphaModFix/>
          </a:blip>
          <a:srcRect b="0" l="6209" r="6210" t="0"/>
          <a:stretch/>
        </p:blipFill>
        <p:spPr>
          <a:xfrm>
            <a:off x="324000" y="4008600"/>
            <a:ext cx="1117400" cy="128000"/>
          </a:xfrm>
          <a:prstGeom prst="rect">
            <a:avLst/>
          </a:prstGeom>
          <a:noFill/>
          <a:ln>
            <a:noFill/>
          </a:ln>
        </p:spPr>
      </p:pic>
      <p:pic>
        <p:nvPicPr>
          <p:cNvPr id="352" name="Google Shape;352;g3ea281de57b_0_96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353" name="Google Shape;353;g3ea281de57b_0_96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4" name="Google Shape;354;g3ea281de57b_0_96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Chemistry</a:t>
            </a:r>
            <a:endParaRPr b="1" i="0" sz="1700" u="none" cap="none" strike="noStrike">
              <a:solidFill>
                <a:srgbClr val="000000"/>
              </a:solidFill>
              <a:latin typeface="Lexend"/>
              <a:ea typeface="Lexend"/>
              <a:cs typeface="Lexend"/>
              <a:sym typeface="Lexend"/>
            </a:endParaRPr>
          </a:p>
        </p:txBody>
      </p:sp>
      <p:sp>
        <p:nvSpPr>
          <p:cNvPr id="355" name="Google Shape;355;g3ea281de57b_0_96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356" name="Google Shape;356;g3ea281de57b_0_96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57" name="Google Shape;357;g3ea281de57b_0_96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358" name="Shape 358"/>
        <p:cNvGrpSpPr/>
        <p:nvPr/>
      </p:nvGrpSpPr>
      <p:grpSpPr>
        <a:xfrm>
          <a:off x="0" y="0"/>
          <a:ext cx="0" cy="0"/>
          <a:chOff x="0" y="0"/>
          <a:chExt cx="0" cy="0"/>
        </a:xfrm>
      </p:grpSpPr>
      <p:sp>
        <p:nvSpPr>
          <p:cNvPr id="359" name="Google Shape;359;g3ea281de57b_0_968"/>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Clr>
                <a:srgbClr val="000000"/>
              </a:buClr>
              <a:buSzPts val="1200"/>
              <a:buFont typeface="Arial"/>
              <a:buNone/>
            </a:pPr>
            <a:r>
              <a:rPr b="0" i="0" lang="en" sz="1200" u="none" cap="none" strike="noStrike">
                <a:solidFill>
                  <a:srgbClr val="000000"/>
                </a:solidFill>
                <a:latin typeface="Lexend"/>
                <a:ea typeface="Lexend"/>
                <a:cs typeface="Lexend"/>
                <a:sym typeface="Lexend"/>
              </a:rPr>
              <a:t>Oak’s lessons are structured around </a:t>
            </a:r>
            <a:r>
              <a:rPr b="1" i="0" lang="en" sz="1200" u="none" cap="none" strike="noStrike">
                <a:solidFill>
                  <a:srgbClr val="000000"/>
                </a:solidFill>
                <a:latin typeface="Lexend"/>
                <a:ea typeface="Lexend"/>
                <a:cs typeface="Lexend"/>
                <a:sym typeface="Lexend"/>
              </a:rPr>
              <a:t>learning cycles</a:t>
            </a:r>
            <a:r>
              <a:rPr b="0" i="1" lang="en" sz="1200" u="none" cap="none" strike="noStrike">
                <a:solidFill>
                  <a:srgbClr val="000000"/>
                </a:solidFill>
                <a:latin typeface="Lexend"/>
                <a:ea typeface="Lexend"/>
                <a:cs typeface="Lexend"/>
                <a:sym typeface="Lexend"/>
              </a:rPr>
              <a:t>.</a:t>
            </a:r>
            <a:r>
              <a:rPr b="0" i="0" lang="en" sz="1200" u="none" cap="none" strike="noStrike">
                <a:solidFill>
                  <a:srgbClr val="000000"/>
                </a:solidFill>
                <a:latin typeface="Lexend"/>
                <a:ea typeface="Lexend"/>
                <a:cs typeface="Lexend"/>
                <a:sym typeface="Lexend"/>
              </a:rPr>
              <a:t> These are indicated through colour in the slide deck:</a:t>
            </a:r>
            <a:endParaRPr b="0" i="0" sz="1200" u="none" cap="none" strike="noStrike">
              <a:solidFill>
                <a:srgbClr val="000000"/>
              </a:solidFill>
              <a:latin typeface="Lexend"/>
              <a:ea typeface="Lexend"/>
              <a:cs typeface="Lexend"/>
              <a:sym typeface="Lexend"/>
            </a:endParaRPr>
          </a:p>
        </p:txBody>
      </p:sp>
      <p:sp>
        <p:nvSpPr>
          <p:cNvPr id="360" name="Google Shape;360;g3ea281de57b_0_968"/>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Lexend"/>
                <a:ea typeface="Lexend"/>
                <a:cs typeface="Lexend"/>
                <a:sym typeface="Lexend"/>
              </a:rPr>
              <a:t>Oak’s lesson structure</a:t>
            </a:r>
            <a:endParaRPr b="1" i="0" sz="1600" u="none" cap="none" strike="noStrike">
              <a:solidFill>
                <a:srgbClr val="000000"/>
              </a:solidFill>
              <a:latin typeface="Lexend"/>
              <a:ea typeface="Lexend"/>
              <a:cs typeface="Lexend"/>
              <a:sym typeface="Lexend"/>
            </a:endParaRPr>
          </a:p>
        </p:txBody>
      </p:sp>
      <p:sp>
        <p:nvSpPr>
          <p:cNvPr id="361" name="Google Shape;361;g3ea281de57b_0_968"/>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Lexend"/>
                <a:ea typeface="Lexend"/>
                <a:cs typeface="Lexend"/>
                <a:sym typeface="Lexend"/>
              </a:rPr>
              <a:t>Useful links</a:t>
            </a:r>
            <a:endParaRPr b="1" i="0" sz="1600" u="none" cap="none" strike="noStrike">
              <a:solidFill>
                <a:srgbClr val="000000"/>
              </a:solidFill>
              <a:latin typeface="Lexend"/>
              <a:ea typeface="Lexend"/>
              <a:cs typeface="Lexend"/>
              <a:sym typeface="Lexend"/>
            </a:endParaRPr>
          </a:p>
        </p:txBody>
      </p:sp>
      <p:sp>
        <p:nvSpPr>
          <p:cNvPr id="362" name="Google Shape;362;g3ea281de57b_0_968"/>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Clr>
                <a:srgbClr val="000000"/>
              </a:buClr>
              <a:buSzPts val="1200"/>
              <a:buFont typeface="Arial"/>
              <a:buNone/>
            </a:pPr>
            <a:r>
              <a:rPr b="0" i="0" lang="en" sz="1200" u="none" cap="none" strike="noStrike">
                <a:solidFill>
                  <a:srgbClr val="000000"/>
                </a:solidFill>
                <a:latin typeface="Lexend"/>
                <a:ea typeface="Lexend"/>
                <a:cs typeface="Lexend"/>
                <a:sym typeface="Lexend"/>
              </a:rPr>
              <a:t>Each</a:t>
            </a:r>
            <a:r>
              <a:rPr b="1" i="0" lang="en" sz="1200" u="none" cap="none" strike="noStrike">
                <a:solidFill>
                  <a:srgbClr val="000000"/>
                </a:solidFill>
                <a:latin typeface="Lexend"/>
                <a:ea typeface="Lexend"/>
                <a:cs typeface="Lexend"/>
                <a:sym typeface="Lexend"/>
              </a:rPr>
              <a:t> learning cycle</a:t>
            </a:r>
            <a:r>
              <a:rPr b="0" i="0" lang="en" sz="1200" u="none" cap="none" strike="noStrike">
                <a:solidFill>
                  <a:srgbClr val="000000"/>
                </a:solidFill>
                <a:latin typeface="Lexend"/>
                <a:ea typeface="Lexend"/>
                <a:cs typeface="Lexend"/>
                <a:sym typeface="Lexend"/>
              </a:rPr>
              <a:t> covers several phases:</a:t>
            </a:r>
            <a:endParaRPr b="0" i="0" sz="1200" u="none" cap="none" strike="noStrike">
              <a:solidFill>
                <a:srgbClr val="000000"/>
              </a:solidFill>
              <a:latin typeface="Lexend"/>
              <a:ea typeface="Lexend"/>
              <a:cs typeface="Lexend"/>
              <a:sym typeface="Lexend"/>
            </a:endParaRPr>
          </a:p>
        </p:txBody>
      </p:sp>
      <p:grpSp>
        <p:nvGrpSpPr>
          <p:cNvPr id="363" name="Google Shape;363;g3ea281de57b_0_968"/>
          <p:cNvGrpSpPr/>
          <p:nvPr/>
        </p:nvGrpSpPr>
        <p:grpSpPr>
          <a:xfrm>
            <a:off x="2650916" y="1644416"/>
            <a:ext cx="1745271" cy="1430724"/>
            <a:chOff x="2642961" y="1644312"/>
            <a:chExt cx="1454635" cy="1195658"/>
          </a:xfrm>
        </p:grpSpPr>
        <p:pic>
          <p:nvPicPr>
            <p:cNvPr id="364" name="Google Shape;364;g3ea281de57b_0_968"/>
            <p:cNvPicPr preferRelativeResize="0"/>
            <p:nvPr/>
          </p:nvPicPr>
          <p:blipFill rotWithShape="1">
            <a:blip r:embed="rId2">
              <a:alphaModFix/>
            </a:blip>
            <a:srcRect b="0" l="0" r="0" t="0"/>
            <a:stretch/>
          </p:blipFill>
          <p:spPr>
            <a:xfrm>
              <a:off x="2642975" y="1644312"/>
              <a:ext cx="1454621" cy="287396"/>
            </a:xfrm>
            <a:prstGeom prst="rect">
              <a:avLst/>
            </a:prstGeom>
            <a:noFill/>
            <a:ln>
              <a:noFill/>
            </a:ln>
            <a:effectLst>
              <a:outerShdw blurRad="57150" rotWithShape="0" algn="bl" dir="5400000" dist="19050">
                <a:srgbClr val="000000">
                  <a:alpha val="49800"/>
                </a:srgbClr>
              </a:outerShdw>
            </a:effectLst>
          </p:spPr>
        </p:pic>
        <p:pic>
          <p:nvPicPr>
            <p:cNvPr id="365" name="Google Shape;365;g3ea281de57b_0_968"/>
            <p:cNvPicPr preferRelativeResize="0"/>
            <p:nvPr/>
          </p:nvPicPr>
          <p:blipFill rotWithShape="1">
            <a:blip r:embed="rId3">
              <a:alphaModFix/>
            </a:blip>
            <a:srcRect b="0" l="0" r="0" t="0"/>
            <a:stretch/>
          </p:blipFill>
          <p:spPr>
            <a:xfrm>
              <a:off x="2642975" y="1936215"/>
              <a:ext cx="1454618" cy="287940"/>
            </a:xfrm>
            <a:prstGeom prst="rect">
              <a:avLst/>
            </a:prstGeom>
            <a:noFill/>
            <a:ln>
              <a:noFill/>
            </a:ln>
            <a:effectLst>
              <a:outerShdw blurRad="57150" rotWithShape="0" algn="bl" dir="5400000" dist="19050">
                <a:srgbClr val="000000">
                  <a:alpha val="49800"/>
                </a:srgbClr>
              </a:outerShdw>
            </a:effectLst>
          </p:spPr>
        </p:pic>
        <p:pic>
          <p:nvPicPr>
            <p:cNvPr id="366" name="Google Shape;366;g3ea281de57b_0_968"/>
            <p:cNvPicPr preferRelativeResize="0"/>
            <p:nvPr/>
          </p:nvPicPr>
          <p:blipFill rotWithShape="1">
            <a:blip r:embed="rId4">
              <a:alphaModFix/>
            </a:blip>
            <a:srcRect b="0" l="0" r="0" t="0"/>
            <a:stretch/>
          </p:blipFill>
          <p:spPr>
            <a:xfrm>
              <a:off x="2642965" y="2251391"/>
              <a:ext cx="1454621" cy="284581"/>
            </a:xfrm>
            <a:prstGeom prst="rect">
              <a:avLst/>
            </a:prstGeom>
            <a:noFill/>
            <a:ln>
              <a:noFill/>
            </a:ln>
            <a:effectLst>
              <a:outerShdw blurRad="57150" rotWithShape="0" algn="bl" dir="5400000" dist="19050">
                <a:srgbClr val="000000">
                  <a:alpha val="49800"/>
                </a:srgbClr>
              </a:outerShdw>
            </a:effectLst>
          </p:spPr>
        </p:pic>
        <p:pic>
          <p:nvPicPr>
            <p:cNvPr id="367" name="Google Shape;367;g3ea281de57b_0_968"/>
            <p:cNvPicPr preferRelativeResize="0"/>
            <p:nvPr/>
          </p:nvPicPr>
          <p:blipFill rotWithShape="1">
            <a:blip r:embed="rId5">
              <a:alphaModFix/>
            </a:blip>
            <a:srcRect b="0" l="0" r="0" t="0"/>
            <a:stretch/>
          </p:blipFill>
          <p:spPr>
            <a:xfrm>
              <a:off x="2642961" y="2563206"/>
              <a:ext cx="1454620" cy="276764"/>
            </a:xfrm>
            <a:prstGeom prst="rect">
              <a:avLst/>
            </a:prstGeom>
            <a:noFill/>
            <a:ln>
              <a:noFill/>
            </a:ln>
            <a:effectLst>
              <a:outerShdw blurRad="57150" rotWithShape="0" algn="bl" dir="5400000" dist="19050">
                <a:srgbClr val="000000">
                  <a:alpha val="49800"/>
                </a:srgbClr>
              </a:outerShdw>
            </a:effectLst>
          </p:spPr>
        </p:pic>
      </p:grpSp>
      <p:pic>
        <p:nvPicPr>
          <p:cNvPr id="368" name="Google Shape;368;g3ea281de57b_0_968"/>
          <p:cNvPicPr preferRelativeResize="0"/>
          <p:nvPr/>
        </p:nvPicPr>
        <p:blipFill rotWithShape="1">
          <a:blip r:embed="rId6">
            <a:alphaModFix/>
          </a:blip>
          <a:srcRect b="5222" l="3911" r="0" t="0"/>
          <a:stretch/>
        </p:blipFill>
        <p:spPr>
          <a:xfrm>
            <a:off x="1328513" y="3569750"/>
            <a:ext cx="2057336" cy="1195675"/>
          </a:xfrm>
          <a:prstGeom prst="rect">
            <a:avLst/>
          </a:prstGeom>
          <a:noFill/>
          <a:ln>
            <a:noFill/>
          </a:ln>
        </p:spPr>
      </p:pic>
      <p:pic>
        <p:nvPicPr>
          <p:cNvPr id="369" name="Google Shape;369;g3ea281de57b_0_968"/>
          <p:cNvPicPr preferRelativeResize="0"/>
          <p:nvPr/>
        </p:nvPicPr>
        <p:blipFill rotWithShape="1">
          <a:blip r:embed="rId7">
            <a:alphaModFix/>
          </a:blip>
          <a:srcRect b="0" l="0" r="0" t="0"/>
          <a:stretch/>
        </p:blipFill>
        <p:spPr>
          <a:xfrm>
            <a:off x="398750" y="1778088"/>
            <a:ext cx="2057324" cy="1163398"/>
          </a:xfrm>
          <a:prstGeom prst="rect">
            <a:avLst/>
          </a:prstGeom>
          <a:noFill/>
          <a:ln>
            <a:noFill/>
          </a:ln>
          <a:effectLst>
            <a:outerShdw blurRad="57150" rotWithShape="0" algn="bl" dir="5400000" dist="19050">
              <a:srgbClr val="000000">
                <a:alpha val="49800"/>
              </a:srgbClr>
            </a:outerShdw>
          </a:effectLst>
        </p:spPr>
      </p:pic>
      <p:sp>
        <p:nvSpPr>
          <p:cNvPr id="370" name="Google Shape;370;g3ea281de57b_0_96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371" name="Shape 371"/>
        <p:cNvGrpSpPr/>
        <p:nvPr/>
      </p:nvGrpSpPr>
      <p:grpSpPr>
        <a:xfrm>
          <a:off x="0" y="0"/>
          <a:ext cx="0" cy="0"/>
          <a:chOff x="0" y="0"/>
          <a:chExt cx="0" cy="0"/>
        </a:xfrm>
      </p:grpSpPr>
      <p:sp>
        <p:nvSpPr>
          <p:cNvPr id="372" name="Google Shape;372;g3ea281de57b_0_981"/>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3" name="Google Shape;373;g3ea281de57b_0_981"/>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374" name="Google Shape;374;g3ea281de57b_0_981"/>
          <p:cNvSpPr txBox="1"/>
          <p:nvPr>
            <p:ph idx="1" type="subTitle"/>
          </p:nvPr>
        </p:nvSpPr>
        <p:spPr>
          <a:xfrm>
            <a:off x="324000" y="744050"/>
            <a:ext cx="8496000" cy="389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None/>
              <a:defRPr sz="2000">
                <a:solidFill>
                  <a:srgbClr val="282828"/>
                </a:solidFill>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375" name="Google Shape;375;g3ea281de57b_0_981"/>
          <p:cNvSpPr txBox="1"/>
          <p:nvPr>
            <p:ph idx="2" type="subTitle"/>
          </p:nvPr>
        </p:nvSpPr>
        <p:spPr>
          <a:xfrm>
            <a:off x="324000" y="1588800"/>
            <a:ext cx="8496000" cy="389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None/>
              <a:defRPr sz="2000">
                <a:solidFill>
                  <a:srgbClr val="282828"/>
                </a:solidFill>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376" name="Google Shape;376;g3ea281de57b_0_981"/>
          <p:cNvSpPr txBox="1"/>
          <p:nvPr>
            <p:ph idx="3" type="subTitle"/>
          </p:nvPr>
        </p:nvSpPr>
        <p:spPr>
          <a:xfrm>
            <a:off x="324000" y="2428425"/>
            <a:ext cx="8496000" cy="389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None/>
              <a:defRPr sz="2000">
                <a:solidFill>
                  <a:srgbClr val="282828"/>
                </a:solidFill>
              </a:defRPr>
            </a:lvl1pPr>
            <a:lvl2pPr lvl="1" algn="l">
              <a:lnSpc>
                <a:spcPct val="130000"/>
              </a:lnSpc>
              <a:spcBef>
                <a:spcPts val="1000"/>
              </a:spcBef>
              <a:spcAft>
                <a:spcPts val="0"/>
              </a:spcAft>
              <a:buClr>
                <a:srgbClr val="282828"/>
              </a:buClr>
              <a:buSzPts val="2000"/>
              <a:buNone/>
              <a:defRPr sz="2000">
                <a:solidFill>
                  <a:srgbClr val="282828"/>
                </a:solidFill>
              </a:defRPr>
            </a:lvl2pPr>
            <a:lvl3pPr lvl="2" algn="l">
              <a:lnSpc>
                <a:spcPct val="130000"/>
              </a:lnSpc>
              <a:spcBef>
                <a:spcPts val="1000"/>
              </a:spcBef>
              <a:spcAft>
                <a:spcPts val="0"/>
              </a:spcAft>
              <a:buClr>
                <a:srgbClr val="282828"/>
              </a:buClr>
              <a:buSzPts val="2000"/>
              <a:buNone/>
              <a:defRPr>
                <a:solidFill>
                  <a:srgbClr val="282828"/>
                </a:solidFill>
              </a:defRPr>
            </a:lvl3pPr>
            <a:lvl4pPr lvl="3" algn="l">
              <a:lnSpc>
                <a:spcPct val="130000"/>
              </a:lnSpc>
              <a:spcBef>
                <a:spcPts val="800"/>
              </a:spcBef>
              <a:spcAft>
                <a:spcPts val="0"/>
              </a:spcAft>
              <a:buClr>
                <a:srgbClr val="282828"/>
              </a:buClr>
              <a:buSzPts val="2000"/>
              <a:buNone/>
              <a:defRPr sz="2000">
                <a:solidFill>
                  <a:srgbClr val="282828"/>
                </a:solidFill>
              </a:defRPr>
            </a:lvl4pPr>
            <a:lvl5pPr lvl="4" algn="l">
              <a:lnSpc>
                <a:spcPct val="130000"/>
              </a:lnSpc>
              <a:spcBef>
                <a:spcPts val="800"/>
              </a:spcBef>
              <a:spcAft>
                <a:spcPts val="0"/>
              </a:spcAft>
              <a:buClr>
                <a:srgbClr val="282828"/>
              </a:buClr>
              <a:buSzPts val="2000"/>
              <a:buNone/>
              <a:defRPr sz="2000">
                <a:solidFill>
                  <a:srgbClr val="282828"/>
                </a:solidFill>
              </a:defRPr>
            </a:lvl5pPr>
            <a:lvl6pPr lvl="5" algn="l">
              <a:lnSpc>
                <a:spcPct val="130000"/>
              </a:lnSpc>
              <a:spcBef>
                <a:spcPts val="600"/>
              </a:spcBef>
              <a:spcAft>
                <a:spcPts val="0"/>
              </a:spcAft>
              <a:buClr>
                <a:srgbClr val="282828"/>
              </a:buClr>
              <a:buSzPts val="2000"/>
              <a:buNone/>
              <a:defRPr sz="2000">
                <a:solidFill>
                  <a:srgbClr val="282828"/>
                </a:solidFill>
              </a:defRPr>
            </a:lvl6pPr>
            <a:lvl7pPr lvl="6" algn="l">
              <a:lnSpc>
                <a:spcPct val="130000"/>
              </a:lnSpc>
              <a:spcBef>
                <a:spcPts val="600"/>
              </a:spcBef>
              <a:spcAft>
                <a:spcPts val="0"/>
              </a:spcAft>
              <a:buClr>
                <a:srgbClr val="282828"/>
              </a:buClr>
              <a:buSzPts val="2000"/>
              <a:buNone/>
              <a:defRPr sz="2000">
                <a:solidFill>
                  <a:srgbClr val="282828"/>
                </a:solidFill>
              </a:defRPr>
            </a:lvl7pPr>
            <a:lvl8pPr lvl="7" algn="l">
              <a:lnSpc>
                <a:spcPct val="130000"/>
              </a:lnSpc>
              <a:spcBef>
                <a:spcPts val="400"/>
              </a:spcBef>
              <a:spcAft>
                <a:spcPts val="0"/>
              </a:spcAft>
              <a:buClr>
                <a:srgbClr val="282828"/>
              </a:buClr>
              <a:buSzPts val="2000"/>
              <a:buNone/>
              <a:defRPr sz="2000">
                <a:solidFill>
                  <a:srgbClr val="282828"/>
                </a:solidFill>
              </a:defRPr>
            </a:lvl8pPr>
            <a:lvl9pPr lvl="8" algn="l">
              <a:lnSpc>
                <a:spcPct val="130000"/>
              </a:lnSpc>
              <a:spcBef>
                <a:spcPts val="400"/>
              </a:spcBef>
              <a:spcAft>
                <a:spcPts val="200"/>
              </a:spcAft>
              <a:buClr>
                <a:srgbClr val="282828"/>
              </a:buClr>
              <a:buSzPts val="2000"/>
              <a:buNone/>
              <a:defRPr sz="2000">
                <a:solidFill>
                  <a:srgbClr val="282828"/>
                </a:solidFill>
              </a:defRPr>
            </a:lvl9pPr>
          </a:lstStyle>
          <a:p/>
        </p:txBody>
      </p:sp>
      <p:sp>
        <p:nvSpPr>
          <p:cNvPr id="377" name="Google Shape;377;g3ea281de57b_0_981"/>
          <p:cNvSpPr txBox="1"/>
          <p:nvPr>
            <p:ph idx="4" type="subTitle"/>
          </p:nvPr>
        </p:nvSpPr>
        <p:spPr>
          <a:xfrm>
            <a:off x="324000" y="3265625"/>
            <a:ext cx="8496000" cy="389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None/>
              <a:defRPr sz="2000">
                <a:solidFill>
                  <a:srgbClr val="282828"/>
                </a:solidFill>
              </a:defRPr>
            </a:lvl1pPr>
            <a:lvl2pPr lvl="1" algn="l">
              <a:lnSpc>
                <a:spcPct val="130000"/>
              </a:lnSpc>
              <a:spcBef>
                <a:spcPts val="1000"/>
              </a:spcBef>
              <a:spcAft>
                <a:spcPts val="0"/>
              </a:spcAft>
              <a:buClr>
                <a:srgbClr val="282828"/>
              </a:buClr>
              <a:buSzPts val="2000"/>
              <a:buNone/>
              <a:defRPr sz="2000">
                <a:solidFill>
                  <a:srgbClr val="282828"/>
                </a:solidFill>
              </a:defRPr>
            </a:lvl2pPr>
            <a:lvl3pPr lvl="2" algn="l">
              <a:lnSpc>
                <a:spcPct val="130000"/>
              </a:lnSpc>
              <a:spcBef>
                <a:spcPts val="1000"/>
              </a:spcBef>
              <a:spcAft>
                <a:spcPts val="0"/>
              </a:spcAft>
              <a:buClr>
                <a:srgbClr val="282828"/>
              </a:buClr>
              <a:buSzPts val="2000"/>
              <a:buNone/>
              <a:defRPr>
                <a:solidFill>
                  <a:srgbClr val="282828"/>
                </a:solidFill>
              </a:defRPr>
            </a:lvl3pPr>
            <a:lvl4pPr lvl="3" algn="l">
              <a:lnSpc>
                <a:spcPct val="130000"/>
              </a:lnSpc>
              <a:spcBef>
                <a:spcPts val="800"/>
              </a:spcBef>
              <a:spcAft>
                <a:spcPts val="0"/>
              </a:spcAft>
              <a:buClr>
                <a:srgbClr val="282828"/>
              </a:buClr>
              <a:buSzPts val="2000"/>
              <a:buNone/>
              <a:defRPr sz="2000">
                <a:solidFill>
                  <a:srgbClr val="282828"/>
                </a:solidFill>
              </a:defRPr>
            </a:lvl4pPr>
            <a:lvl5pPr lvl="4" algn="l">
              <a:lnSpc>
                <a:spcPct val="130000"/>
              </a:lnSpc>
              <a:spcBef>
                <a:spcPts val="800"/>
              </a:spcBef>
              <a:spcAft>
                <a:spcPts val="0"/>
              </a:spcAft>
              <a:buClr>
                <a:srgbClr val="282828"/>
              </a:buClr>
              <a:buSzPts val="2000"/>
              <a:buNone/>
              <a:defRPr sz="2000">
                <a:solidFill>
                  <a:srgbClr val="282828"/>
                </a:solidFill>
              </a:defRPr>
            </a:lvl5pPr>
            <a:lvl6pPr lvl="5" algn="l">
              <a:lnSpc>
                <a:spcPct val="130000"/>
              </a:lnSpc>
              <a:spcBef>
                <a:spcPts val="600"/>
              </a:spcBef>
              <a:spcAft>
                <a:spcPts val="0"/>
              </a:spcAft>
              <a:buClr>
                <a:srgbClr val="282828"/>
              </a:buClr>
              <a:buSzPts val="2000"/>
              <a:buNone/>
              <a:defRPr sz="2000">
                <a:solidFill>
                  <a:srgbClr val="282828"/>
                </a:solidFill>
              </a:defRPr>
            </a:lvl6pPr>
            <a:lvl7pPr lvl="6" algn="l">
              <a:lnSpc>
                <a:spcPct val="130000"/>
              </a:lnSpc>
              <a:spcBef>
                <a:spcPts val="600"/>
              </a:spcBef>
              <a:spcAft>
                <a:spcPts val="0"/>
              </a:spcAft>
              <a:buClr>
                <a:srgbClr val="282828"/>
              </a:buClr>
              <a:buSzPts val="2000"/>
              <a:buNone/>
              <a:defRPr sz="2000">
                <a:solidFill>
                  <a:srgbClr val="282828"/>
                </a:solidFill>
              </a:defRPr>
            </a:lvl7pPr>
            <a:lvl8pPr lvl="7" algn="l">
              <a:lnSpc>
                <a:spcPct val="130000"/>
              </a:lnSpc>
              <a:spcBef>
                <a:spcPts val="400"/>
              </a:spcBef>
              <a:spcAft>
                <a:spcPts val="0"/>
              </a:spcAft>
              <a:buClr>
                <a:srgbClr val="282828"/>
              </a:buClr>
              <a:buSzPts val="2000"/>
              <a:buNone/>
              <a:defRPr sz="2000">
                <a:solidFill>
                  <a:srgbClr val="282828"/>
                </a:solidFill>
              </a:defRPr>
            </a:lvl8pPr>
            <a:lvl9pPr lvl="8" algn="l">
              <a:lnSpc>
                <a:spcPct val="130000"/>
              </a:lnSpc>
              <a:spcBef>
                <a:spcPts val="400"/>
              </a:spcBef>
              <a:spcAft>
                <a:spcPts val="200"/>
              </a:spcAft>
              <a:buClr>
                <a:srgbClr val="282828"/>
              </a:buClr>
              <a:buSzPts val="2000"/>
              <a:buNone/>
              <a:defRPr sz="2000">
                <a:solidFill>
                  <a:srgbClr val="282828"/>
                </a:solidFill>
              </a:defRPr>
            </a:lvl9pPr>
          </a:lstStyle>
          <a:p/>
        </p:txBody>
      </p:sp>
      <p:sp>
        <p:nvSpPr>
          <p:cNvPr id="378" name="Google Shape;378;g3ea281de57b_0_981"/>
          <p:cNvSpPr txBox="1"/>
          <p:nvPr>
            <p:ph idx="5" type="subTitle"/>
          </p:nvPr>
        </p:nvSpPr>
        <p:spPr>
          <a:xfrm>
            <a:off x="324000" y="4103825"/>
            <a:ext cx="8496000" cy="389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None/>
              <a:defRPr sz="2000">
                <a:solidFill>
                  <a:srgbClr val="282828"/>
                </a:solidFill>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379" name="Google Shape;379;g3ea281de57b_0_981"/>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380" name="Shape 380"/>
        <p:cNvGrpSpPr/>
        <p:nvPr/>
      </p:nvGrpSpPr>
      <p:grpSpPr>
        <a:xfrm>
          <a:off x="0" y="0"/>
          <a:ext cx="0" cy="0"/>
          <a:chOff x="0" y="0"/>
          <a:chExt cx="0" cy="0"/>
        </a:xfrm>
      </p:grpSpPr>
      <p:pic>
        <p:nvPicPr>
          <p:cNvPr id="381" name="Google Shape;381;g3ea281de57b_0_990"/>
          <p:cNvPicPr preferRelativeResize="0"/>
          <p:nvPr/>
        </p:nvPicPr>
        <p:blipFill rotWithShape="1">
          <a:blip r:embed="rId2">
            <a:alphaModFix/>
          </a:blip>
          <a:srcRect b="0" l="0" r="0" t="0"/>
          <a:stretch/>
        </p:blipFill>
        <p:spPr>
          <a:xfrm>
            <a:off x="343225" y="1388370"/>
            <a:ext cx="7945600" cy="2919776"/>
          </a:xfrm>
          <a:prstGeom prst="rect">
            <a:avLst/>
          </a:prstGeom>
          <a:noFill/>
          <a:ln>
            <a:noFill/>
          </a:ln>
        </p:spPr>
      </p:pic>
      <p:sp>
        <p:nvSpPr>
          <p:cNvPr id="382" name="Google Shape;382;g3ea281de57b_0_990"/>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000000"/>
                </a:solidFill>
                <a:latin typeface="Lexend"/>
                <a:ea typeface="Lexend"/>
                <a:cs typeface="Lexend"/>
                <a:sym typeface="Lexend"/>
              </a:rPr>
              <a:t>Outcome</a:t>
            </a:r>
            <a:endParaRPr b="1" i="0" sz="2800" u="none" cap="none" strike="noStrike">
              <a:solidFill>
                <a:srgbClr val="000000"/>
              </a:solidFill>
              <a:latin typeface="Lexend"/>
              <a:ea typeface="Lexend"/>
              <a:cs typeface="Lexend"/>
              <a:sym typeface="Lexend"/>
            </a:endParaRPr>
          </a:p>
        </p:txBody>
      </p:sp>
      <p:sp>
        <p:nvSpPr>
          <p:cNvPr id="383" name="Google Shape;383;g3ea281de57b_0_990"/>
          <p:cNvSpPr txBox="1"/>
          <p:nvPr>
            <p:ph idx="1" type="subTitle"/>
          </p:nvPr>
        </p:nvSpPr>
        <p:spPr>
          <a:xfrm>
            <a:off x="585575" y="1463950"/>
            <a:ext cx="7351200" cy="27627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384" name="Shape 384"/>
        <p:cNvGrpSpPr/>
        <p:nvPr/>
      </p:nvGrpSpPr>
      <p:grpSpPr>
        <a:xfrm>
          <a:off x="0" y="0"/>
          <a:ext cx="0" cy="0"/>
          <a:chOff x="0" y="0"/>
          <a:chExt cx="0" cy="0"/>
        </a:xfrm>
      </p:grpSpPr>
      <p:sp>
        <p:nvSpPr>
          <p:cNvPr id="385" name="Google Shape;385;g3ea281de57b_0_994"/>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6" name="Google Shape;386;g3ea281de57b_0_994"/>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387" name="Google Shape;387;g3ea281de57b_0_994"/>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388" name="Google Shape;388;g3ea281de57b_0_994"/>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389" name="Google Shape;389;g3ea281de57b_0_994"/>
          <p:cNvCxnSpPr>
            <a:endCxn id="390" idx="2"/>
          </p:cNvCxnSpPr>
          <p:nvPr/>
        </p:nvCxnSpPr>
        <p:spPr>
          <a:xfrm flipH="1">
            <a:off x="645063" y="2017282"/>
            <a:ext cx="2700" cy="1480500"/>
          </a:xfrm>
          <a:prstGeom prst="straightConnector1">
            <a:avLst/>
          </a:prstGeom>
          <a:noFill/>
          <a:ln cap="flat" cmpd="sng" w="38100">
            <a:solidFill>
              <a:srgbClr val="282828"/>
            </a:solidFill>
            <a:prstDash val="solid"/>
            <a:round/>
            <a:headEnd len="sm" w="sm" type="none"/>
            <a:tailEnd len="sm" w="sm" type="none"/>
          </a:ln>
        </p:spPr>
      </p:cxnSp>
      <p:pic>
        <p:nvPicPr>
          <p:cNvPr id="391" name="Google Shape;391;g3ea281de57b_0_994"/>
          <p:cNvPicPr preferRelativeResize="0"/>
          <p:nvPr/>
        </p:nvPicPr>
        <p:blipFill rotWithShape="1">
          <a:blip r:embed="rId5">
            <a:alphaModFix/>
          </a:blip>
          <a:srcRect b="0" l="0" r="0" t="0"/>
          <a:stretch/>
        </p:blipFill>
        <p:spPr>
          <a:xfrm>
            <a:off x="363482" y="1993619"/>
            <a:ext cx="563185" cy="572092"/>
          </a:xfrm>
          <a:prstGeom prst="rect">
            <a:avLst/>
          </a:prstGeom>
          <a:noFill/>
          <a:ln>
            <a:noFill/>
          </a:ln>
        </p:spPr>
      </p:pic>
      <p:sp>
        <p:nvSpPr>
          <p:cNvPr id="392" name="Google Shape;392;g3ea281de57b_0_994"/>
          <p:cNvSpPr txBox="1"/>
          <p:nvPr>
            <p:ph type="title"/>
          </p:nvPr>
        </p:nvSpPr>
        <p:spPr>
          <a:xfrm>
            <a:off x="1225225" y="2090813"/>
            <a:ext cx="68523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393" name="Google Shape;393;g3ea281de57b_0_994"/>
          <p:cNvSpPr txBox="1"/>
          <p:nvPr>
            <p:ph idx="2" type="title"/>
          </p:nvPr>
        </p:nvSpPr>
        <p:spPr>
          <a:xfrm>
            <a:off x="1225225" y="3027088"/>
            <a:ext cx="68523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pic>
        <p:nvPicPr>
          <p:cNvPr id="390" name="Google Shape;390;g3ea281de57b_0_994"/>
          <p:cNvPicPr preferRelativeResize="0"/>
          <p:nvPr/>
        </p:nvPicPr>
        <p:blipFill rotWithShape="1">
          <a:blip r:embed="rId6">
            <a:alphaModFix/>
          </a:blip>
          <a:srcRect b="0" l="0" r="0" t="0"/>
          <a:stretch/>
        </p:blipFill>
        <p:spPr>
          <a:xfrm>
            <a:off x="363340" y="2925705"/>
            <a:ext cx="563446" cy="572077"/>
          </a:xfrm>
          <a:prstGeom prst="rect">
            <a:avLst/>
          </a:prstGeom>
          <a:noFill/>
          <a:ln>
            <a:noFill/>
          </a:ln>
        </p:spPr>
      </p:pic>
      <p:pic>
        <p:nvPicPr>
          <p:cNvPr id="394" name="Google Shape;394;g3ea281de57b_0_994"/>
          <p:cNvPicPr preferRelativeResize="0"/>
          <p:nvPr/>
        </p:nvPicPr>
        <p:blipFill rotWithShape="1">
          <a:blip r:embed="rId7">
            <a:alphaModFix/>
          </a:blip>
          <a:srcRect b="1710" l="0" r="0" t="1700"/>
          <a:stretch/>
        </p:blipFill>
        <p:spPr>
          <a:xfrm>
            <a:off x="-12" y="481650"/>
            <a:ext cx="9151202" cy="116709"/>
          </a:xfrm>
          <a:prstGeom prst="rect">
            <a:avLst/>
          </a:prstGeom>
          <a:noFill/>
          <a:ln>
            <a:noFill/>
          </a:ln>
        </p:spPr>
      </p:pic>
      <p:sp>
        <p:nvSpPr>
          <p:cNvPr id="395" name="Google Shape;395;g3ea281de57b_0_994"/>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396" name="Google Shape;396;g3ea281de57b_0_994"/>
          <p:cNvSpPr txBox="1"/>
          <p:nvPr>
            <p:ph idx="3"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97" name="Shape 397"/>
        <p:cNvGrpSpPr/>
        <p:nvPr/>
      </p:nvGrpSpPr>
      <p:grpSpPr>
        <a:xfrm>
          <a:off x="0" y="0"/>
          <a:ext cx="0" cy="0"/>
          <a:chOff x="0" y="0"/>
          <a:chExt cx="0" cy="0"/>
        </a:xfrm>
      </p:grpSpPr>
      <p:pic>
        <p:nvPicPr>
          <p:cNvPr id="398" name="Google Shape;398;g3ea281de57b_0_1007"/>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399" name="Google Shape;399;g3ea281de57b_0_100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g3ea281de57b_0_1007"/>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401" name="Google Shape;401;g3ea281de57b_0_1007"/>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402" name="Google Shape;402;g3ea281de57b_0_1007"/>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403" name="Google Shape;403;g3ea281de57b_0_1007"/>
          <p:cNvSpPr txBox="1"/>
          <p:nvPr>
            <p:ph idx="1"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404" name="Google Shape;404;g3ea281de57b_0_1007"/>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pic>
        <p:nvPicPr>
          <p:cNvPr id="405" name="Google Shape;405;g3ea281de57b_0_100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6" name="Google Shape;406;g3ea281de57b_0_100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407" name="Google Shape;407;g3ea281de57b_0_1007"/>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08" name="Google Shape;408;g3ea281de57b_0_1007"/>
          <p:cNvSpPr txBox="1"/>
          <p:nvPr>
            <p:ph idx="2"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409" name="Google Shape;409;g3ea281de57b_0_1007"/>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410" name="Google Shape;410;g3ea281de57b_0_1007"/>
          <p:cNvGrpSpPr/>
          <p:nvPr/>
        </p:nvGrpSpPr>
        <p:grpSpPr>
          <a:xfrm>
            <a:off x="324128" y="3139463"/>
            <a:ext cx="457200" cy="457200"/>
            <a:chOff x="1020916" y="1442088"/>
            <a:chExt cx="457200" cy="457200"/>
          </a:xfrm>
        </p:grpSpPr>
        <p:pic>
          <p:nvPicPr>
            <p:cNvPr id="411" name="Google Shape;411;g3ea281de57b_0_100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412" name="Google Shape;412;g3ea281de57b_0_10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413" name="Google Shape;413;g3ea281de57b_0_1007"/>
          <p:cNvGrpSpPr/>
          <p:nvPr/>
        </p:nvGrpSpPr>
        <p:grpSpPr>
          <a:xfrm>
            <a:off x="324128" y="3987825"/>
            <a:ext cx="457200" cy="457200"/>
            <a:chOff x="1020916" y="1442088"/>
            <a:chExt cx="457200" cy="457200"/>
          </a:xfrm>
        </p:grpSpPr>
        <p:pic>
          <p:nvPicPr>
            <p:cNvPr id="414" name="Google Shape;414;g3ea281de57b_0_100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415" name="Google Shape;415;g3ea281de57b_0_10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pic>
        <p:nvPicPr>
          <p:cNvPr id="416" name="Google Shape;416;g3ea281de57b_0_1007"/>
          <p:cNvPicPr preferRelativeResize="0"/>
          <p:nvPr/>
        </p:nvPicPr>
        <p:blipFill rotWithShape="1">
          <a:blip r:embed="rId5">
            <a:alphaModFix/>
          </a:blip>
          <a:srcRect b="0" l="0" r="0" t="0"/>
          <a:stretch/>
        </p:blipFill>
        <p:spPr>
          <a:xfrm>
            <a:off x="2429763" y="1780516"/>
            <a:ext cx="457425" cy="457425"/>
          </a:xfrm>
          <a:prstGeom prst="rect">
            <a:avLst/>
          </a:prstGeom>
          <a:noFill/>
          <a:ln>
            <a:noFill/>
          </a:ln>
        </p:spPr>
      </p:pic>
      <p:pic>
        <p:nvPicPr>
          <p:cNvPr id="417" name="Google Shape;417;g3ea281de57b_0_1007"/>
          <p:cNvPicPr preferRelativeResize="0"/>
          <p:nvPr/>
        </p:nvPicPr>
        <p:blipFill rotWithShape="1">
          <a:blip r:embed="rId5">
            <a:alphaModFix/>
          </a:blip>
          <a:srcRect b="0" l="0" r="0" t="0"/>
          <a:stretch/>
        </p:blipFill>
        <p:spPr>
          <a:xfrm>
            <a:off x="4823988" y="1780516"/>
            <a:ext cx="457425" cy="457425"/>
          </a:xfrm>
          <a:prstGeom prst="rect">
            <a:avLst/>
          </a:prstGeom>
          <a:noFill/>
          <a:ln>
            <a:noFill/>
          </a:ln>
        </p:spPr>
      </p:pic>
      <p:sp>
        <p:nvSpPr>
          <p:cNvPr id="418" name="Google Shape;418;g3ea281de57b_0_1007"/>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419" name="Google Shape;419;g3ea281de57b_0_1007"/>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1">
  <p:cSld name="TITLE_AND_TWO_COLUMNS_1_1_5_1_3_1_1_1_1_3">
    <p:spTree>
      <p:nvGrpSpPr>
        <p:cNvPr id="420" name="Shape 420"/>
        <p:cNvGrpSpPr/>
        <p:nvPr/>
      </p:nvGrpSpPr>
      <p:grpSpPr>
        <a:xfrm>
          <a:off x="0" y="0"/>
          <a:ext cx="0" cy="0"/>
          <a:chOff x="0" y="0"/>
          <a:chExt cx="0" cy="0"/>
        </a:xfrm>
      </p:grpSpPr>
      <p:pic>
        <p:nvPicPr>
          <p:cNvPr id="421" name="Google Shape;421;g3ea281de57b_0_1030"/>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422" name="Google Shape;422;g3ea281de57b_0_103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g3ea281de57b_0_1030"/>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424" name="Google Shape;424;g3ea281de57b_0_10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Practice</a:t>
            </a:r>
            <a:endParaRPr b="1" i="0" sz="900" u="none" cap="none" strike="noStrike">
              <a:solidFill>
                <a:srgbClr val="E6F2F2"/>
              </a:solidFill>
              <a:latin typeface="Lexend"/>
              <a:ea typeface="Lexend"/>
              <a:cs typeface="Lexend"/>
              <a:sym typeface="Lexend"/>
            </a:endParaRPr>
          </a:p>
        </p:txBody>
      </p:sp>
      <p:sp>
        <p:nvSpPr>
          <p:cNvPr id="425" name="Google Shape;425;g3ea281de57b_0_1030"/>
          <p:cNvSpPr txBox="1"/>
          <p:nvPr/>
        </p:nvSpPr>
        <p:spPr>
          <a:xfrm>
            <a:off x="324000" y="45525"/>
            <a:ext cx="10038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Lexend"/>
                <a:ea typeface="Lexend"/>
                <a:cs typeface="Lexend"/>
                <a:sym typeface="Lexend"/>
              </a:rPr>
              <a:t>Task B</a:t>
            </a:r>
            <a:endParaRPr b="1" i="0" sz="2000" u="none" cap="none" strike="noStrike">
              <a:solidFill>
                <a:schemeClr val="lt1"/>
              </a:solidFill>
              <a:latin typeface="Lexend"/>
              <a:ea typeface="Lexend"/>
              <a:cs typeface="Lexend"/>
              <a:sym typeface="Lexend"/>
            </a:endParaRPr>
          </a:p>
        </p:txBody>
      </p:sp>
      <p:sp>
        <p:nvSpPr>
          <p:cNvPr id="426" name="Google Shape;426;g3ea281de57b_0_1030"/>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30000"/>
              </a:lnSpc>
              <a:spcBef>
                <a:spcPts val="1000"/>
              </a:spcBef>
              <a:spcAft>
                <a:spcPts val="0"/>
              </a:spcAft>
              <a:buClr>
                <a:schemeClr val="lt1"/>
              </a:buClr>
              <a:buSzPts val="2100"/>
              <a:buNone/>
              <a:defRPr>
                <a:solidFill>
                  <a:schemeClr val="lt1"/>
                </a:solidFill>
              </a:defRPr>
            </a:lvl2pPr>
            <a:lvl3pPr lvl="2" algn="l">
              <a:lnSpc>
                <a:spcPct val="130000"/>
              </a:lnSpc>
              <a:spcBef>
                <a:spcPts val="1000"/>
              </a:spcBef>
              <a:spcAft>
                <a:spcPts val="0"/>
              </a:spcAft>
              <a:buClr>
                <a:schemeClr val="lt1"/>
              </a:buClr>
              <a:buSzPts val="2000"/>
              <a:buNone/>
              <a:defRPr>
                <a:solidFill>
                  <a:schemeClr val="lt1"/>
                </a:solidFill>
              </a:defRPr>
            </a:lvl3pPr>
            <a:lvl4pPr lvl="3" algn="l">
              <a:lnSpc>
                <a:spcPct val="130000"/>
              </a:lnSpc>
              <a:spcBef>
                <a:spcPts val="800"/>
              </a:spcBef>
              <a:spcAft>
                <a:spcPts val="0"/>
              </a:spcAft>
              <a:buClr>
                <a:schemeClr val="lt1"/>
              </a:buClr>
              <a:buSzPts val="1900"/>
              <a:buNone/>
              <a:defRPr>
                <a:solidFill>
                  <a:schemeClr val="lt1"/>
                </a:solidFill>
              </a:defRPr>
            </a:lvl4pPr>
            <a:lvl5pPr lvl="4" algn="l">
              <a:lnSpc>
                <a:spcPct val="130000"/>
              </a:lnSpc>
              <a:spcBef>
                <a:spcPts val="800"/>
              </a:spcBef>
              <a:spcAft>
                <a:spcPts val="0"/>
              </a:spcAft>
              <a:buClr>
                <a:schemeClr val="lt1"/>
              </a:buClr>
              <a:buSzPts val="1800"/>
              <a:buNone/>
              <a:defRPr>
                <a:solidFill>
                  <a:schemeClr val="lt1"/>
                </a:solidFill>
              </a:defRPr>
            </a:lvl5pPr>
            <a:lvl6pPr lvl="5" algn="l">
              <a:lnSpc>
                <a:spcPct val="130000"/>
              </a:lnSpc>
              <a:spcBef>
                <a:spcPts val="600"/>
              </a:spcBef>
              <a:spcAft>
                <a:spcPts val="0"/>
              </a:spcAft>
              <a:buClr>
                <a:schemeClr val="lt1"/>
              </a:buClr>
              <a:buSzPts val="1800"/>
              <a:buNone/>
              <a:defRPr>
                <a:solidFill>
                  <a:schemeClr val="lt1"/>
                </a:solidFill>
              </a:defRPr>
            </a:lvl6pPr>
            <a:lvl7pPr lvl="6" algn="l">
              <a:lnSpc>
                <a:spcPct val="130000"/>
              </a:lnSpc>
              <a:spcBef>
                <a:spcPts val="600"/>
              </a:spcBef>
              <a:spcAft>
                <a:spcPts val="0"/>
              </a:spcAft>
              <a:buClr>
                <a:schemeClr val="lt1"/>
              </a:buClr>
              <a:buSzPts val="1800"/>
              <a:buNone/>
              <a:defRPr>
                <a:solidFill>
                  <a:schemeClr val="lt1"/>
                </a:solidFill>
              </a:defRPr>
            </a:lvl7pPr>
            <a:lvl8pPr lvl="7" algn="l">
              <a:lnSpc>
                <a:spcPct val="130000"/>
              </a:lnSpc>
              <a:spcBef>
                <a:spcPts val="400"/>
              </a:spcBef>
              <a:spcAft>
                <a:spcPts val="0"/>
              </a:spcAft>
              <a:buClr>
                <a:schemeClr val="lt1"/>
              </a:buClr>
              <a:buSzPts val="1800"/>
              <a:buNone/>
              <a:defRPr>
                <a:solidFill>
                  <a:schemeClr val="lt1"/>
                </a:solidFill>
              </a:defRPr>
            </a:lvl8pPr>
            <a:lvl9pPr lvl="8" algn="l">
              <a:lnSpc>
                <a:spcPct val="130000"/>
              </a:lnSpc>
              <a:spcBef>
                <a:spcPts val="400"/>
              </a:spcBef>
              <a:spcAft>
                <a:spcPts val="200"/>
              </a:spcAft>
              <a:buClr>
                <a:schemeClr val="lt1"/>
              </a:buClr>
              <a:buSzPts val="1800"/>
              <a:buNone/>
              <a:defRPr>
                <a:solidFill>
                  <a:schemeClr val="lt1"/>
                </a:solidFill>
              </a:defRPr>
            </a:lvl9pPr>
          </a:lstStyle>
          <a:p/>
        </p:txBody>
      </p:sp>
      <p:pic>
        <p:nvPicPr>
          <p:cNvPr id="427" name="Google Shape;427;g3ea281de57b_0_103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1">
  <p:cSld name="TITLE_AND_TWO_COLUMNS_1_1_5_1_3_1_1_1_1_2_1">
    <p:bg>
      <p:bgPr>
        <a:solidFill>
          <a:srgbClr val="E6F2F2"/>
        </a:solidFill>
      </p:bgPr>
    </p:bg>
    <p:spTree>
      <p:nvGrpSpPr>
        <p:cNvPr id="428" name="Shape 428"/>
        <p:cNvGrpSpPr/>
        <p:nvPr/>
      </p:nvGrpSpPr>
      <p:grpSpPr>
        <a:xfrm>
          <a:off x="0" y="0"/>
          <a:ext cx="0" cy="0"/>
          <a:chOff x="0" y="0"/>
          <a:chExt cx="0" cy="0"/>
        </a:xfrm>
      </p:grpSpPr>
      <p:pic>
        <p:nvPicPr>
          <p:cNvPr id="429" name="Google Shape;429;g3ea281de57b_0_1038"/>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430" name="Google Shape;430;g3ea281de57b_0_103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g3ea281de57b_0_1038"/>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432" name="Google Shape;432;g3ea281de57b_0_1038"/>
          <p:cNvSpPr txBox="1"/>
          <p:nvPr/>
        </p:nvSpPr>
        <p:spPr>
          <a:xfrm>
            <a:off x="324000" y="45525"/>
            <a:ext cx="10497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Lexend"/>
                <a:ea typeface="Lexend"/>
                <a:cs typeface="Lexend"/>
                <a:sym typeface="Lexend"/>
              </a:rPr>
              <a:t>Task B</a:t>
            </a:r>
            <a:endParaRPr b="1" i="0" sz="2000" u="none" cap="none" strike="noStrike">
              <a:solidFill>
                <a:schemeClr val="lt1"/>
              </a:solidFill>
              <a:latin typeface="Lexend"/>
              <a:ea typeface="Lexend"/>
              <a:cs typeface="Lexend"/>
              <a:sym typeface="Lexend"/>
            </a:endParaRPr>
          </a:p>
        </p:txBody>
      </p:sp>
      <p:sp>
        <p:nvSpPr>
          <p:cNvPr id="433" name="Google Shape;433;g3ea281de57b_0_1038"/>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30000"/>
              </a:lnSpc>
              <a:spcBef>
                <a:spcPts val="1000"/>
              </a:spcBef>
              <a:spcAft>
                <a:spcPts val="0"/>
              </a:spcAft>
              <a:buClr>
                <a:schemeClr val="lt1"/>
              </a:buClr>
              <a:buSzPts val="2100"/>
              <a:buNone/>
              <a:defRPr>
                <a:solidFill>
                  <a:schemeClr val="lt1"/>
                </a:solidFill>
              </a:defRPr>
            </a:lvl2pPr>
            <a:lvl3pPr lvl="2" algn="l">
              <a:lnSpc>
                <a:spcPct val="130000"/>
              </a:lnSpc>
              <a:spcBef>
                <a:spcPts val="1000"/>
              </a:spcBef>
              <a:spcAft>
                <a:spcPts val="0"/>
              </a:spcAft>
              <a:buClr>
                <a:schemeClr val="lt1"/>
              </a:buClr>
              <a:buSzPts val="2000"/>
              <a:buNone/>
              <a:defRPr>
                <a:solidFill>
                  <a:schemeClr val="lt1"/>
                </a:solidFill>
              </a:defRPr>
            </a:lvl3pPr>
            <a:lvl4pPr lvl="3" algn="l">
              <a:lnSpc>
                <a:spcPct val="130000"/>
              </a:lnSpc>
              <a:spcBef>
                <a:spcPts val="800"/>
              </a:spcBef>
              <a:spcAft>
                <a:spcPts val="0"/>
              </a:spcAft>
              <a:buClr>
                <a:schemeClr val="lt1"/>
              </a:buClr>
              <a:buSzPts val="1900"/>
              <a:buNone/>
              <a:defRPr>
                <a:solidFill>
                  <a:schemeClr val="lt1"/>
                </a:solidFill>
              </a:defRPr>
            </a:lvl4pPr>
            <a:lvl5pPr lvl="4" algn="l">
              <a:lnSpc>
                <a:spcPct val="130000"/>
              </a:lnSpc>
              <a:spcBef>
                <a:spcPts val="800"/>
              </a:spcBef>
              <a:spcAft>
                <a:spcPts val="0"/>
              </a:spcAft>
              <a:buClr>
                <a:schemeClr val="lt1"/>
              </a:buClr>
              <a:buSzPts val="1800"/>
              <a:buNone/>
              <a:defRPr>
                <a:solidFill>
                  <a:schemeClr val="lt1"/>
                </a:solidFill>
              </a:defRPr>
            </a:lvl5pPr>
            <a:lvl6pPr lvl="5" algn="l">
              <a:lnSpc>
                <a:spcPct val="130000"/>
              </a:lnSpc>
              <a:spcBef>
                <a:spcPts val="600"/>
              </a:spcBef>
              <a:spcAft>
                <a:spcPts val="0"/>
              </a:spcAft>
              <a:buClr>
                <a:schemeClr val="lt1"/>
              </a:buClr>
              <a:buSzPts val="1800"/>
              <a:buNone/>
              <a:defRPr>
                <a:solidFill>
                  <a:schemeClr val="lt1"/>
                </a:solidFill>
              </a:defRPr>
            </a:lvl6pPr>
            <a:lvl7pPr lvl="6" algn="l">
              <a:lnSpc>
                <a:spcPct val="130000"/>
              </a:lnSpc>
              <a:spcBef>
                <a:spcPts val="600"/>
              </a:spcBef>
              <a:spcAft>
                <a:spcPts val="0"/>
              </a:spcAft>
              <a:buClr>
                <a:schemeClr val="lt1"/>
              </a:buClr>
              <a:buSzPts val="1800"/>
              <a:buNone/>
              <a:defRPr>
                <a:solidFill>
                  <a:schemeClr val="lt1"/>
                </a:solidFill>
              </a:defRPr>
            </a:lvl7pPr>
            <a:lvl8pPr lvl="7" algn="l">
              <a:lnSpc>
                <a:spcPct val="130000"/>
              </a:lnSpc>
              <a:spcBef>
                <a:spcPts val="400"/>
              </a:spcBef>
              <a:spcAft>
                <a:spcPts val="0"/>
              </a:spcAft>
              <a:buClr>
                <a:schemeClr val="lt1"/>
              </a:buClr>
              <a:buSzPts val="1800"/>
              <a:buNone/>
              <a:defRPr>
                <a:solidFill>
                  <a:schemeClr val="lt1"/>
                </a:solidFill>
              </a:defRPr>
            </a:lvl8pPr>
            <a:lvl9pPr lvl="8" algn="l">
              <a:lnSpc>
                <a:spcPct val="130000"/>
              </a:lnSpc>
              <a:spcBef>
                <a:spcPts val="400"/>
              </a:spcBef>
              <a:spcAft>
                <a:spcPts val="200"/>
              </a:spcAft>
              <a:buClr>
                <a:schemeClr val="lt1"/>
              </a:buClr>
              <a:buSzPts val="1800"/>
              <a:buNone/>
              <a:defRPr>
                <a:solidFill>
                  <a:schemeClr val="lt1"/>
                </a:solidFill>
              </a:defRPr>
            </a:lvl9pPr>
          </a:lstStyle>
          <a:p/>
        </p:txBody>
      </p:sp>
      <p:sp>
        <p:nvSpPr>
          <p:cNvPr id="434" name="Google Shape;434;g3ea281de57b_0_10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435" name="Google Shape;435;g3ea281de57b_0_10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1">
  <p:cSld name="TITLE_AND_TWO_COLUMNS_1_1_5_1_2_1_2">
    <p:spTree>
      <p:nvGrpSpPr>
        <p:cNvPr id="436" name="Shape 436"/>
        <p:cNvGrpSpPr/>
        <p:nvPr/>
      </p:nvGrpSpPr>
      <p:grpSpPr>
        <a:xfrm>
          <a:off x="0" y="0"/>
          <a:ext cx="0" cy="0"/>
          <a:chOff x="0" y="0"/>
          <a:chExt cx="0" cy="0"/>
        </a:xfrm>
      </p:grpSpPr>
      <p:sp>
        <p:nvSpPr>
          <p:cNvPr id="437" name="Google Shape;437;g3ea281de57b_0_104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8" name="Google Shape;438;g3ea281de57b_0_1046"/>
          <p:cNvPicPr preferRelativeResize="0"/>
          <p:nvPr/>
        </p:nvPicPr>
        <p:blipFill rotWithShape="1">
          <a:blip r:embed="rId2">
            <a:alphaModFix/>
          </a:blip>
          <a:srcRect b="1710" l="0" r="0" t="1700"/>
          <a:stretch/>
        </p:blipFill>
        <p:spPr>
          <a:xfrm>
            <a:off x="0" y="535825"/>
            <a:ext cx="9151202" cy="116709"/>
          </a:xfrm>
          <a:prstGeom prst="rect">
            <a:avLst/>
          </a:prstGeom>
          <a:noFill/>
          <a:ln>
            <a:noFill/>
          </a:ln>
        </p:spPr>
      </p:pic>
      <p:sp>
        <p:nvSpPr>
          <p:cNvPr id="439" name="Google Shape;439;g3ea281de57b_0_1046"/>
          <p:cNvSpPr txBox="1"/>
          <p:nvPr>
            <p:ph idx="1" type="body"/>
          </p:nvPr>
        </p:nvSpPr>
        <p:spPr>
          <a:xfrm>
            <a:off x="324000" y="1080000"/>
            <a:ext cx="8113800" cy="37404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440" name="Google Shape;440;g3ea281de57b_0_1046"/>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Summary</a:t>
            </a:r>
            <a:endParaRPr b="1" i="0" sz="2000" u="none" cap="none" strike="noStrike">
              <a:solidFill>
                <a:schemeClr val="dk1"/>
              </a:solidFill>
              <a:latin typeface="Lexend"/>
              <a:ea typeface="Lexend"/>
              <a:cs typeface="Lexend"/>
              <a:sym typeface="Lexend"/>
            </a:endParaRPr>
          </a:p>
        </p:txBody>
      </p:sp>
      <p:sp>
        <p:nvSpPr>
          <p:cNvPr id="441" name="Google Shape;441;g3ea281de57b_0_1046"/>
          <p:cNvSpPr txBox="1"/>
          <p:nvPr>
            <p:ph type="title"/>
          </p:nvPr>
        </p:nvSpPr>
        <p:spPr>
          <a:xfrm>
            <a:off x="1684800" y="157525"/>
            <a:ext cx="5741400" cy="382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442" name="Shape 442"/>
        <p:cNvGrpSpPr/>
        <p:nvPr/>
      </p:nvGrpSpPr>
      <p:grpSpPr>
        <a:xfrm>
          <a:off x="0" y="0"/>
          <a:ext cx="0" cy="0"/>
          <a:chOff x="0" y="0"/>
          <a:chExt cx="0" cy="0"/>
        </a:xfrm>
      </p:grpSpPr>
      <p:pic>
        <p:nvPicPr>
          <p:cNvPr id="443" name="Google Shape;443;g3ea281de57b_0_1052"/>
          <p:cNvPicPr preferRelativeResize="0"/>
          <p:nvPr/>
        </p:nvPicPr>
        <p:blipFill rotWithShape="1">
          <a:blip r:embed="rId2">
            <a:alphaModFix/>
          </a:blip>
          <a:srcRect b="0" l="0" r="0" t="0"/>
          <a:stretch/>
        </p:blipFill>
        <p:spPr>
          <a:xfrm>
            <a:off x="347200" y="1111870"/>
            <a:ext cx="7945600" cy="2919776"/>
          </a:xfrm>
          <a:prstGeom prst="rect">
            <a:avLst/>
          </a:prstGeom>
          <a:noFill/>
          <a:ln>
            <a:noFill/>
          </a:ln>
        </p:spPr>
      </p:pic>
      <p:sp>
        <p:nvSpPr>
          <p:cNvPr id="444" name="Google Shape;444;g3ea281de57b_0_1052"/>
          <p:cNvSpPr txBox="1"/>
          <p:nvPr>
            <p:ph idx="1" type="subTitle"/>
          </p:nvPr>
        </p:nvSpPr>
        <p:spPr>
          <a:xfrm>
            <a:off x="661775" y="1190413"/>
            <a:ext cx="7351200" cy="27627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800"/>
              <a:buNone/>
              <a:defRPr sz="1800"/>
            </a:lvl1pPr>
            <a:lvl2pPr lvl="1" algn="l">
              <a:lnSpc>
                <a:spcPct val="130000"/>
              </a:lnSpc>
              <a:spcBef>
                <a:spcPts val="1000"/>
              </a:spcBef>
              <a:spcAft>
                <a:spcPts val="0"/>
              </a:spcAft>
              <a:buSzPts val="1800"/>
              <a:buNone/>
              <a:defRPr sz="1800"/>
            </a:lvl2pPr>
            <a:lvl3pPr lvl="2" algn="l">
              <a:lnSpc>
                <a:spcPct val="130000"/>
              </a:lnSpc>
              <a:spcBef>
                <a:spcPts val="1000"/>
              </a:spcBef>
              <a:spcAft>
                <a:spcPts val="0"/>
              </a:spcAft>
              <a:buSzPts val="1800"/>
              <a:buNone/>
              <a:defRPr sz="1800"/>
            </a:lvl3pPr>
            <a:lvl4pPr lvl="3" algn="l">
              <a:lnSpc>
                <a:spcPct val="130000"/>
              </a:lnSpc>
              <a:spcBef>
                <a:spcPts val="800"/>
              </a:spcBef>
              <a:spcAft>
                <a:spcPts val="0"/>
              </a:spcAft>
              <a:buSzPts val="1800"/>
              <a:buNone/>
              <a:defRPr sz="1800"/>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445" name="Shape 445"/>
        <p:cNvGrpSpPr/>
        <p:nvPr/>
      </p:nvGrpSpPr>
      <p:grpSpPr>
        <a:xfrm>
          <a:off x="0" y="0"/>
          <a:ext cx="0" cy="0"/>
          <a:chOff x="0" y="0"/>
          <a:chExt cx="0" cy="0"/>
        </a:xfrm>
      </p:grpSpPr>
      <p:pic>
        <p:nvPicPr>
          <p:cNvPr id="446" name="Google Shape;446;g3ea281de57b_0_1055"/>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sp>
        <p:nvSpPr>
          <p:cNvPr id="447" name="Google Shape;447;g3ea281de57b_0_105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English</a:t>
            </a:r>
            <a:endParaRPr b="1" i="0" sz="1700" u="none" cap="none" strike="noStrike">
              <a:solidFill>
                <a:srgbClr val="000000"/>
              </a:solidFill>
              <a:latin typeface="Lexend"/>
              <a:ea typeface="Lexend"/>
              <a:cs typeface="Lexend"/>
              <a:sym typeface="Lexend"/>
            </a:endParaRPr>
          </a:p>
        </p:txBody>
      </p:sp>
      <p:sp>
        <p:nvSpPr>
          <p:cNvPr id="448" name="Google Shape;448;g3ea281de57b_0_1055"/>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49" name="Google Shape;449;g3ea281de57b_0_1055"/>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450" name="Google Shape;450;g3ea281de57b_0_105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451" name="Google Shape;451;g3ea281de57b_0_105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52" name="Google Shape;452;g3ea281de57b_0_105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453" name="Shape 453"/>
        <p:cNvGrpSpPr/>
        <p:nvPr/>
      </p:nvGrpSpPr>
      <p:grpSpPr>
        <a:xfrm>
          <a:off x="0" y="0"/>
          <a:ext cx="0" cy="0"/>
          <a:chOff x="0" y="0"/>
          <a:chExt cx="0" cy="0"/>
        </a:xfrm>
      </p:grpSpPr>
      <p:pic>
        <p:nvPicPr>
          <p:cNvPr id="454" name="Google Shape;454;g3ea281de57b_0_106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55" name="Google Shape;455;g3ea281de57b_0_106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56" name="Google Shape;456;g3ea281de57b_0_106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Maths</a:t>
            </a:r>
            <a:endParaRPr b="1" i="0" sz="1700" u="none" cap="none" strike="noStrike">
              <a:solidFill>
                <a:srgbClr val="000000"/>
              </a:solidFill>
              <a:latin typeface="Lexend"/>
              <a:ea typeface="Lexend"/>
              <a:cs typeface="Lexend"/>
              <a:sym typeface="Lexend"/>
            </a:endParaRPr>
          </a:p>
        </p:txBody>
      </p:sp>
      <p:sp>
        <p:nvSpPr>
          <p:cNvPr id="457" name="Google Shape;457;g3ea281de57b_0_106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458" name="Google Shape;458;g3ea281de57b_0_106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459" name="Google Shape;459;g3ea281de57b_0_106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pic>
        <p:nvPicPr>
          <p:cNvPr id="460" name="Google Shape;460;g3ea281de57b_0_1063"/>
          <p:cNvPicPr preferRelativeResize="0"/>
          <p:nvPr/>
        </p:nvPicPr>
        <p:blipFill rotWithShape="1">
          <a:blip r:embed="rId4">
            <a:alphaModFix/>
          </a:blip>
          <a:srcRect b="0" l="6209" r="6210" t="0"/>
          <a:stretch/>
        </p:blipFill>
        <p:spPr>
          <a:xfrm>
            <a:off x="324000" y="4008600"/>
            <a:ext cx="707200" cy="1280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461" name="Shape 461"/>
        <p:cNvGrpSpPr/>
        <p:nvPr/>
      </p:nvGrpSpPr>
      <p:grpSpPr>
        <a:xfrm>
          <a:off x="0" y="0"/>
          <a:ext cx="0" cy="0"/>
          <a:chOff x="0" y="0"/>
          <a:chExt cx="0" cy="0"/>
        </a:xfrm>
      </p:grpSpPr>
      <p:pic>
        <p:nvPicPr>
          <p:cNvPr id="462" name="Google Shape;462;g3ea281de57b_0_1071"/>
          <p:cNvPicPr preferRelativeResize="0"/>
          <p:nvPr/>
        </p:nvPicPr>
        <p:blipFill rotWithShape="1">
          <a:blip r:embed="rId2">
            <a:alphaModFix/>
          </a:blip>
          <a:srcRect b="0" l="6209" r="6210" t="0"/>
          <a:stretch/>
        </p:blipFill>
        <p:spPr>
          <a:xfrm>
            <a:off x="324000" y="4008600"/>
            <a:ext cx="1259825" cy="128000"/>
          </a:xfrm>
          <a:prstGeom prst="rect">
            <a:avLst/>
          </a:prstGeom>
          <a:noFill/>
          <a:ln>
            <a:noFill/>
          </a:ln>
        </p:spPr>
      </p:pic>
      <p:pic>
        <p:nvPicPr>
          <p:cNvPr id="463" name="Google Shape;463;g3ea281de57b_0_1071"/>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464" name="Google Shape;464;g3ea281de57b_0_107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5" name="Google Shape;465;g3ea281de57b_0_107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Geography</a:t>
            </a:r>
            <a:endParaRPr b="1" i="0" sz="1700" u="none" cap="none" strike="noStrike">
              <a:solidFill>
                <a:srgbClr val="000000"/>
              </a:solidFill>
              <a:latin typeface="Lexend"/>
              <a:ea typeface="Lexend"/>
              <a:cs typeface="Lexend"/>
              <a:sym typeface="Lexend"/>
            </a:endParaRPr>
          </a:p>
        </p:txBody>
      </p:sp>
      <p:sp>
        <p:nvSpPr>
          <p:cNvPr id="466" name="Google Shape;466;g3ea281de57b_0_1071"/>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467" name="Google Shape;467;g3ea281de57b_0_1071"/>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468" name="Google Shape;468;g3ea281de57b_0_1071"/>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469" name="Shape 469"/>
        <p:cNvGrpSpPr/>
        <p:nvPr/>
      </p:nvGrpSpPr>
      <p:grpSpPr>
        <a:xfrm>
          <a:off x="0" y="0"/>
          <a:ext cx="0" cy="0"/>
          <a:chOff x="0" y="0"/>
          <a:chExt cx="0" cy="0"/>
        </a:xfrm>
      </p:grpSpPr>
      <p:pic>
        <p:nvPicPr>
          <p:cNvPr id="470" name="Google Shape;470;g3ea281de57b_0_1079"/>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sp>
        <p:nvSpPr>
          <p:cNvPr id="471" name="Google Shape;471;g3ea281de57b_0_107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2" name="Google Shape;472;g3ea281de57b_0_107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History</a:t>
            </a:r>
            <a:endParaRPr b="1" i="0" sz="1700" u="none" cap="none" strike="noStrike">
              <a:solidFill>
                <a:srgbClr val="000000"/>
              </a:solidFill>
              <a:latin typeface="Lexend"/>
              <a:ea typeface="Lexend"/>
              <a:cs typeface="Lexend"/>
              <a:sym typeface="Lexend"/>
            </a:endParaRPr>
          </a:p>
        </p:txBody>
      </p:sp>
      <p:sp>
        <p:nvSpPr>
          <p:cNvPr id="473" name="Google Shape;473;g3ea281de57b_0_1079"/>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474" name="Google Shape;474;g3ea281de57b_0_107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475" name="Google Shape;475;g3ea281de57b_0_107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476" name="Google Shape;476;g3ea281de57b_0_1079"/>
          <p:cNvGrpSpPr/>
          <p:nvPr/>
        </p:nvGrpSpPr>
        <p:grpSpPr>
          <a:xfrm>
            <a:off x="6156975" y="0"/>
            <a:ext cx="2987025" cy="3854074"/>
            <a:chOff x="6156975" y="0"/>
            <a:chExt cx="2987025" cy="3854074"/>
          </a:xfrm>
        </p:grpSpPr>
        <p:pic>
          <p:nvPicPr>
            <p:cNvPr id="477" name="Google Shape;477;g3ea281de57b_0_107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78" name="Google Shape;478;g3ea281de57b_0_1079"/>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9" name="Google Shape;479;g3ea281de57b_0_1079"/>
            <p:cNvPicPr preferRelativeResize="0"/>
            <p:nvPr/>
          </p:nvPicPr>
          <p:blipFill rotWithShape="1">
            <a:blip r:embed="rId5">
              <a:alphaModFix/>
            </a:blip>
            <a:srcRect b="0" l="0" r="0" t="0"/>
            <a:stretch/>
          </p:blipFill>
          <p:spPr>
            <a:xfrm rot="-378432">
              <a:off x="7001357" y="1317070"/>
              <a:ext cx="1677682" cy="1143462"/>
            </a:xfrm>
            <a:prstGeom prst="rect">
              <a:avLst/>
            </a:prstGeom>
            <a:noFill/>
            <a:ln>
              <a:noFill/>
            </a:ln>
          </p:spPr>
        </p:pic>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80" name="Shape 480"/>
        <p:cNvGrpSpPr/>
        <p:nvPr/>
      </p:nvGrpSpPr>
      <p:grpSpPr>
        <a:xfrm>
          <a:off x="0" y="0"/>
          <a:ext cx="0" cy="0"/>
          <a:chOff x="0" y="0"/>
          <a:chExt cx="0" cy="0"/>
        </a:xfrm>
      </p:grpSpPr>
      <p:pic>
        <p:nvPicPr>
          <p:cNvPr id="481" name="Google Shape;481;g3ea281de57b_0_1090"/>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82" name="Google Shape;482;g3ea281de57b_0_109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83" name="Google Shape;483;g3ea281de57b_0_109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Music</a:t>
            </a:r>
            <a:endParaRPr b="1" i="0" sz="1700" u="none" cap="none" strike="noStrike">
              <a:solidFill>
                <a:srgbClr val="000000"/>
              </a:solidFill>
              <a:latin typeface="Lexend"/>
              <a:ea typeface="Lexend"/>
              <a:cs typeface="Lexend"/>
              <a:sym typeface="Lexend"/>
            </a:endParaRPr>
          </a:p>
        </p:txBody>
      </p:sp>
      <p:sp>
        <p:nvSpPr>
          <p:cNvPr id="484" name="Google Shape;484;g3ea281de57b_0_1090"/>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485" name="Google Shape;485;g3ea281de57b_0_109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486" name="Google Shape;486;g3ea281de57b_0_109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pic>
        <p:nvPicPr>
          <p:cNvPr id="487" name="Google Shape;487;g3ea281de57b_0_1090"/>
          <p:cNvPicPr preferRelativeResize="0"/>
          <p:nvPr/>
        </p:nvPicPr>
        <p:blipFill rotWithShape="1">
          <a:blip r:embed="rId4">
            <a:alphaModFix/>
          </a:blip>
          <a:srcRect b="0" l="6209" r="6210" t="0"/>
          <a:stretch/>
        </p:blipFill>
        <p:spPr>
          <a:xfrm>
            <a:off x="324000" y="4008600"/>
            <a:ext cx="661625" cy="128000"/>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488" name="Shape 488"/>
        <p:cNvGrpSpPr/>
        <p:nvPr/>
      </p:nvGrpSpPr>
      <p:grpSpPr>
        <a:xfrm>
          <a:off x="0" y="0"/>
          <a:ext cx="0" cy="0"/>
          <a:chOff x="0" y="0"/>
          <a:chExt cx="0" cy="0"/>
        </a:xfrm>
      </p:grpSpPr>
      <p:sp>
        <p:nvSpPr>
          <p:cNvPr id="489" name="Google Shape;489;g3ea281de57b_0_109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90" name="Google Shape;490;g3ea281de57b_0_109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Science</a:t>
            </a:r>
            <a:endParaRPr b="1" i="0" sz="1700" u="none" cap="none" strike="noStrike">
              <a:solidFill>
                <a:srgbClr val="000000"/>
              </a:solidFill>
              <a:latin typeface="Lexend"/>
              <a:ea typeface="Lexend"/>
              <a:cs typeface="Lexend"/>
              <a:sym typeface="Lexend"/>
            </a:endParaRPr>
          </a:p>
        </p:txBody>
      </p:sp>
      <p:sp>
        <p:nvSpPr>
          <p:cNvPr id="491" name="Google Shape;491;g3ea281de57b_0_1098"/>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492" name="Google Shape;492;g3ea281de57b_0_1098"/>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493" name="Google Shape;493;g3ea281de57b_0_109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pic>
        <p:nvPicPr>
          <p:cNvPr id="494" name="Google Shape;494;g3ea281de57b_0_1098"/>
          <p:cNvPicPr preferRelativeResize="0"/>
          <p:nvPr/>
        </p:nvPicPr>
        <p:blipFill rotWithShape="1">
          <a:blip r:embed="rId3">
            <a:alphaModFix/>
          </a:blip>
          <a:srcRect b="0" l="6209" r="6210" t="0"/>
          <a:stretch/>
        </p:blipFill>
        <p:spPr>
          <a:xfrm>
            <a:off x="324000" y="4008600"/>
            <a:ext cx="859400" cy="127996"/>
          </a:xfrm>
          <a:prstGeom prst="rect">
            <a:avLst/>
          </a:prstGeom>
          <a:noFill/>
          <a:ln>
            <a:noFill/>
          </a:ln>
        </p:spPr>
      </p:pic>
      <p:grpSp>
        <p:nvGrpSpPr>
          <p:cNvPr id="495" name="Google Shape;495;g3ea281de57b_0_1098"/>
          <p:cNvGrpSpPr/>
          <p:nvPr/>
        </p:nvGrpSpPr>
        <p:grpSpPr>
          <a:xfrm>
            <a:off x="6156975" y="0"/>
            <a:ext cx="2987025" cy="3854074"/>
            <a:chOff x="6156975" y="0"/>
            <a:chExt cx="2987025" cy="3854074"/>
          </a:xfrm>
        </p:grpSpPr>
        <p:pic>
          <p:nvPicPr>
            <p:cNvPr id="496" name="Google Shape;496;g3ea281de57b_0_1098"/>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97" name="Google Shape;497;g3ea281de57b_0_1098"/>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98" name="Google Shape;498;g3ea281de57b_0_1098"/>
            <p:cNvPicPr preferRelativeResize="0"/>
            <p:nvPr/>
          </p:nvPicPr>
          <p:blipFill rotWithShape="1">
            <a:blip r:embed="rId5">
              <a:alphaModFix/>
            </a:blip>
            <a:srcRect b="0" l="0" r="0" t="0"/>
            <a:stretch/>
          </p:blipFill>
          <p:spPr>
            <a:xfrm rot="-311816">
              <a:off x="7083000" y="1110274"/>
              <a:ext cx="1514398" cy="1526398"/>
            </a:xfrm>
            <a:prstGeom prst="rect">
              <a:avLst/>
            </a:prstGeom>
            <a:noFill/>
            <a:ln>
              <a:noFill/>
            </a:ln>
          </p:spPr>
        </p:pic>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499" name="Shape 499"/>
        <p:cNvGrpSpPr/>
        <p:nvPr/>
      </p:nvGrpSpPr>
      <p:grpSpPr>
        <a:xfrm>
          <a:off x="0" y="0"/>
          <a:ext cx="0" cy="0"/>
          <a:chOff x="0" y="0"/>
          <a:chExt cx="0" cy="0"/>
        </a:xfrm>
      </p:grpSpPr>
      <p:pic>
        <p:nvPicPr>
          <p:cNvPr id="500" name="Google Shape;500;g3ea281de57b_0_1109"/>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pic>
        <p:nvPicPr>
          <p:cNvPr id="501" name="Google Shape;501;g3ea281de57b_0_1109"/>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502" name="Google Shape;502;g3ea281de57b_0_110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03" name="Google Shape;503;g3ea281de57b_0_110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Biology</a:t>
            </a:r>
            <a:endParaRPr b="1" i="0" sz="1700" u="none" cap="none" strike="noStrike">
              <a:solidFill>
                <a:srgbClr val="000000"/>
              </a:solidFill>
              <a:latin typeface="Lexend"/>
              <a:ea typeface="Lexend"/>
              <a:cs typeface="Lexend"/>
              <a:sym typeface="Lexend"/>
            </a:endParaRPr>
          </a:p>
        </p:txBody>
      </p:sp>
      <p:sp>
        <p:nvSpPr>
          <p:cNvPr id="504" name="Google Shape;504;g3ea281de57b_0_1109"/>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505" name="Google Shape;505;g3ea281de57b_0_1109"/>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506" name="Google Shape;506;g3ea281de57b_0_110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507" name="Shape 507"/>
        <p:cNvGrpSpPr/>
        <p:nvPr/>
      </p:nvGrpSpPr>
      <p:grpSpPr>
        <a:xfrm>
          <a:off x="0" y="0"/>
          <a:ext cx="0" cy="0"/>
          <a:chOff x="0" y="0"/>
          <a:chExt cx="0" cy="0"/>
        </a:xfrm>
      </p:grpSpPr>
      <p:pic>
        <p:nvPicPr>
          <p:cNvPr id="508" name="Google Shape;508;g3ea281de57b_0_1117"/>
          <p:cNvPicPr preferRelativeResize="0"/>
          <p:nvPr/>
        </p:nvPicPr>
        <p:blipFill rotWithShape="1">
          <a:blip r:embed="rId2">
            <a:alphaModFix/>
          </a:blip>
          <a:srcRect b="0" l="6209" r="6210" t="0"/>
          <a:stretch/>
        </p:blipFill>
        <p:spPr>
          <a:xfrm>
            <a:off x="324000" y="4008600"/>
            <a:ext cx="859400" cy="127996"/>
          </a:xfrm>
          <a:prstGeom prst="rect">
            <a:avLst/>
          </a:prstGeom>
          <a:noFill/>
          <a:ln>
            <a:noFill/>
          </a:ln>
        </p:spPr>
      </p:pic>
      <p:sp>
        <p:nvSpPr>
          <p:cNvPr id="509" name="Google Shape;509;g3ea281de57b_0_11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0" name="Google Shape;510;g3ea281de57b_0_111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Lexend"/>
                <a:ea typeface="Lexend"/>
                <a:cs typeface="Lexend"/>
                <a:sym typeface="Lexend"/>
              </a:rPr>
              <a:t>Physics</a:t>
            </a:r>
            <a:endParaRPr b="1" i="0" sz="1700" u="none" cap="none" strike="noStrike">
              <a:solidFill>
                <a:srgbClr val="000000"/>
              </a:solidFill>
              <a:latin typeface="Lexend"/>
              <a:ea typeface="Lexend"/>
              <a:cs typeface="Lexend"/>
              <a:sym typeface="Lexend"/>
            </a:endParaRPr>
          </a:p>
        </p:txBody>
      </p:sp>
      <p:sp>
        <p:nvSpPr>
          <p:cNvPr id="511" name="Google Shape;511;g3ea281de57b_0_1117"/>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512" name="Google Shape;512;g3ea281de57b_0_111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13" name="Google Shape;513;g3ea281de57b_0_111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Lexend Light"/>
                <a:ea typeface="Lexend Light"/>
                <a:cs typeface="Lexend Light"/>
                <a:sym typeface="Lexend Light"/>
              </a:rPr>
              <a:t>Unit:</a:t>
            </a:r>
            <a:endParaRPr b="0" i="0" sz="1800" u="none" cap="none" strike="noStrike">
              <a:solidFill>
                <a:srgbClr val="000000"/>
              </a:solidFill>
              <a:latin typeface="Lexend Light"/>
              <a:ea typeface="Lexend Light"/>
              <a:cs typeface="Lexend Light"/>
              <a:sym typeface="Lexend Light"/>
            </a:endParaRPr>
          </a:p>
        </p:txBody>
      </p:sp>
      <p:grpSp>
        <p:nvGrpSpPr>
          <p:cNvPr id="514" name="Google Shape;514;g3ea281de57b_0_1117"/>
          <p:cNvGrpSpPr/>
          <p:nvPr/>
        </p:nvGrpSpPr>
        <p:grpSpPr>
          <a:xfrm>
            <a:off x="6156975" y="0"/>
            <a:ext cx="2987025" cy="3854074"/>
            <a:chOff x="6156975" y="0"/>
            <a:chExt cx="2987025" cy="3854074"/>
          </a:xfrm>
        </p:grpSpPr>
        <p:pic>
          <p:nvPicPr>
            <p:cNvPr id="515" name="Google Shape;515;g3ea281de57b_0_111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16" name="Google Shape;516;g3ea281de57b_0_1117"/>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7" name="Google Shape;517;g3ea281de57b_0_1117"/>
            <p:cNvPicPr preferRelativeResize="0"/>
            <p:nvPr/>
          </p:nvPicPr>
          <p:blipFill rotWithShape="1">
            <a:blip r:embed="rId5">
              <a:alphaModFix/>
            </a:blip>
            <a:srcRect b="0" l="0" r="0" t="0"/>
            <a:stretch/>
          </p:blipFill>
          <p:spPr>
            <a:xfrm rot="-384492">
              <a:off x="7235673" y="1037850"/>
              <a:ext cx="1204851" cy="1957577"/>
            </a:xfrm>
            <a:prstGeom prst="rect">
              <a:avLst/>
            </a:prstGeom>
            <a:noFill/>
            <a:ln>
              <a:noFill/>
            </a:ln>
          </p:spPr>
        </p:pic>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518" name="Shape 518"/>
        <p:cNvGrpSpPr/>
        <p:nvPr/>
      </p:nvGrpSpPr>
      <p:grpSpPr>
        <a:xfrm>
          <a:off x="0" y="0"/>
          <a:ext cx="0" cy="0"/>
          <a:chOff x="0" y="0"/>
          <a:chExt cx="0" cy="0"/>
        </a:xfrm>
      </p:grpSpPr>
      <p:sp>
        <p:nvSpPr>
          <p:cNvPr id="519" name="Google Shape;519;g3ea281de57b_0_112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0" name="Google Shape;520;g3ea281de57b_0_1128"/>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521" name="Google Shape;521;g3ea281de57b_0_112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522" name="Google Shape;522;g3ea281de57b_0_1128"/>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523" name="Google Shape;523;g3ea281de57b_0_1128"/>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524" name="Google Shape;524;g3ea281de57b_0_1128"/>
          <p:cNvSpPr txBox="1"/>
          <p:nvPr>
            <p:ph idx="3" type="subTitle"/>
          </p:nvPr>
        </p:nvSpPr>
        <p:spPr>
          <a:xfrm>
            <a:off x="324000" y="21054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525" name="Google Shape;525;g3ea281de57b_0_1128"/>
          <p:cNvSpPr txBox="1"/>
          <p:nvPr>
            <p:ph idx="4" type="subTitle"/>
          </p:nvPr>
        </p:nvSpPr>
        <p:spPr>
          <a:xfrm>
            <a:off x="2699325" y="21054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526" name="Google Shape;526;g3ea281de57b_0_1128"/>
          <p:cNvSpPr txBox="1"/>
          <p:nvPr>
            <p:ph idx="5" type="subTitle"/>
          </p:nvPr>
        </p:nvSpPr>
        <p:spPr>
          <a:xfrm>
            <a:off x="324000" y="34008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527" name="Google Shape;527;g3ea281de57b_0_1128"/>
          <p:cNvSpPr txBox="1"/>
          <p:nvPr>
            <p:ph idx="6" type="subTitle"/>
          </p:nvPr>
        </p:nvSpPr>
        <p:spPr>
          <a:xfrm>
            <a:off x="2699325" y="34008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528" name="Shape 528"/>
        <p:cNvGrpSpPr/>
        <p:nvPr/>
      </p:nvGrpSpPr>
      <p:grpSpPr>
        <a:xfrm>
          <a:off x="0" y="0"/>
          <a:ext cx="0" cy="0"/>
          <a:chOff x="0" y="0"/>
          <a:chExt cx="0" cy="0"/>
        </a:xfrm>
      </p:grpSpPr>
      <p:sp>
        <p:nvSpPr>
          <p:cNvPr id="529" name="Google Shape;529;g3ea281de57b_0_113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0" name="Google Shape;530;g3ea281de57b_0_1138"/>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531" name="Google Shape;531;g3ea281de57b_0_113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532" name="Google Shape;532;g3ea281de57b_0_1138"/>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533" name="Google Shape;533;g3ea281de57b_0_1138"/>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534" name="Google Shape;534;g3ea281de57b_0_1138"/>
          <p:cNvSpPr txBox="1"/>
          <p:nvPr>
            <p:ph idx="3" type="subTitle"/>
          </p:nvPr>
        </p:nvSpPr>
        <p:spPr>
          <a:xfrm>
            <a:off x="324000" y="18006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535" name="Google Shape;535;g3ea281de57b_0_1138"/>
          <p:cNvSpPr txBox="1"/>
          <p:nvPr>
            <p:ph idx="4" type="subTitle"/>
          </p:nvPr>
        </p:nvSpPr>
        <p:spPr>
          <a:xfrm>
            <a:off x="2699325" y="18006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536" name="Google Shape;536;g3ea281de57b_0_1138"/>
          <p:cNvSpPr txBox="1"/>
          <p:nvPr>
            <p:ph idx="5" type="subTitle"/>
          </p:nvPr>
        </p:nvSpPr>
        <p:spPr>
          <a:xfrm>
            <a:off x="324000" y="27912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537" name="Google Shape;537;g3ea281de57b_0_1138"/>
          <p:cNvSpPr txBox="1"/>
          <p:nvPr>
            <p:ph idx="6" type="subTitle"/>
          </p:nvPr>
        </p:nvSpPr>
        <p:spPr>
          <a:xfrm>
            <a:off x="2699325" y="27912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538" name="Google Shape;538;g3ea281de57b_0_1138"/>
          <p:cNvSpPr txBox="1"/>
          <p:nvPr>
            <p:ph idx="7" type="subTitle"/>
          </p:nvPr>
        </p:nvSpPr>
        <p:spPr>
          <a:xfrm>
            <a:off x="324000" y="37818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539" name="Google Shape;539;g3ea281de57b_0_1138"/>
          <p:cNvSpPr txBox="1"/>
          <p:nvPr>
            <p:ph idx="8" type="subTitle"/>
          </p:nvPr>
        </p:nvSpPr>
        <p:spPr>
          <a:xfrm>
            <a:off x="2699325" y="37818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540" name="Shape 540"/>
        <p:cNvGrpSpPr/>
        <p:nvPr/>
      </p:nvGrpSpPr>
      <p:grpSpPr>
        <a:xfrm>
          <a:off x="0" y="0"/>
          <a:ext cx="0" cy="0"/>
          <a:chOff x="0" y="0"/>
          <a:chExt cx="0" cy="0"/>
        </a:xfrm>
      </p:grpSpPr>
      <p:sp>
        <p:nvSpPr>
          <p:cNvPr id="541" name="Google Shape;541;g3ea281de57b_0_1150"/>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42" name="Google Shape;542;g3ea281de57b_0_1150"/>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543" name="Google Shape;543;g3ea281de57b_0_1150"/>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544" name="Google Shape;544;g3ea281de57b_0_1150"/>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545" name="Google Shape;545;g3ea281de57b_0_1150"/>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546" name="Google Shape;546;g3ea281de57b_0_1150"/>
          <p:cNvSpPr txBox="1"/>
          <p:nvPr>
            <p:ph idx="3" type="subTitle"/>
          </p:nvPr>
        </p:nvSpPr>
        <p:spPr>
          <a:xfrm>
            <a:off x="324000" y="24864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547" name="Google Shape;547;g3ea281de57b_0_1150"/>
          <p:cNvSpPr txBox="1"/>
          <p:nvPr>
            <p:ph idx="4" type="subTitle"/>
          </p:nvPr>
        </p:nvSpPr>
        <p:spPr>
          <a:xfrm>
            <a:off x="2699325" y="24864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548" name="Google Shape;548;g3ea281de57b_0_1150"/>
          <p:cNvSpPr txBox="1"/>
          <p:nvPr>
            <p:ph idx="5" type="subTitle"/>
          </p:nvPr>
        </p:nvSpPr>
        <p:spPr>
          <a:xfrm>
            <a:off x="324000" y="41628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549" name="Google Shape;549;g3ea281de57b_0_1150"/>
          <p:cNvSpPr txBox="1"/>
          <p:nvPr>
            <p:ph idx="6" type="subTitle"/>
          </p:nvPr>
        </p:nvSpPr>
        <p:spPr>
          <a:xfrm>
            <a:off x="2699325" y="41628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550" name="Google Shape;550;g3ea281de57b_0_1150"/>
          <p:cNvSpPr txBox="1"/>
          <p:nvPr>
            <p:ph idx="7" type="subTitle"/>
          </p:nvPr>
        </p:nvSpPr>
        <p:spPr>
          <a:xfrm>
            <a:off x="324000" y="16482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551" name="Google Shape;551;g3ea281de57b_0_1150"/>
          <p:cNvSpPr txBox="1"/>
          <p:nvPr>
            <p:ph idx="8" type="subTitle"/>
          </p:nvPr>
        </p:nvSpPr>
        <p:spPr>
          <a:xfrm>
            <a:off x="2699325" y="16482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552" name="Google Shape;552;g3ea281de57b_0_1150"/>
          <p:cNvSpPr txBox="1"/>
          <p:nvPr>
            <p:ph idx="9" type="subTitle"/>
          </p:nvPr>
        </p:nvSpPr>
        <p:spPr>
          <a:xfrm>
            <a:off x="324000" y="33246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553" name="Google Shape;553;g3ea281de57b_0_1150"/>
          <p:cNvSpPr txBox="1"/>
          <p:nvPr>
            <p:ph idx="13" type="subTitle"/>
          </p:nvPr>
        </p:nvSpPr>
        <p:spPr>
          <a:xfrm>
            <a:off x="2699325" y="33246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554" name="Shape 554"/>
        <p:cNvGrpSpPr/>
        <p:nvPr/>
      </p:nvGrpSpPr>
      <p:grpSpPr>
        <a:xfrm>
          <a:off x="0" y="0"/>
          <a:ext cx="0" cy="0"/>
          <a:chOff x="0" y="0"/>
          <a:chExt cx="0" cy="0"/>
        </a:xfrm>
      </p:grpSpPr>
      <p:sp>
        <p:nvSpPr>
          <p:cNvPr id="555" name="Google Shape;555;g3ea281de57b_0_116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6" name="Google Shape;556;g3ea281de57b_0_1164"/>
          <p:cNvPicPr preferRelativeResize="0"/>
          <p:nvPr/>
        </p:nvPicPr>
        <p:blipFill rotWithShape="1">
          <a:blip r:embed="rId2">
            <a:alphaModFix/>
          </a:blip>
          <a:srcRect b="1710" l="0" r="0" t="1700"/>
          <a:stretch/>
        </p:blipFill>
        <p:spPr>
          <a:xfrm>
            <a:off x="0" y="532525"/>
            <a:ext cx="9151202" cy="116709"/>
          </a:xfrm>
          <a:prstGeom prst="rect">
            <a:avLst/>
          </a:prstGeom>
          <a:noFill/>
          <a:ln>
            <a:noFill/>
          </a:ln>
        </p:spPr>
      </p:pic>
      <p:sp>
        <p:nvSpPr>
          <p:cNvPr id="557" name="Google Shape;557;g3ea281de57b_0_116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558" name="Google Shape;558;g3ea281de57b_0_1164"/>
          <p:cNvSpPr txBox="1"/>
          <p:nvPr>
            <p:ph idx="1" type="subTitle"/>
          </p:nvPr>
        </p:nvSpPr>
        <p:spPr>
          <a:xfrm>
            <a:off x="324000" y="8100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559" name="Google Shape;559;g3ea281de57b_0_1164"/>
          <p:cNvSpPr txBox="1"/>
          <p:nvPr>
            <p:ph idx="2" type="subTitle"/>
          </p:nvPr>
        </p:nvSpPr>
        <p:spPr>
          <a:xfrm>
            <a:off x="2699325" y="8100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560" name="Google Shape;560;g3ea281de57b_0_1164"/>
          <p:cNvSpPr txBox="1"/>
          <p:nvPr>
            <p:ph idx="3" type="subTitle"/>
          </p:nvPr>
        </p:nvSpPr>
        <p:spPr>
          <a:xfrm>
            <a:off x="324000" y="2562600"/>
            <a:ext cx="22035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lgn="l">
              <a:lnSpc>
                <a:spcPct val="130000"/>
              </a:lnSpc>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lgn="l">
              <a:lnSpc>
                <a:spcPct val="130000"/>
              </a:lnSpc>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lgn="l">
              <a:lnSpc>
                <a:spcPct val="130000"/>
              </a:lnSpc>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lgn="l">
              <a:lnSpc>
                <a:spcPct val="130000"/>
              </a:lnSpc>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lgn="l">
              <a:lnSpc>
                <a:spcPct val="130000"/>
              </a:lnSpc>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lgn="l">
              <a:lnSpc>
                <a:spcPct val="130000"/>
              </a:lnSpc>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561" name="Google Shape;561;g3ea281de57b_0_1164"/>
          <p:cNvSpPr txBox="1"/>
          <p:nvPr>
            <p:ph idx="4" type="subTitle"/>
          </p:nvPr>
        </p:nvSpPr>
        <p:spPr>
          <a:xfrm>
            <a:off x="2699325" y="2562600"/>
            <a:ext cx="4047900" cy="487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82828"/>
              </a:buClr>
              <a:buSzPts val="1800"/>
              <a:buNone/>
              <a:defRPr sz="1800">
                <a:solidFill>
                  <a:srgbClr val="282828"/>
                </a:solidFill>
              </a:defRPr>
            </a:lvl1pPr>
            <a:lvl2pPr lvl="1" algn="l">
              <a:lnSpc>
                <a:spcPct val="130000"/>
              </a:lnSpc>
              <a:spcBef>
                <a:spcPts val="1000"/>
              </a:spcBef>
              <a:spcAft>
                <a:spcPts val="0"/>
              </a:spcAft>
              <a:buClr>
                <a:srgbClr val="282828"/>
              </a:buClr>
              <a:buSzPts val="1800"/>
              <a:buNone/>
              <a:defRPr sz="1800">
                <a:solidFill>
                  <a:srgbClr val="282828"/>
                </a:solidFill>
              </a:defRPr>
            </a:lvl2pPr>
            <a:lvl3pPr lvl="2" algn="l">
              <a:lnSpc>
                <a:spcPct val="130000"/>
              </a:lnSpc>
              <a:spcBef>
                <a:spcPts val="1000"/>
              </a:spcBef>
              <a:spcAft>
                <a:spcPts val="0"/>
              </a:spcAft>
              <a:buClr>
                <a:srgbClr val="282828"/>
              </a:buClr>
              <a:buSzPts val="1800"/>
              <a:buNone/>
              <a:defRPr sz="1800">
                <a:solidFill>
                  <a:srgbClr val="282828"/>
                </a:solidFill>
              </a:defRPr>
            </a:lvl3pPr>
            <a:lvl4pPr lvl="3" algn="l">
              <a:lnSpc>
                <a:spcPct val="130000"/>
              </a:lnSpc>
              <a:spcBef>
                <a:spcPts val="800"/>
              </a:spcBef>
              <a:spcAft>
                <a:spcPts val="0"/>
              </a:spcAft>
              <a:buClr>
                <a:srgbClr val="282828"/>
              </a:buClr>
              <a:buSzPts val="1800"/>
              <a:buNone/>
              <a:defRPr sz="1800">
                <a:solidFill>
                  <a:srgbClr val="282828"/>
                </a:solidFill>
              </a:defRPr>
            </a:lvl4pPr>
            <a:lvl5pPr lvl="4" algn="l">
              <a:lnSpc>
                <a:spcPct val="130000"/>
              </a:lnSpc>
              <a:spcBef>
                <a:spcPts val="800"/>
              </a:spcBef>
              <a:spcAft>
                <a:spcPts val="0"/>
              </a:spcAft>
              <a:buClr>
                <a:srgbClr val="282828"/>
              </a:buClr>
              <a:buSzPts val="1800"/>
              <a:buNone/>
              <a:defRPr>
                <a:solidFill>
                  <a:srgbClr val="282828"/>
                </a:solidFill>
              </a:defRPr>
            </a:lvl5pPr>
            <a:lvl6pPr lvl="5" algn="l">
              <a:lnSpc>
                <a:spcPct val="130000"/>
              </a:lnSpc>
              <a:spcBef>
                <a:spcPts val="600"/>
              </a:spcBef>
              <a:spcAft>
                <a:spcPts val="0"/>
              </a:spcAft>
              <a:buClr>
                <a:srgbClr val="282828"/>
              </a:buClr>
              <a:buSzPts val="1800"/>
              <a:buNone/>
              <a:defRPr>
                <a:solidFill>
                  <a:srgbClr val="282828"/>
                </a:solidFill>
              </a:defRPr>
            </a:lvl6pPr>
            <a:lvl7pPr lvl="6" algn="l">
              <a:lnSpc>
                <a:spcPct val="130000"/>
              </a:lnSpc>
              <a:spcBef>
                <a:spcPts val="600"/>
              </a:spcBef>
              <a:spcAft>
                <a:spcPts val="0"/>
              </a:spcAft>
              <a:buClr>
                <a:srgbClr val="282828"/>
              </a:buClr>
              <a:buSzPts val="1800"/>
              <a:buNone/>
              <a:defRPr>
                <a:solidFill>
                  <a:srgbClr val="282828"/>
                </a:solidFill>
              </a:defRPr>
            </a:lvl7pPr>
            <a:lvl8pPr lvl="7" algn="l">
              <a:lnSpc>
                <a:spcPct val="130000"/>
              </a:lnSpc>
              <a:spcBef>
                <a:spcPts val="400"/>
              </a:spcBef>
              <a:spcAft>
                <a:spcPts val="0"/>
              </a:spcAft>
              <a:buClr>
                <a:srgbClr val="282828"/>
              </a:buClr>
              <a:buSzPts val="1800"/>
              <a:buNone/>
              <a:defRPr>
                <a:solidFill>
                  <a:srgbClr val="282828"/>
                </a:solidFill>
              </a:defRPr>
            </a:lvl8pPr>
            <a:lvl9pPr lvl="8" algn="l">
              <a:lnSpc>
                <a:spcPct val="130000"/>
              </a:lnSpc>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562" name="Shape 562"/>
        <p:cNvGrpSpPr/>
        <p:nvPr/>
      </p:nvGrpSpPr>
      <p:grpSpPr>
        <a:xfrm>
          <a:off x="0" y="0"/>
          <a:ext cx="0" cy="0"/>
          <a:chOff x="0" y="0"/>
          <a:chExt cx="0" cy="0"/>
        </a:xfrm>
      </p:grpSpPr>
      <p:pic>
        <p:nvPicPr>
          <p:cNvPr id="563" name="Google Shape;563;g3ea281de57b_0_1172"/>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564" name="Google Shape;564;g3ea281de57b_0_1172"/>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565" name="Google Shape;565;g3ea281de57b_0_1172"/>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566" name="Google Shape;566;g3ea281de57b_0_1172"/>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567" name="Google Shape;567;g3ea281de57b_0_1172"/>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568" name="Google Shape;568;g3ea281de57b_0_1172"/>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569" name="Google Shape;569;g3ea281de57b_0_1172"/>
          <p:cNvCxnSpPr>
            <a:endCxn id="570" idx="2"/>
          </p:cNvCxnSpPr>
          <p:nvPr/>
        </p:nvCxnSpPr>
        <p:spPr>
          <a:xfrm>
            <a:off x="647802" y="1841897"/>
            <a:ext cx="0" cy="2366400"/>
          </a:xfrm>
          <a:prstGeom prst="straightConnector1">
            <a:avLst/>
          </a:prstGeom>
          <a:noFill/>
          <a:ln cap="flat" cmpd="sng" w="38100">
            <a:solidFill>
              <a:srgbClr val="282828"/>
            </a:solidFill>
            <a:prstDash val="solid"/>
            <a:round/>
            <a:headEnd len="sm" w="sm" type="none"/>
            <a:tailEnd len="sm" w="sm" type="none"/>
          </a:ln>
        </p:spPr>
      </p:cxnSp>
      <p:pic>
        <p:nvPicPr>
          <p:cNvPr id="570" name="Google Shape;570;g3ea281de57b_0_1172"/>
          <p:cNvPicPr preferRelativeResize="0"/>
          <p:nvPr/>
        </p:nvPicPr>
        <p:blipFill rotWithShape="1">
          <a:blip r:embed="rId6">
            <a:alphaModFix/>
          </a:blip>
          <a:srcRect b="0" l="0" r="0" t="0"/>
          <a:stretch/>
        </p:blipFill>
        <p:spPr>
          <a:xfrm>
            <a:off x="366079" y="3636220"/>
            <a:ext cx="563446" cy="572077"/>
          </a:xfrm>
          <a:prstGeom prst="rect">
            <a:avLst/>
          </a:prstGeom>
          <a:noFill/>
          <a:ln>
            <a:noFill/>
          </a:ln>
        </p:spPr>
      </p:pic>
      <p:pic>
        <p:nvPicPr>
          <p:cNvPr id="571" name="Google Shape;571;g3ea281de57b_0_1172"/>
          <p:cNvPicPr preferRelativeResize="0"/>
          <p:nvPr/>
        </p:nvPicPr>
        <p:blipFill rotWithShape="1">
          <a:blip r:embed="rId7">
            <a:alphaModFix/>
          </a:blip>
          <a:srcRect b="0" l="0" r="0" t="0"/>
          <a:stretch/>
        </p:blipFill>
        <p:spPr>
          <a:xfrm>
            <a:off x="363482" y="1682508"/>
            <a:ext cx="563185" cy="572092"/>
          </a:xfrm>
          <a:prstGeom prst="rect">
            <a:avLst/>
          </a:prstGeom>
          <a:noFill/>
          <a:ln>
            <a:noFill/>
          </a:ln>
        </p:spPr>
      </p:pic>
      <p:sp>
        <p:nvSpPr>
          <p:cNvPr id="572" name="Google Shape;572;g3ea281de57b_0_1172"/>
          <p:cNvSpPr txBox="1"/>
          <p:nvPr>
            <p:ph type="title"/>
          </p:nvPr>
        </p:nvSpPr>
        <p:spPr>
          <a:xfrm>
            <a:off x="1225200" y="1779713"/>
            <a:ext cx="68508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573" name="Google Shape;573;g3ea281de57b_0_1172"/>
          <p:cNvSpPr txBox="1"/>
          <p:nvPr>
            <p:ph idx="2" type="title"/>
          </p:nvPr>
        </p:nvSpPr>
        <p:spPr>
          <a:xfrm>
            <a:off x="1225200" y="2804800"/>
            <a:ext cx="68508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574" name="Google Shape;574;g3ea281de57b_0_1172"/>
          <p:cNvSpPr txBox="1"/>
          <p:nvPr>
            <p:ph idx="3" type="title"/>
          </p:nvPr>
        </p:nvSpPr>
        <p:spPr>
          <a:xfrm>
            <a:off x="1225200" y="3739189"/>
            <a:ext cx="6850800" cy="3693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pic>
        <p:nvPicPr>
          <p:cNvPr id="575" name="Google Shape;575;g3ea281de57b_0_1172"/>
          <p:cNvPicPr preferRelativeResize="0"/>
          <p:nvPr/>
        </p:nvPicPr>
        <p:blipFill rotWithShape="1">
          <a:blip r:embed="rId8">
            <a:alphaModFix/>
          </a:blip>
          <a:srcRect b="0" l="0" r="0" t="0"/>
          <a:stretch/>
        </p:blipFill>
        <p:spPr>
          <a:xfrm>
            <a:off x="363340" y="2703416"/>
            <a:ext cx="563446" cy="572077"/>
          </a:xfrm>
          <a:prstGeom prst="rect">
            <a:avLst/>
          </a:prstGeom>
          <a:noFill/>
          <a:ln>
            <a:noFill/>
          </a:ln>
        </p:spPr>
      </p:pic>
      <p:sp>
        <p:nvSpPr>
          <p:cNvPr id="576" name="Google Shape;576;g3ea281de57b_0_1172"/>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77" name="Google Shape;577;g3ea281de57b_0_1172"/>
          <p:cNvPicPr preferRelativeResize="0"/>
          <p:nvPr/>
        </p:nvPicPr>
        <p:blipFill rotWithShape="1">
          <a:blip r:embed="rId9">
            <a:alphaModFix/>
          </a:blip>
          <a:srcRect b="1710" l="0" r="0" t="1700"/>
          <a:stretch/>
        </p:blipFill>
        <p:spPr>
          <a:xfrm>
            <a:off x="-12" y="481650"/>
            <a:ext cx="9151202" cy="116709"/>
          </a:xfrm>
          <a:prstGeom prst="rect">
            <a:avLst/>
          </a:prstGeom>
          <a:noFill/>
          <a:ln>
            <a:noFill/>
          </a:ln>
        </p:spPr>
      </p:pic>
      <p:sp>
        <p:nvSpPr>
          <p:cNvPr id="578" name="Google Shape;578;g3ea281de57b_0_1172"/>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579" name="Google Shape;579;g3ea281de57b_0_1172"/>
          <p:cNvSpPr txBox="1"/>
          <p:nvPr>
            <p:ph idx="4"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580" name="Shape 580"/>
        <p:cNvGrpSpPr/>
        <p:nvPr/>
      </p:nvGrpSpPr>
      <p:grpSpPr>
        <a:xfrm>
          <a:off x="0" y="0"/>
          <a:ext cx="0" cy="0"/>
          <a:chOff x="0" y="0"/>
          <a:chExt cx="0" cy="0"/>
        </a:xfrm>
      </p:grpSpPr>
      <p:pic>
        <p:nvPicPr>
          <p:cNvPr id="581" name="Google Shape;581;g3ea281de57b_0_1190"/>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582" name="Google Shape;582;g3ea281de57b_0_1190"/>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583" name="Google Shape;583;g3ea281de57b_0_1190"/>
          <p:cNvPicPr preferRelativeResize="0"/>
          <p:nvPr/>
        </p:nvPicPr>
        <p:blipFill rotWithShape="1">
          <a:blip r:embed="rId4">
            <a:alphaModFix/>
          </a:blip>
          <a:srcRect b="4397" l="0" r="0" t="4387"/>
          <a:stretch/>
        </p:blipFill>
        <p:spPr>
          <a:xfrm>
            <a:off x="863550" y="3971358"/>
            <a:ext cx="7439126" cy="563217"/>
          </a:xfrm>
          <a:prstGeom prst="rect">
            <a:avLst/>
          </a:prstGeom>
          <a:noFill/>
          <a:ln>
            <a:noFill/>
          </a:ln>
        </p:spPr>
      </p:pic>
      <p:pic>
        <p:nvPicPr>
          <p:cNvPr id="584" name="Google Shape;584;g3ea281de57b_0_1190"/>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585" name="Google Shape;585;g3ea281de57b_0_1190"/>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586" name="Google Shape;586;g3ea281de57b_0_1190"/>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587" name="Google Shape;587;g3ea281de57b_0_1190"/>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588" name="Google Shape;588;g3ea281de57b_0_1190"/>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589" name="Google Shape;589;g3ea281de57b_0_1190"/>
          <p:cNvCxnSpPr/>
          <p:nvPr/>
        </p:nvCxnSpPr>
        <p:spPr>
          <a:xfrm>
            <a:off x="647802" y="1725234"/>
            <a:ext cx="600" cy="2679900"/>
          </a:xfrm>
          <a:prstGeom prst="straightConnector1">
            <a:avLst/>
          </a:prstGeom>
          <a:noFill/>
          <a:ln cap="flat" cmpd="sng" w="38100">
            <a:solidFill>
              <a:srgbClr val="282828"/>
            </a:solidFill>
            <a:prstDash val="solid"/>
            <a:round/>
            <a:headEnd len="sm" w="sm" type="none"/>
            <a:tailEnd len="sm" w="sm" type="none"/>
          </a:ln>
        </p:spPr>
      </p:cxnSp>
      <p:pic>
        <p:nvPicPr>
          <p:cNvPr id="590" name="Google Shape;590;g3ea281de57b_0_1190"/>
          <p:cNvPicPr preferRelativeResize="0"/>
          <p:nvPr/>
        </p:nvPicPr>
        <p:blipFill rotWithShape="1">
          <a:blip r:embed="rId7">
            <a:alphaModFix/>
          </a:blip>
          <a:srcRect b="0" l="0" r="0" t="0"/>
          <a:stretch/>
        </p:blipFill>
        <p:spPr>
          <a:xfrm>
            <a:off x="366079" y="3134650"/>
            <a:ext cx="563446" cy="572077"/>
          </a:xfrm>
          <a:prstGeom prst="rect">
            <a:avLst/>
          </a:prstGeom>
          <a:noFill/>
          <a:ln>
            <a:noFill/>
          </a:ln>
        </p:spPr>
      </p:pic>
      <p:pic>
        <p:nvPicPr>
          <p:cNvPr id="591" name="Google Shape;591;g3ea281de57b_0_1190"/>
          <p:cNvPicPr preferRelativeResize="0"/>
          <p:nvPr/>
        </p:nvPicPr>
        <p:blipFill rotWithShape="1">
          <a:blip r:embed="rId8">
            <a:alphaModFix/>
          </a:blip>
          <a:srcRect b="0" l="0" r="0" t="0"/>
          <a:stretch/>
        </p:blipFill>
        <p:spPr>
          <a:xfrm>
            <a:off x="363357" y="1462166"/>
            <a:ext cx="563185" cy="572092"/>
          </a:xfrm>
          <a:prstGeom prst="rect">
            <a:avLst/>
          </a:prstGeom>
          <a:noFill/>
          <a:ln>
            <a:noFill/>
          </a:ln>
        </p:spPr>
      </p:pic>
      <p:pic>
        <p:nvPicPr>
          <p:cNvPr id="592" name="Google Shape;592;g3ea281de57b_0_1190"/>
          <p:cNvPicPr preferRelativeResize="0"/>
          <p:nvPr/>
        </p:nvPicPr>
        <p:blipFill rotWithShape="1">
          <a:blip r:embed="rId9">
            <a:alphaModFix/>
          </a:blip>
          <a:srcRect b="0" l="0" r="0" t="0"/>
          <a:stretch/>
        </p:blipFill>
        <p:spPr>
          <a:xfrm>
            <a:off x="363340" y="2287588"/>
            <a:ext cx="563446" cy="572077"/>
          </a:xfrm>
          <a:prstGeom prst="rect">
            <a:avLst/>
          </a:prstGeom>
          <a:noFill/>
          <a:ln>
            <a:noFill/>
          </a:ln>
        </p:spPr>
      </p:pic>
      <p:sp>
        <p:nvSpPr>
          <p:cNvPr id="593" name="Google Shape;593;g3ea281de57b_0_1190"/>
          <p:cNvSpPr txBox="1"/>
          <p:nvPr>
            <p:ph type="title"/>
          </p:nvPr>
        </p:nvSpPr>
        <p:spPr>
          <a:xfrm>
            <a:off x="1224600" y="1466663"/>
            <a:ext cx="6850800" cy="563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594" name="Google Shape;594;g3ea281de57b_0_1190"/>
          <p:cNvSpPr txBox="1"/>
          <p:nvPr>
            <p:ph idx="2" type="title"/>
          </p:nvPr>
        </p:nvSpPr>
        <p:spPr>
          <a:xfrm>
            <a:off x="1224600" y="2285700"/>
            <a:ext cx="6850800" cy="572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595" name="Google Shape;595;g3ea281de57b_0_1190"/>
          <p:cNvSpPr txBox="1"/>
          <p:nvPr>
            <p:ph idx="3" type="title"/>
          </p:nvPr>
        </p:nvSpPr>
        <p:spPr>
          <a:xfrm>
            <a:off x="1224600" y="3160338"/>
            <a:ext cx="6850800" cy="5364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596" name="Google Shape;596;g3ea281de57b_0_1190"/>
          <p:cNvSpPr txBox="1"/>
          <p:nvPr>
            <p:ph idx="4" type="title"/>
          </p:nvPr>
        </p:nvSpPr>
        <p:spPr>
          <a:xfrm>
            <a:off x="1224600" y="3971414"/>
            <a:ext cx="6850800" cy="563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pic>
        <p:nvPicPr>
          <p:cNvPr id="597" name="Google Shape;597;g3ea281de57b_0_1190"/>
          <p:cNvPicPr preferRelativeResize="0"/>
          <p:nvPr/>
        </p:nvPicPr>
        <p:blipFill rotWithShape="1">
          <a:blip r:embed="rId10">
            <a:alphaModFix/>
          </a:blip>
          <a:srcRect b="0" l="0" r="0" t="0"/>
          <a:stretch/>
        </p:blipFill>
        <p:spPr>
          <a:xfrm>
            <a:off x="363341" y="3969363"/>
            <a:ext cx="563446" cy="572077"/>
          </a:xfrm>
          <a:prstGeom prst="rect">
            <a:avLst/>
          </a:prstGeom>
          <a:noFill/>
          <a:ln>
            <a:noFill/>
          </a:ln>
        </p:spPr>
      </p:pic>
      <p:sp>
        <p:nvSpPr>
          <p:cNvPr id="598" name="Google Shape;598;g3ea281de57b_0_119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9" name="Google Shape;599;g3ea281de57b_0_1190"/>
          <p:cNvPicPr preferRelativeResize="0"/>
          <p:nvPr/>
        </p:nvPicPr>
        <p:blipFill rotWithShape="1">
          <a:blip r:embed="rId11">
            <a:alphaModFix/>
          </a:blip>
          <a:srcRect b="1710" l="0" r="0" t="1700"/>
          <a:stretch/>
        </p:blipFill>
        <p:spPr>
          <a:xfrm>
            <a:off x="-12" y="481650"/>
            <a:ext cx="9151202" cy="116709"/>
          </a:xfrm>
          <a:prstGeom prst="rect">
            <a:avLst/>
          </a:prstGeom>
          <a:noFill/>
          <a:ln>
            <a:noFill/>
          </a:ln>
        </p:spPr>
      </p:pic>
      <p:sp>
        <p:nvSpPr>
          <p:cNvPr id="600" name="Google Shape;600;g3ea281de57b_0_119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601" name="Google Shape;601;g3ea281de57b_0_1190"/>
          <p:cNvSpPr txBox="1"/>
          <p:nvPr>
            <p:ph idx="5"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Font typeface="Lexend"/>
              <a:buNone/>
              <a:defRPr b="0" sz="1800">
                <a:latin typeface="Lexend"/>
                <a:ea typeface="Lexend"/>
                <a:cs typeface="Lexend"/>
                <a:sym typeface="Lexend"/>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602" name="Shape 602"/>
        <p:cNvGrpSpPr/>
        <p:nvPr/>
      </p:nvGrpSpPr>
      <p:grpSpPr>
        <a:xfrm>
          <a:off x="0" y="0"/>
          <a:ext cx="0" cy="0"/>
          <a:chOff x="0" y="0"/>
          <a:chExt cx="0" cy="0"/>
        </a:xfrm>
      </p:grpSpPr>
      <p:pic>
        <p:nvPicPr>
          <p:cNvPr id="603" name="Google Shape;603;g3ea281de57b_0_1212"/>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604" name="Google Shape;604;g3ea281de57b_0_121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g3ea281de57b_0_1212"/>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606" name="Google Shape;606;g3ea281de57b_0_121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Explanation</a:t>
            </a:r>
            <a:endParaRPr b="1" i="0" sz="900" u="none" cap="none" strike="noStrike">
              <a:solidFill>
                <a:srgbClr val="EBEDFE"/>
              </a:solidFill>
              <a:latin typeface="Lexend"/>
              <a:ea typeface="Lexend"/>
              <a:cs typeface="Lexend"/>
              <a:sym typeface="Lexend"/>
            </a:endParaRPr>
          </a:p>
        </p:txBody>
      </p:sp>
      <p:sp>
        <p:nvSpPr>
          <p:cNvPr id="607" name="Google Shape;607;g3ea281de57b_0_1212"/>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608" name="Google Shape;608;g3ea281de57b_0_121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609" name="Shape 609"/>
        <p:cNvGrpSpPr/>
        <p:nvPr/>
      </p:nvGrpSpPr>
      <p:grpSpPr>
        <a:xfrm>
          <a:off x="0" y="0"/>
          <a:ext cx="0" cy="0"/>
          <a:chOff x="0" y="0"/>
          <a:chExt cx="0" cy="0"/>
        </a:xfrm>
      </p:grpSpPr>
      <p:sp>
        <p:nvSpPr>
          <p:cNvPr id="610" name="Google Shape;610;g3ea281de57b_0_121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11" name="Google Shape;611;g3ea281de57b_0_1219"/>
          <p:cNvPicPr preferRelativeResize="0"/>
          <p:nvPr/>
        </p:nvPicPr>
        <p:blipFill rotWithShape="1">
          <a:blip r:embed="rId2">
            <a:alphaModFix/>
          </a:blip>
          <a:srcRect b="0" l="0" r="0" t="0"/>
          <a:stretch/>
        </p:blipFill>
        <p:spPr>
          <a:xfrm>
            <a:off x="0" y="532525"/>
            <a:ext cx="9151202" cy="116700"/>
          </a:xfrm>
          <a:prstGeom prst="rect">
            <a:avLst/>
          </a:prstGeom>
          <a:noFill/>
          <a:ln>
            <a:noFill/>
          </a:ln>
        </p:spPr>
      </p:pic>
      <p:sp>
        <p:nvSpPr>
          <p:cNvPr id="612" name="Google Shape;612;g3ea281de57b_0_121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g3ea281de57b_0_1219"/>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14" name="Google Shape;614;g3ea281de57b_0_1219"/>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15" name="Google Shape;615;g3ea281de57b_0_1219"/>
          <p:cNvSpPr txBox="1"/>
          <p:nvPr>
            <p:ph type="title"/>
          </p:nvPr>
        </p:nvSpPr>
        <p:spPr>
          <a:xfrm>
            <a:off x="324000" y="0"/>
            <a:ext cx="74505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616" name="Google Shape;616;g3ea281de57b_0_1219"/>
          <p:cNvGrpSpPr/>
          <p:nvPr/>
        </p:nvGrpSpPr>
        <p:grpSpPr>
          <a:xfrm>
            <a:off x="7834231" y="1285"/>
            <a:ext cx="828900" cy="576065"/>
            <a:chOff x="7801496" y="1285"/>
            <a:chExt cx="828900" cy="576065"/>
          </a:xfrm>
        </p:grpSpPr>
        <p:pic>
          <p:nvPicPr>
            <p:cNvPr id="617" name="Google Shape;617;g3ea281de57b_0_121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618" name="Google Shape;618;g3ea281de57b_0_121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Explanation</a:t>
              </a:r>
              <a:endParaRPr b="1" i="0" sz="900" u="none" cap="none" strike="noStrike">
                <a:solidFill>
                  <a:srgbClr val="EBEDFE"/>
                </a:solidFill>
                <a:latin typeface="Lexend"/>
                <a:ea typeface="Lexend"/>
                <a:cs typeface="Lexend"/>
                <a:sym typeface="Lexend"/>
              </a:endParaRPr>
            </a:p>
          </p:txBody>
        </p:sp>
      </p:grpSp>
      <p:grpSp>
        <p:nvGrpSpPr>
          <p:cNvPr id="619" name="Google Shape;619;g3ea281de57b_0_1219"/>
          <p:cNvGrpSpPr/>
          <p:nvPr/>
        </p:nvGrpSpPr>
        <p:grpSpPr>
          <a:xfrm>
            <a:off x="8635663" y="1285"/>
            <a:ext cx="499700" cy="576065"/>
            <a:chOff x="8635663" y="1285"/>
            <a:chExt cx="499700" cy="576065"/>
          </a:xfrm>
        </p:grpSpPr>
        <p:pic>
          <p:nvPicPr>
            <p:cNvPr id="620" name="Google Shape;620;g3ea281de57b_0_121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621" name="Google Shape;621;g3ea281de57b_0_121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622" name="Shape 622"/>
        <p:cNvGrpSpPr/>
        <p:nvPr/>
      </p:nvGrpSpPr>
      <p:grpSpPr>
        <a:xfrm>
          <a:off x="0" y="0"/>
          <a:ext cx="0" cy="0"/>
          <a:chOff x="0" y="0"/>
          <a:chExt cx="0" cy="0"/>
        </a:xfrm>
      </p:grpSpPr>
      <p:sp>
        <p:nvSpPr>
          <p:cNvPr id="623" name="Google Shape;623;g3ea281de57b_0_1232"/>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24" name="Google Shape;624;g3ea281de57b_0_1232"/>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625" name="Google Shape;625;g3ea281de57b_0_12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g3ea281de57b_0_1232"/>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27" name="Google Shape;627;g3ea281de57b_0_1232"/>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28" name="Google Shape;628;g3ea281de57b_0_1232"/>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629" name="Google Shape;629;g3ea281de57b_0_1232"/>
          <p:cNvGrpSpPr/>
          <p:nvPr/>
        </p:nvGrpSpPr>
        <p:grpSpPr>
          <a:xfrm>
            <a:off x="7834231" y="1285"/>
            <a:ext cx="828900" cy="576065"/>
            <a:chOff x="7801496" y="1285"/>
            <a:chExt cx="828900" cy="576065"/>
          </a:xfrm>
        </p:grpSpPr>
        <p:pic>
          <p:nvPicPr>
            <p:cNvPr id="630" name="Google Shape;630;g3ea281de57b_0_1232"/>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631" name="Google Shape;631;g3ea281de57b_0_1232"/>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Explanation</a:t>
              </a:r>
              <a:endParaRPr b="1" i="0" sz="900" u="none" cap="none" strike="noStrike">
                <a:solidFill>
                  <a:srgbClr val="E6F2F2"/>
                </a:solidFill>
                <a:latin typeface="Lexend"/>
                <a:ea typeface="Lexend"/>
                <a:cs typeface="Lexend"/>
                <a:sym typeface="Lexend"/>
              </a:endParaRPr>
            </a:p>
          </p:txBody>
        </p:sp>
      </p:grpSp>
      <p:grpSp>
        <p:nvGrpSpPr>
          <p:cNvPr id="632" name="Google Shape;632;g3ea281de57b_0_1232"/>
          <p:cNvGrpSpPr/>
          <p:nvPr/>
        </p:nvGrpSpPr>
        <p:grpSpPr>
          <a:xfrm>
            <a:off x="8635663" y="1285"/>
            <a:ext cx="499700" cy="576065"/>
            <a:chOff x="8635663" y="1285"/>
            <a:chExt cx="499700" cy="576065"/>
          </a:xfrm>
        </p:grpSpPr>
        <p:pic>
          <p:nvPicPr>
            <p:cNvPr id="633" name="Google Shape;633;g3ea281de57b_0_1232"/>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634" name="Google Shape;634;g3ea281de57b_0_1232"/>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635" name="Shape 635"/>
        <p:cNvGrpSpPr/>
        <p:nvPr/>
      </p:nvGrpSpPr>
      <p:grpSpPr>
        <a:xfrm>
          <a:off x="0" y="0"/>
          <a:ext cx="0" cy="0"/>
          <a:chOff x="0" y="0"/>
          <a:chExt cx="0" cy="0"/>
        </a:xfrm>
      </p:grpSpPr>
      <p:sp>
        <p:nvSpPr>
          <p:cNvPr id="636" name="Google Shape;636;g3ea281de57b_0_1245"/>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37" name="Google Shape;637;g3ea281de57b_0_1245"/>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638" name="Google Shape;638;g3ea281de57b_0_124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g3ea281de57b_0_1245"/>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40" name="Google Shape;640;g3ea281de57b_0_1245"/>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41" name="Google Shape;641;g3ea281de57b_0_1245"/>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642" name="Google Shape;642;g3ea281de57b_0_1245"/>
          <p:cNvGrpSpPr/>
          <p:nvPr/>
        </p:nvGrpSpPr>
        <p:grpSpPr>
          <a:xfrm>
            <a:off x="7834231" y="1285"/>
            <a:ext cx="828900" cy="576065"/>
            <a:chOff x="7801496" y="1285"/>
            <a:chExt cx="828900" cy="576065"/>
          </a:xfrm>
        </p:grpSpPr>
        <p:pic>
          <p:nvPicPr>
            <p:cNvPr id="643" name="Google Shape;643;g3ea281de57b_0_124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644" name="Google Shape;644;g3ea281de57b_0_124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Explanation</a:t>
              </a:r>
              <a:endParaRPr b="1" i="0" sz="900" u="none" cap="none" strike="noStrike">
                <a:solidFill>
                  <a:srgbClr val="E6F2F2"/>
                </a:solidFill>
                <a:latin typeface="Lexend"/>
                <a:ea typeface="Lexend"/>
                <a:cs typeface="Lexend"/>
                <a:sym typeface="Lexend"/>
              </a:endParaRPr>
            </a:p>
          </p:txBody>
        </p:sp>
      </p:grpSp>
      <p:grpSp>
        <p:nvGrpSpPr>
          <p:cNvPr id="645" name="Google Shape;645;g3ea281de57b_0_1245"/>
          <p:cNvGrpSpPr/>
          <p:nvPr/>
        </p:nvGrpSpPr>
        <p:grpSpPr>
          <a:xfrm>
            <a:off x="8635663" y="1285"/>
            <a:ext cx="499700" cy="576065"/>
            <a:chOff x="8635663" y="1285"/>
            <a:chExt cx="499700" cy="576065"/>
          </a:xfrm>
        </p:grpSpPr>
        <p:pic>
          <p:nvPicPr>
            <p:cNvPr id="646" name="Google Shape;646;g3ea281de57b_0_124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647" name="Google Shape;647;g3ea281de57b_0_124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648" name="Shape 648"/>
        <p:cNvGrpSpPr/>
        <p:nvPr/>
      </p:nvGrpSpPr>
      <p:grpSpPr>
        <a:xfrm>
          <a:off x="0" y="0"/>
          <a:ext cx="0" cy="0"/>
          <a:chOff x="0" y="0"/>
          <a:chExt cx="0" cy="0"/>
        </a:xfrm>
      </p:grpSpPr>
      <p:sp>
        <p:nvSpPr>
          <p:cNvPr id="649" name="Google Shape;649;g3ea281de57b_0_125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50" name="Google Shape;650;g3ea281de57b_0_1258"/>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651" name="Google Shape;651;g3ea281de57b_0_12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g3ea281de57b_0_1258"/>
          <p:cNvSpPr txBox="1"/>
          <p:nvPr>
            <p:ph idx="1" type="subTitle"/>
          </p:nvPr>
        </p:nvSpPr>
        <p:spPr>
          <a:xfrm>
            <a:off x="337825"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53" name="Google Shape;653;g3ea281de57b_0_1258"/>
          <p:cNvSpPr txBox="1"/>
          <p:nvPr>
            <p:ph idx="2" type="subTitle"/>
          </p:nvPr>
        </p:nvSpPr>
        <p:spPr>
          <a:xfrm>
            <a:off x="4824000" y="810000"/>
            <a:ext cx="3982200" cy="40104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1800"/>
              <a:buNone/>
              <a:defRPr sz="1800"/>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54" name="Google Shape;654;g3ea281de57b_0_1258"/>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655" name="Google Shape;655;g3ea281de57b_0_1258"/>
          <p:cNvGrpSpPr/>
          <p:nvPr/>
        </p:nvGrpSpPr>
        <p:grpSpPr>
          <a:xfrm>
            <a:off x="7834231" y="1285"/>
            <a:ext cx="828900" cy="576065"/>
            <a:chOff x="7801496" y="1285"/>
            <a:chExt cx="828900" cy="576065"/>
          </a:xfrm>
        </p:grpSpPr>
        <p:pic>
          <p:nvPicPr>
            <p:cNvPr id="656" name="Google Shape;656;g3ea281de57b_0_125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657" name="Google Shape;657;g3ea281de57b_0_125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Explanation</a:t>
              </a:r>
              <a:endParaRPr b="1" i="0" sz="900" u="none" cap="none" strike="noStrike">
                <a:solidFill>
                  <a:srgbClr val="FAEAF6"/>
                </a:solidFill>
                <a:latin typeface="Lexend"/>
                <a:ea typeface="Lexend"/>
                <a:cs typeface="Lexend"/>
                <a:sym typeface="Lexend"/>
              </a:endParaRPr>
            </a:p>
          </p:txBody>
        </p:sp>
      </p:grpSp>
      <p:grpSp>
        <p:nvGrpSpPr>
          <p:cNvPr id="658" name="Google Shape;658;g3ea281de57b_0_1258"/>
          <p:cNvGrpSpPr/>
          <p:nvPr/>
        </p:nvGrpSpPr>
        <p:grpSpPr>
          <a:xfrm>
            <a:off x="8635663" y="1285"/>
            <a:ext cx="499700" cy="576065"/>
            <a:chOff x="8635663" y="1285"/>
            <a:chExt cx="499700" cy="576065"/>
          </a:xfrm>
        </p:grpSpPr>
        <p:pic>
          <p:nvPicPr>
            <p:cNvPr id="659" name="Google Shape;659;g3ea281de57b_0_125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660" name="Google Shape;660;g3ea281de57b_0_125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661" name="Shape 661"/>
        <p:cNvGrpSpPr/>
        <p:nvPr/>
      </p:nvGrpSpPr>
      <p:grpSpPr>
        <a:xfrm>
          <a:off x="0" y="0"/>
          <a:ext cx="0" cy="0"/>
          <a:chOff x="0" y="0"/>
          <a:chExt cx="0" cy="0"/>
        </a:xfrm>
      </p:grpSpPr>
      <p:pic>
        <p:nvPicPr>
          <p:cNvPr id="662" name="Google Shape;662;g3ea281de57b_0_1271"/>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663" name="Google Shape;663;g3ea281de57b_0_127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g3ea281de57b_0_127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665" name="Google Shape;665;g3ea281de57b_0_127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666" name="Google Shape;666;g3ea281de57b_0_127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667" name="Google Shape;667;g3ea281de57b_0_1271"/>
          <p:cNvSpPr txBox="1"/>
          <p:nvPr>
            <p:ph idx="1"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68" name="Google Shape;668;g3ea281de57b_0_127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pic>
        <p:nvPicPr>
          <p:cNvPr id="669" name="Google Shape;669;g3ea281de57b_0_127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70" name="Google Shape;670;g3ea281de57b_0_127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671" name="Google Shape;671;g3ea281de57b_0_127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72" name="Google Shape;672;g3ea281de57b_0_1271"/>
          <p:cNvSpPr txBox="1"/>
          <p:nvPr>
            <p:ph idx="2"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73" name="Google Shape;673;g3ea281de57b_0_1271"/>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674" name="Google Shape;674;g3ea281de57b_0_1271"/>
          <p:cNvGrpSpPr/>
          <p:nvPr/>
        </p:nvGrpSpPr>
        <p:grpSpPr>
          <a:xfrm>
            <a:off x="324128" y="3139463"/>
            <a:ext cx="457200" cy="457200"/>
            <a:chOff x="1020916" y="1442088"/>
            <a:chExt cx="457200" cy="457200"/>
          </a:xfrm>
        </p:grpSpPr>
        <p:pic>
          <p:nvPicPr>
            <p:cNvPr id="675" name="Google Shape;675;g3ea281de57b_0_1271"/>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76" name="Google Shape;676;g3ea281de57b_0_12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677" name="Google Shape;677;g3ea281de57b_0_1271"/>
          <p:cNvGrpSpPr/>
          <p:nvPr/>
        </p:nvGrpSpPr>
        <p:grpSpPr>
          <a:xfrm>
            <a:off x="324128" y="3987825"/>
            <a:ext cx="457200" cy="457200"/>
            <a:chOff x="1020916" y="1442088"/>
            <a:chExt cx="457200" cy="457200"/>
          </a:xfrm>
        </p:grpSpPr>
        <p:pic>
          <p:nvPicPr>
            <p:cNvPr id="678" name="Google Shape;678;g3ea281de57b_0_1271"/>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79" name="Google Shape;679;g3ea281de57b_0_12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pic>
        <p:nvPicPr>
          <p:cNvPr id="680" name="Google Shape;680;g3ea281de57b_0_1271"/>
          <p:cNvPicPr preferRelativeResize="0"/>
          <p:nvPr/>
        </p:nvPicPr>
        <p:blipFill rotWithShape="1">
          <a:blip r:embed="rId5">
            <a:alphaModFix/>
          </a:blip>
          <a:srcRect b="0" l="0" r="0" t="0"/>
          <a:stretch/>
        </p:blipFill>
        <p:spPr>
          <a:xfrm>
            <a:off x="2429763" y="1780516"/>
            <a:ext cx="457425" cy="457425"/>
          </a:xfrm>
          <a:prstGeom prst="rect">
            <a:avLst/>
          </a:prstGeom>
          <a:noFill/>
          <a:ln>
            <a:noFill/>
          </a:ln>
        </p:spPr>
      </p:pic>
      <p:pic>
        <p:nvPicPr>
          <p:cNvPr id="681" name="Google Shape;681;g3ea281de57b_0_1271"/>
          <p:cNvPicPr preferRelativeResize="0"/>
          <p:nvPr/>
        </p:nvPicPr>
        <p:blipFill rotWithShape="1">
          <a:blip r:embed="rId5">
            <a:alphaModFix/>
          </a:blip>
          <a:srcRect b="0" l="0" r="0" t="0"/>
          <a:stretch/>
        </p:blipFill>
        <p:spPr>
          <a:xfrm>
            <a:off x="4823988" y="1780516"/>
            <a:ext cx="457425" cy="457425"/>
          </a:xfrm>
          <a:prstGeom prst="rect">
            <a:avLst/>
          </a:prstGeom>
          <a:noFill/>
          <a:ln>
            <a:noFill/>
          </a:ln>
        </p:spPr>
      </p:pic>
      <p:sp>
        <p:nvSpPr>
          <p:cNvPr id="682" name="Google Shape;682;g3ea281de57b_0_127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683" name="Google Shape;683;g3ea281de57b_0_127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684" name="Shape 684"/>
        <p:cNvGrpSpPr/>
        <p:nvPr/>
      </p:nvGrpSpPr>
      <p:grpSpPr>
        <a:xfrm>
          <a:off x="0" y="0"/>
          <a:ext cx="0" cy="0"/>
          <a:chOff x="0" y="0"/>
          <a:chExt cx="0" cy="0"/>
        </a:xfrm>
      </p:grpSpPr>
      <p:pic>
        <p:nvPicPr>
          <p:cNvPr id="685" name="Google Shape;685;g3ea281de57b_0_1294"/>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686" name="Google Shape;686;g3ea281de57b_0_129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g3ea281de57b_0_1294"/>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a:t>
            </a:r>
            <a:endParaRPr b="1" i="0" sz="2200" u="none" cap="none" strike="noStrike">
              <a:solidFill>
                <a:schemeClr val="dk1"/>
              </a:solidFill>
              <a:latin typeface="Lexend"/>
              <a:ea typeface="Lexend"/>
              <a:cs typeface="Lexend"/>
              <a:sym typeface="Lexend"/>
            </a:endParaRPr>
          </a:p>
        </p:txBody>
      </p:sp>
      <p:sp>
        <p:nvSpPr>
          <p:cNvPr id="688" name="Google Shape;688;g3ea281de57b_0_1294"/>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False</a:t>
            </a:r>
            <a:endParaRPr b="1" i="0" sz="2200" u="none" cap="none" strike="noStrike">
              <a:solidFill>
                <a:schemeClr val="dk1"/>
              </a:solidFill>
              <a:latin typeface="Lexend"/>
              <a:ea typeface="Lexend"/>
              <a:cs typeface="Lexend"/>
              <a:sym typeface="Lexend"/>
            </a:endParaRPr>
          </a:p>
        </p:txBody>
      </p:sp>
      <p:sp>
        <p:nvSpPr>
          <p:cNvPr id="689" name="Google Shape;689;g3ea281de57b_0_1294"/>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Justify your answer</a:t>
            </a:r>
            <a:endParaRPr b="1" i="0" sz="2200" u="none" cap="none" strike="noStrike">
              <a:solidFill>
                <a:schemeClr val="dk1"/>
              </a:solidFill>
              <a:latin typeface="Lexend"/>
              <a:ea typeface="Lexend"/>
              <a:cs typeface="Lexend"/>
              <a:sym typeface="Lexend"/>
            </a:endParaRPr>
          </a:p>
        </p:txBody>
      </p:sp>
      <p:sp>
        <p:nvSpPr>
          <p:cNvPr id="690" name="Google Shape;690;g3ea281de57b_0_1294"/>
          <p:cNvSpPr txBox="1"/>
          <p:nvPr>
            <p:ph idx="1" type="subTitle"/>
          </p:nvPr>
        </p:nvSpPr>
        <p:spPr>
          <a:xfrm>
            <a:off x="324000" y="1080000"/>
            <a:ext cx="6722400" cy="2505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91" name="Google Shape;691;g3ea281de57b_0_1294"/>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Lexend"/>
                <a:ea typeface="Lexend"/>
                <a:cs typeface="Lexend"/>
                <a:sym typeface="Lexend"/>
              </a:rPr>
              <a:t>True or false?</a:t>
            </a:r>
            <a:r>
              <a:rPr b="0" i="0" lang="en" sz="2400" u="none" cap="none" strike="noStrike">
                <a:solidFill>
                  <a:schemeClr val="dk1"/>
                </a:solidFill>
                <a:latin typeface="ABeeZee"/>
                <a:ea typeface="ABeeZee"/>
                <a:cs typeface="ABeeZee"/>
                <a:sym typeface="ABeeZee"/>
              </a:rPr>
              <a:t> </a:t>
            </a:r>
            <a:endParaRPr b="0" i="0" sz="2400" u="none" cap="none" strike="noStrike">
              <a:solidFill>
                <a:schemeClr val="dk1"/>
              </a:solidFill>
              <a:latin typeface="ABeeZee"/>
              <a:ea typeface="ABeeZee"/>
              <a:cs typeface="ABeeZee"/>
              <a:sym typeface="ABeeZee"/>
            </a:endParaRPr>
          </a:p>
        </p:txBody>
      </p:sp>
      <p:pic>
        <p:nvPicPr>
          <p:cNvPr id="692" name="Google Shape;692;g3ea281de57b_0_129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3" name="Google Shape;693;g3ea281de57b_0_129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694" name="Google Shape;694;g3ea281de57b_0_1294"/>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5" name="Google Shape;695;g3ea281de57b_0_1294"/>
          <p:cNvSpPr txBox="1"/>
          <p:nvPr>
            <p:ph idx="2" type="subTitle"/>
          </p:nvPr>
        </p:nvSpPr>
        <p:spPr>
          <a:xfrm>
            <a:off x="980575" y="3196113"/>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696" name="Google Shape;696;g3ea281de57b_0_1294"/>
          <p:cNvSpPr txBox="1"/>
          <p:nvPr>
            <p:ph idx="3" type="subTitle"/>
          </p:nvPr>
        </p:nvSpPr>
        <p:spPr>
          <a:xfrm>
            <a:off x="980575" y="4040345"/>
            <a:ext cx="7452600" cy="7308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697" name="Google Shape;697;g3ea281de57b_0_1294"/>
          <p:cNvGrpSpPr/>
          <p:nvPr/>
        </p:nvGrpSpPr>
        <p:grpSpPr>
          <a:xfrm>
            <a:off x="324128" y="3139463"/>
            <a:ext cx="457200" cy="457200"/>
            <a:chOff x="1020916" y="1442088"/>
            <a:chExt cx="457200" cy="457200"/>
          </a:xfrm>
        </p:grpSpPr>
        <p:pic>
          <p:nvPicPr>
            <p:cNvPr id="698" name="Google Shape;698;g3ea281de57b_0_129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699" name="Google Shape;699;g3ea281de57b_0_12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700" name="Google Shape;700;g3ea281de57b_0_1294"/>
          <p:cNvGrpSpPr/>
          <p:nvPr/>
        </p:nvGrpSpPr>
        <p:grpSpPr>
          <a:xfrm>
            <a:off x="324128" y="3987825"/>
            <a:ext cx="457200" cy="457200"/>
            <a:chOff x="1020916" y="1442088"/>
            <a:chExt cx="457200" cy="457200"/>
          </a:xfrm>
        </p:grpSpPr>
        <p:pic>
          <p:nvPicPr>
            <p:cNvPr id="701" name="Google Shape;701;g3ea281de57b_0_129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02" name="Google Shape;702;g3ea281de57b_0_12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pic>
        <p:nvPicPr>
          <p:cNvPr id="703" name="Google Shape;703;g3ea281de57b_0_1294"/>
          <p:cNvPicPr preferRelativeResize="0"/>
          <p:nvPr/>
        </p:nvPicPr>
        <p:blipFill rotWithShape="1">
          <a:blip r:embed="rId5">
            <a:alphaModFix/>
          </a:blip>
          <a:srcRect b="0" l="0" r="0" t="0"/>
          <a:stretch/>
        </p:blipFill>
        <p:spPr>
          <a:xfrm>
            <a:off x="2429763" y="1780516"/>
            <a:ext cx="457425" cy="457425"/>
          </a:xfrm>
          <a:prstGeom prst="rect">
            <a:avLst/>
          </a:prstGeom>
          <a:noFill/>
          <a:ln>
            <a:noFill/>
          </a:ln>
        </p:spPr>
      </p:pic>
      <p:pic>
        <p:nvPicPr>
          <p:cNvPr id="704" name="Google Shape;704;g3ea281de57b_0_1294"/>
          <p:cNvPicPr preferRelativeResize="0"/>
          <p:nvPr/>
        </p:nvPicPr>
        <p:blipFill rotWithShape="1">
          <a:blip r:embed="rId5">
            <a:alphaModFix/>
          </a:blip>
          <a:srcRect b="0" l="0" r="0" t="0"/>
          <a:stretch/>
        </p:blipFill>
        <p:spPr>
          <a:xfrm>
            <a:off x="4823988" y="1780516"/>
            <a:ext cx="457425" cy="457425"/>
          </a:xfrm>
          <a:prstGeom prst="rect">
            <a:avLst/>
          </a:prstGeom>
          <a:noFill/>
          <a:ln>
            <a:noFill/>
          </a:ln>
        </p:spPr>
      </p:pic>
      <p:sp>
        <p:nvSpPr>
          <p:cNvPr id="705" name="Google Shape;705;g3ea281de57b_0_1294"/>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T</a:t>
            </a:r>
            <a:endParaRPr b="1" i="0" sz="1800" u="none" cap="none" strike="noStrike">
              <a:solidFill>
                <a:schemeClr val="lt1"/>
              </a:solidFill>
              <a:latin typeface="Lexend"/>
              <a:ea typeface="Lexend"/>
              <a:cs typeface="Lexend"/>
              <a:sym typeface="Lexend"/>
            </a:endParaRPr>
          </a:p>
        </p:txBody>
      </p:sp>
      <p:sp>
        <p:nvSpPr>
          <p:cNvPr id="706" name="Google Shape;706;g3ea281de57b_0_1294"/>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exend"/>
                <a:ea typeface="Lexend"/>
                <a:cs typeface="Lexend"/>
                <a:sym typeface="Lexend"/>
              </a:rPr>
              <a:t>F</a:t>
            </a:r>
            <a:endParaRPr b="1" i="0" sz="1800" u="none" cap="none" strike="noStrike">
              <a:solidFill>
                <a:schemeClr val="lt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707" name="Shape 707"/>
        <p:cNvGrpSpPr/>
        <p:nvPr/>
      </p:nvGrpSpPr>
      <p:grpSpPr>
        <a:xfrm>
          <a:off x="0" y="0"/>
          <a:ext cx="0" cy="0"/>
          <a:chOff x="0" y="0"/>
          <a:chExt cx="0" cy="0"/>
        </a:xfrm>
      </p:grpSpPr>
      <p:pic>
        <p:nvPicPr>
          <p:cNvPr id="708" name="Google Shape;708;g3ea281de57b_0_1317"/>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709" name="Google Shape;709;g3ea281de57b_0_131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g3ea281de57b_0_1317"/>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11" name="Google Shape;711;g3ea281de57b_0_131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2" name="Google Shape;712;g3ea281de57b_0_131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713" name="Google Shape;713;g3ea281de57b_0_1317"/>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14" name="Google Shape;714;g3ea281de57b_0_1317"/>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715" name="Google Shape;715;g3ea281de57b_0_1317"/>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716" name="Google Shape;716;g3ea281de57b_0_1317"/>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717" name="Google Shape;717;g3ea281de57b_0_1317"/>
          <p:cNvGrpSpPr/>
          <p:nvPr/>
        </p:nvGrpSpPr>
        <p:grpSpPr>
          <a:xfrm>
            <a:off x="323653" y="1804438"/>
            <a:ext cx="457200" cy="457200"/>
            <a:chOff x="1020916" y="1442088"/>
            <a:chExt cx="457200" cy="457200"/>
          </a:xfrm>
        </p:grpSpPr>
        <p:pic>
          <p:nvPicPr>
            <p:cNvPr id="718" name="Google Shape;718;g3ea281de57b_0_131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19" name="Google Shape;719;g3ea281de57b_0_131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720" name="Google Shape;720;g3ea281de57b_0_1317"/>
          <p:cNvGrpSpPr/>
          <p:nvPr/>
        </p:nvGrpSpPr>
        <p:grpSpPr>
          <a:xfrm>
            <a:off x="323653" y="2766575"/>
            <a:ext cx="457200" cy="457200"/>
            <a:chOff x="1020916" y="1442088"/>
            <a:chExt cx="457200" cy="457200"/>
          </a:xfrm>
        </p:grpSpPr>
        <p:pic>
          <p:nvPicPr>
            <p:cNvPr id="721" name="Google Shape;721;g3ea281de57b_0_131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22" name="Google Shape;722;g3ea281de57b_0_131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723" name="Google Shape;723;g3ea281de57b_0_1317"/>
          <p:cNvGrpSpPr/>
          <p:nvPr/>
        </p:nvGrpSpPr>
        <p:grpSpPr>
          <a:xfrm>
            <a:off x="323641" y="3729038"/>
            <a:ext cx="457200" cy="457200"/>
            <a:chOff x="1020916" y="1442088"/>
            <a:chExt cx="457200" cy="457200"/>
          </a:xfrm>
        </p:grpSpPr>
        <p:pic>
          <p:nvPicPr>
            <p:cNvPr id="724" name="Google Shape;724;g3ea281de57b_0_131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25" name="Google Shape;725;g3ea281de57b_0_131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726" name="Shape 726"/>
        <p:cNvGrpSpPr/>
        <p:nvPr/>
      </p:nvGrpSpPr>
      <p:grpSpPr>
        <a:xfrm>
          <a:off x="0" y="0"/>
          <a:ext cx="0" cy="0"/>
          <a:chOff x="0" y="0"/>
          <a:chExt cx="0" cy="0"/>
        </a:xfrm>
      </p:grpSpPr>
      <p:pic>
        <p:nvPicPr>
          <p:cNvPr id="727" name="Google Shape;727;g3ea281de57b_0_1336"/>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728" name="Google Shape;728;g3ea281de57b_0_13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g3ea281de57b_0_1336"/>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30" name="Google Shape;730;g3ea281de57b_0_13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31" name="Google Shape;731;g3ea281de57b_0_13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732" name="Google Shape;732;g3ea281de57b_0_1336"/>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33" name="Google Shape;733;g3ea281de57b_0_1336"/>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734" name="Google Shape;734;g3ea281de57b_0_1336"/>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735" name="Google Shape;735;g3ea281de57b_0_1336"/>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736" name="Google Shape;736;g3ea281de57b_0_1336"/>
          <p:cNvGrpSpPr/>
          <p:nvPr/>
        </p:nvGrpSpPr>
        <p:grpSpPr>
          <a:xfrm>
            <a:off x="323653" y="1804438"/>
            <a:ext cx="457200" cy="457200"/>
            <a:chOff x="1020916" y="1442088"/>
            <a:chExt cx="457200" cy="457200"/>
          </a:xfrm>
        </p:grpSpPr>
        <p:pic>
          <p:nvPicPr>
            <p:cNvPr id="737" name="Google Shape;737;g3ea281de57b_0_133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38" name="Google Shape;738;g3ea281de57b_0_13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739" name="Google Shape;739;g3ea281de57b_0_1336"/>
          <p:cNvGrpSpPr/>
          <p:nvPr/>
        </p:nvGrpSpPr>
        <p:grpSpPr>
          <a:xfrm>
            <a:off x="323653" y="2766575"/>
            <a:ext cx="457200" cy="457200"/>
            <a:chOff x="1020916" y="1442088"/>
            <a:chExt cx="457200" cy="457200"/>
          </a:xfrm>
        </p:grpSpPr>
        <p:pic>
          <p:nvPicPr>
            <p:cNvPr id="740" name="Google Shape;740;g3ea281de57b_0_133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41" name="Google Shape;741;g3ea281de57b_0_13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742" name="Google Shape;742;g3ea281de57b_0_1336"/>
          <p:cNvGrpSpPr/>
          <p:nvPr/>
        </p:nvGrpSpPr>
        <p:grpSpPr>
          <a:xfrm>
            <a:off x="323641" y="3729038"/>
            <a:ext cx="457200" cy="457200"/>
            <a:chOff x="1020916" y="1442088"/>
            <a:chExt cx="457200" cy="457200"/>
          </a:xfrm>
        </p:grpSpPr>
        <p:pic>
          <p:nvPicPr>
            <p:cNvPr id="743" name="Google Shape;743;g3ea281de57b_0_1336"/>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44" name="Google Shape;744;g3ea281de57b_0_13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745" name="Shape 745"/>
        <p:cNvGrpSpPr/>
        <p:nvPr/>
      </p:nvGrpSpPr>
      <p:grpSpPr>
        <a:xfrm>
          <a:off x="0" y="0"/>
          <a:ext cx="0" cy="0"/>
          <a:chOff x="0" y="0"/>
          <a:chExt cx="0" cy="0"/>
        </a:xfrm>
      </p:grpSpPr>
      <p:pic>
        <p:nvPicPr>
          <p:cNvPr id="746" name="Google Shape;746;g3ea281de57b_0_1355"/>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747" name="Google Shape;747;g3ea281de57b_0_13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g3ea281de57b_0_1355"/>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49" name="Google Shape;749;g3ea281de57b_0_13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50" name="Google Shape;750;g3ea281de57b_0_13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751" name="Google Shape;751;g3ea281de57b_0_1355"/>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2" name="Google Shape;752;g3ea281de57b_0_1355"/>
          <p:cNvSpPr txBox="1"/>
          <p:nvPr>
            <p:ph idx="1" type="subTitle"/>
          </p:nvPr>
        </p:nvSpPr>
        <p:spPr>
          <a:xfrm>
            <a:off x="1034425" y="18377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753" name="Google Shape;753;g3ea281de57b_0_1355"/>
          <p:cNvSpPr txBox="1"/>
          <p:nvPr>
            <p:ph idx="3" type="subTitle"/>
          </p:nvPr>
        </p:nvSpPr>
        <p:spPr>
          <a:xfrm>
            <a:off x="1034425" y="27942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754" name="Google Shape;754;g3ea281de57b_0_1355"/>
          <p:cNvSpPr txBox="1"/>
          <p:nvPr>
            <p:ph idx="4" type="subTitle"/>
          </p:nvPr>
        </p:nvSpPr>
        <p:spPr>
          <a:xfrm>
            <a:off x="1034425" y="37669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755" name="Google Shape;755;g3ea281de57b_0_1355"/>
          <p:cNvGrpSpPr/>
          <p:nvPr/>
        </p:nvGrpSpPr>
        <p:grpSpPr>
          <a:xfrm>
            <a:off x="323653" y="1804438"/>
            <a:ext cx="457200" cy="457200"/>
            <a:chOff x="1020916" y="1442088"/>
            <a:chExt cx="457200" cy="457200"/>
          </a:xfrm>
        </p:grpSpPr>
        <p:pic>
          <p:nvPicPr>
            <p:cNvPr id="756" name="Google Shape;756;g3ea281de57b_0_135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57" name="Google Shape;757;g3ea281de57b_0_135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758" name="Google Shape;758;g3ea281de57b_0_1355"/>
          <p:cNvGrpSpPr/>
          <p:nvPr/>
        </p:nvGrpSpPr>
        <p:grpSpPr>
          <a:xfrm>
            <a:off x="323653" y="2766575"/>
            <a:ext cx="457200" cy="457200"/>
            <a:chOff x="1020916" y="1442088"/>
            <a:chExt cx="457200" cy="457200"/>
          </a:xfrm>
        </p:grpSpPr>
        <p:pic>
          <p:nvPicPr>
            <p:cNvPr id="759" name="Google Shape;759;g3ea281de57b_0_135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60" name="Google Shape;760;g3ea281de57b_0_135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761" name="Google Shape;761;g3ea281de57b_0_1355"/>
          <p:cNvGrpSpPr/>
          <p:nvPr/>
        </p:nvGrpSpPr>
        <p:grpSpPr>
          <a:xfrm>
            <a:off x="323641" y="3729038"/>
            <a:ext cx="457200" cy="457200"/>
            <a:chOff x="1020916" y="1442088"/>
            <a:chExt cx="457200" cy="457200"/>
          </a:xfrm>
        </p:grpSpPr>
        <p:pic>
          <p:nvPicPr>
            <p:cNvPr id="762" name="Google Shape;762;g3ea281de57b_0_1355"/>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63" name="Google Shape;763;g3ea281de57b_0_135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764" name="Shape 764"/>
        <p:cNvGrpSpPr/>
        <p:nvPr/>
      </p:nvGrpSpPr>
      <p:grpSpPr>
        <a:xfrm>
          <a:off x="0" y="0"/>
          <a:ext cx="0" cy="0"/>
          <a:chOff x="0" y="0"/>
          <a:chExt cx="0" cy="0"/>
        </a:xfrm>
      </p:grpSpPr>
      <p:pic>
        <p:nvPicPr>
          <p:cNvPr id="765" name="Google Shape;765;g3ea281de57b_0_1374"/>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766" name="Google Shape;766;g3ea281de57b_0_137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g3ea281de57b_0_1374"/>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68" name="Google Shape;768;g3ea281de57b_0_137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69" name="Google Shape;769;g3ea281de57b_0_137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770" name="Google Shape;770;g3ea281de57b_0_1374"/>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71" name="Google Shape;771;g3ea281de57b_0_1374"/>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772" name="Google Shape;772;g3ea281de57b_0_1374"/>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773" name="Google Shape;773;g3ea281de57b_0_1374"/>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774" name="Google Shape;774;g3ea281de57b_0_1374"/>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775" name="Google Shape;775;g3ea281de57b_0_1374"/>
          <p:cNvGrpSpPr/>
          <p:nvPr/>
        </p:nvGrpSpPr>
        <p:grpSpPr>
          <a:xfrm>
            <a:off x="323653" y="1652038"/>
            <a:ext cx="457200" cy="457200"/>
            <a:chOff x="1020916" y="1442088"/>
            <a:chExt cx="457200" cy="457200"/>
          </a:xfrm>
        </p:grpSpPr>
        <p:pic>
          <p:nvPicPr>
            <p:cNvPr id="776" name="Google Shape;776;g3ea281de57b_0_137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77" name="Google Shape;777;g3ea281de57b_0_137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778" name="Google Shape;778;g3ea281de57b_0_1374"/>
          <p:cNvGrpSpPr/>
          <p:nvPr/>
        </p:nvGrpSpPr>
        <p:grpSpPr>
          <a:xfrm>
            <a:off x="323653" y="2461775"/>
            <a:ext cx="457200" cy="457200"/>
            <a:chOff x="1020916" y="1442088"/>
            <a:chExt cx="457200" cy="457200"/>
          </a:xfrm>
        </p:grpSpPr>
        <p:pic>
          <p:nvPicPr>
            <p:cNvPr id="779" name="Google Shape;779;g3ea281de57b_0_137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80" name="Google Shape;780;g3ea281de57b_0_137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781" name="Google Shape;781;g3ea281de57b_0_1374"/>
          <p:cNvGrpSpPr/>
          <p:nvPr/>
        </p:nvGrpSpPr>
        <p:grpSpPr>
          <a:xfrm>
            <a:off x="323641" y="3271838"/>
            <a:ext cx="457200" cy="457200"/>
            <a:chOff x="1020916" y="1442088"/>
            <a:chExt cx="457200" cy="457200"/>
          </a:xfrm>
        </p:grpSpPr>
        <p:pic>
          <p:nvPicPr>
            <p:cNvPr id="782" name="Google Shape;782;g3ea281de57b_0_137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83" name="Google Shape;783;g3ea281de57b_0_137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784" name="Google Shape;784;g3ea281de57b_0_1374"/>
          <p:cNvGrpSpPr/>
          <p:nvPr/>
        </p:nvGrpSpPr>
        <p:grpSpPr>
          <a:xfrm>
            <a:off x="323641" y="4081763"/>
            <a:ext cx="457200" cy="457200"/>
            <a:chOff x="1020916" y="1442088"/>
            <a:chExt cx="457200" cy="457200"/>
          </a:xfrm>
        </p:grpSpPr>
        <p:pic>
          <p:nvPicPr>
            <p:cNvPr id="785" name="Google Shape;785;g3ea281de57b_0_1374"/>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786" name="Google Shape;786;g3ea281de57b_0_137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787" name="Shape 787"/>
        <p:cNvGrpSpPr/>
        <p:nvPr/>
      </p:nvGrpSpPr>
      <p:grpSpPr>
        <a:xfrm>
          <a:off x="0" y="0"/>
          <a:ext cx="0" cy="0"/>
          <a:chOff x="0" y="0"/>
          <a:chExt cx="0" cy="0"/>
        </a:xfrm>
      </p:grpSpPr>
      <p:pic>
        <p:nvPicPr>
          <p:cNvPr id="788" name="Google Shape;788;g3ea281de57b_0_1397"/>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789" name="Google Shape;789;g3ea281de57b_0_139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g3ea281de57b_0_1397"/>
          <p:cNvSpPr txBox="1"/>
          <p:nvPr>
            <p:ph type="title"/>
          </p:nvPr>
        </p:nvSpPr>
        <p:spPr>
          <a:xfrm>
            <a:off x="324000" y="809988"/>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91" name="Google Shape;791;g3ea281de57b_0_139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2" name="Google Shape;792;g3ea281de57b_0_139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793" name="Google Shape;793;g3ea281de57b_0_1397"/>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94" name="Google Shape;794;g3ea281de57b_0_1397"/>
          <p:cNvSpPr txBox="1"/>
          <p:nvPr>
            <p:ph idx="1" type="subTitle"/>
          </p:nvPr>
        </p:nvSpPr>
        <p:spPr>
          <a:xfrm>
            <a:off x="1034425" y="1685375"/>
            <a:ext cx="7506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795" name="Google Shape;795;g3ea281de57b_0_1397"/>
          <p:cNvSpPr txBox="1"/>
          <p:nvPr>
            <p:ph idx="3" type="subTitle"/>
          </p:nvPr>
        </p:nvSpPr>
        <p:spPr>
          <a:xfrm>
            <a:off x="1034425" y="2489447"/>
            <a:ext cx="7506600" cy="3891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796" name="Google Shape;796;g3ea281de57b_0_1397"/>
          <p:cNvSpPr txBox="1"/>
          <p:nvPr>
            <p:ph idx="4" type="subTitle"/>
          </p:nvPr>
        </p:nvSpPr>
        <p:spPr>
          <a:xfrm>
            <a:off x="1034425" y="3309765"/>
            <a:ext cx="7464600" cy="3246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sp>
        <p:nvSpPr>
          <p:cNvPr id="797" name="Google Shape;797;g3ea281de57b_0_1397"/>
          <p:cNvSpPr txBox="1"/>
          <p:nvPr>
            <p:ph idx="5" type="subTitle"/>
          </p:nvPr>
        </p:nvSpPr>
        <p:spPr>
          <a:xfrm>
            <a:off x="1034425" y="4113837"/>
            <a:ext cx="7506600" cy="360300"/>
          </a:xfrm>
          <a:prstGeom prst="rect">
            <a:avLst/>
          </a:prstGeom>
          <a:noFill/>
          <a:ln>
            <a:noFill/>
          </a:ln>
        </p:spPr>
        <p:txBody>
          <a:bodyPr anchorCtr="0" anchor="t" bIns="0" lIns="0" spcFirstLastPara="1" rIns="0" wrap="square" tIns="0">
            <a:noAutofit/>
          </a:bodyPr>
          <a:lstStyle>
            <a:lvl1pPr lvl="0" algn="l">
              <a:lnSpc>
                <a:spcPct val="130000"/>
              </a:lnSpc>
              <a:spcBef>
                <a:spcPts val="0"/>
              </a:spcBef>
              <a:spcAft>
                <a:spcPts val="0"/>
              </a:spcAft>
              <a:buSzPts val="2200"/>
              <a:buFont typeface="Lexend"/>
              <a:buNone/>
              <a:defRPr sz="2200">
                <a:latin typeface="Lexend"/>
                <a:ea typeface="Lexend"/>
                <a:cs typeface="Lexend"/>
                <a:sym typeface="Lexend"/>
              </a:defRPr>
            </a:lvl1pPr>
            <a:lvl2pPr lvl="1" algn="l">
              <a:lnSpc>
                <a:spcPct val="130000"/>
              </a:lnSpc>
              <a:spcBef>
                <a:spcPts val="1000"/>
              </a:spcBef>
              <a:spcAft>
                <a:spcPts val="0"/>
              </a:spcAft>
              <a:buSzPts val="2100"/>
              <a:buNone/>
              <a:defRPr/>
            </a:lvl2pPr>
            <a:lvl3pPr lvl="2" algn="l">
              <a:lnSpc>
                <a:spcPct val="130000"/>
              </a:lnSpc>
              <a:spcBef>
                <a:spcPts val="1000"/>
              </a:spcBef>
              <a:spcAft>
                <a:spcPts val="0"/>
              </a:spcAft>
              <a:buSzPts val="2000"/>
              <a:buNone/>
              <a:defRPr/>
            </a:lvl3pPr>
            <a:lvl4pPr lvl="3" algn="l">
              <a:lnSpc>
                <a:spcPct val="130000"/>
              </a:lnSpc>
              <a:spcBef>
                <a:spcPts val="800"/>
              </a:spcBef>
              <a:spcAft>
                <a:spcPts val="0"/>
              </a:spcAft>
              <a:buSzPts val="1900"/>
              <a:buNone/>
              <a:defRPr/>
            </a:lvl4pPr>
            <a:lvl5pPr lvl="4" algn="l">
              <a:lnSpc>
                <a:spcPct val="130000"/>
              </a:lnSpc>
              <a:spcBef>
                <a:spcPts val="800"/>
              </a:spcBef>
              <a:spcAft>
                <a:spcPts val="0"/>
              </a:spcAft>
              <a:buSzPts val="1800"/>
              <a:buNone/>
              <a:defRPr/>
            </a:lvl5pPr>
            <a:lvl6pPr lvl="5" algn="l">
              <a:lnSpc>
                <a:spcPct val="130000"/>
              </a:lnSpc>
              <a:spcBef>
                <a:spcPts val="600"/>
              </a:spcBef>
              <a:spcAft>
                <a:spcPts val="0"/>
              </a:spcAft>
              <a:buSzPts val="1800"/>
              <a:buNone/>
              <a:defRPr/>
            </a:lvl6pPr>
            <a:lvl7pPr lvl="6" algn="l">
              <a:lnSpc>
                <a:spcPct val="130000"/>
              </a:lnSpc>
              <a:spcBef>
                <a:spcPts val="600"/>
              </a:spcBef>
              <a:spcAft>
                <a:spcPts val="0"/>
              </a:spcAft>
              <a:buSzPts val="1800"/>
              <a:buNone/>
              <a:defRPr/>
            </a:lvl7pPr>
            <a:lvl8pPr lvl="7" algn="l">
              <a:lnSpc>
                <a:spcPct val="130000"/>
              </a:lnSpc>
              <a:spcBef>
                <a:spcPts val="400"/>
              </a:spcBef>
              <a:spcAft>
                <a:spcPts val="0"/>
              </a:spcAft>
              <a:buSzPts val="1800"/>
              <a:buNone/>
              <a:defRPr/>
            </a:lvl8pPr>
            <a:lvl9pPr lvl="8" algn="l">
              <a:lnSpc>
                <a:spcPct val="130000"/>
              </a:lnSpc>
              <a:spcBef>
                <a:spcPts val="400"/>
              </a:spcBef>
              <a:spcAft>
                <a:spcPts val="200"/>
              </a:spcAft>
              <a:buSzPts val="1800"/>
              <a:buNone/>
              <a:defRPr/>
            </a:lvl9pPr>
          </a:lstStyle>
          <a:p/>
        </p:txBody>
      </p:sp>
      <p:grpSp>
        <p:nvGrpSpPr>
          <p:cNvPr id="798" name="Google Shape;798;g3ea281de57b_0_1397"/>
          <p:cNvGrpSpPr/>
          <p:nvPr/>
        </p:nvGrpSpPr>
        <p:grpSpPr>
          <a:xfrm>
            <a:off x="323653" y="1652038"/>
            <a:ext cx="457200" cy="457200"/>
            <a:chOff x="1020916" y="1442088"/>
            <a:chExt cx="457200" cy="457200"/>
          </a:xfrm>
        </p:grpSpPr>
        <p:pic>
          <p:nvPicPr>
            <p:cNvPr id="799" name="Google Shape;799;g3ea281de57b_0_139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800" name="Google Shape;800;g3ea281de57b_0_13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801" name="Google Shape;801;g3ea281de57b_0_1397"/>
          <p:cNvGrpSpPr/>
          <p:nvPr/>
        </p:nvGrpSpPr>
        <p:grpSpPr>
          <a:xfrm>
            <a:off x="323653" y="2461775"/>
            <a:ext cx="457200" cy="457200"/>
            <a:chOff x="1020916" y="1442088"/>
            <a:chExt cx="457200" cy="457200"/>
          </a:xfrm>
        </p:grpSpPr>
        <p:pic>
          <p:nvPicPr>
            <p:cNvPr id="802" name="Google Shape;802;g3ea281de57b_0_139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803" name="Google Shape;803;g3ea281de57b_0_13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804" name="Google Shape;804;g3ea281de57b_0_1397"/>
          <p:cNvGrpSpPr/>
          <p:nvPr/>
        </p:nvGrpSpPr>
        <p:grpSpPr>
          <a:xfrm>
            <a:off x="323641" y="3271838"/>
            <a:ext cx="457200" cy="457200"/>
            <a:chOff x="1020916" y="1442088"/>
            <a:chExt cx="457200" cy="457200"/>
          </a:xfrm>
        </p:grpSpPr>
        <p:pic>
          <p:nvPicPr>
            <p:cNvPr id="805" name="Google Shape;805;g3ea281de57b_0_139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806" name="Google Shape;806;g3ea281de57b_0_13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807" name="Google Shape;807;g3ea281de57b_0_1397"/>
          <p:cNvGrpSpPr/>
          <p:nvPr/>
        </p:nvGrpSpPr>
        <p:grpSpPr>
          <a:xfrm>
            <a:off x="323641" y="4081763"/>
            <a:ext cx="457200" cy="457200"/>
            <a:chOff x="1020916" y="1442088"/>
            <a:chExt cx="457200" cy="457200"/>
          </a:xfrm>
        </p:grpSpPr>
        <p:pic>
          <p:nvPicPr>
            <p:cNvPr id="808" name="Google Shape;808;g3ea281de57b_0_1397"/>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809" name="Google Shape;809;g3ea281de57b_0_13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810" name="Shape 810"/>
        <p:cNvGrpSpPr/>
        <p:nvPr/>
      </p:nvGrpSpPr>
      <p:grpSpPr>
        <a:xfrm>
          <a:off x="0" y="0"/>
          <a:ext cx="0" cy="0"/>
          <a:chOff x="0" y="0"/>
          <a:chExt cx="0" cy="0"/>
        </a:xfrm>
      </p:grpSpPr>
      <p:pic>
        <p:nvPicPr>
          <p:cNvPr id="811" name="Google Shape;811;g3ea281de57b_0_1420"/>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812" name="Google Shape;812;g3ea281de57b_0_142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g3ea281de57b_0_1420"/>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814" name="Google Shape;814;g3ea281de57b_0_142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15" name="Google Shape;815;g3ea281de57b_0_142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816" name="Google Shape;816;g3ea281de57b_0_1420"/>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17" name="Google Shape;817;g3ea281de57b_0_1420"/>
          <p:cNvSpPr/>
          <p:nvPr>
            <p:ph idx="3" type="pic"/>
          </p:nvPr>
        </p:nvSpPr>
        <p:spPr>
          <a:xfrm>
            <a:off x="324000" y="1893950"/>
            <a:ext cx="2555400" cy="1939500"/>
          </a:xfrm>
          <a:prstGeom prst="rect">
            <a:avLst/>
          </a:prstGeom>
          <a:noFill/>
          <a:ln>
            <a:noFill/>
          </a:ln>
        </p:spPr>
      </p:sp>
      <p:sp>
        <p:nvSpPr>
          <p:cNvPr id="818" name="Google Shape;818;g3ea281de57b_0_1420"/>
          <p:cNvSpPr/>
          <p:nvPr>
            <p:ph idx="4" type="pic"/>
          </p:nvPr>
        </p:nvSpPr>
        <p:spPr>
          <a:xfrm>
            <a:off x="6256800" y="1893950"/>
            <a:ext cx="2555400" cy="1939500"/>
          </a:xfrm>
          <a:prstGeom prst="rect">
            <a:avLst/>
          </a:prstGeom>
          <a:noFill/>
          <a:ln>
            <a:noFill/>
          </a:ln>
        </p:spPr>
      </p:sp>
      <p:sp>
        <p:nvSpPr>
          <p:cNvPr id="819" name="Google Shape;819;g3ea281de57b_0_1420"/>
          <p:cNvSpPr/>
          <p:nvPr>
            <p:ph idx="5" type="pic"/>
          </p:nvPr>
        </p:nvSpPr>
        <p:spPr>
          <a:xfrm>
            <a:off x="3294300" y="1893950"/>
            <a:ext cx="2555400" cy="1939500"/>
          </a:xfrm>
          <a:prstGeom prst="rect">
            <a:avLst/>
          </a:prstGeom>
          <a:noFill/>
          <a:ln>
            <a:noFill/>
          </a:ln>
        </p:spPr>
      </p:sp>
      <p:grpSp>
        <p:nvGrpSpPr>
          <p:cNvPr id="820" name="Google Shape;820;g3ea281de57b_0_1420"/>
          <p:cNvGrpSpPr/>
          <p:nvPr/>
        </p:nvGrpSpPr>
        <p:grpSpPr>
          <a:xfrm>
            <a:off x="1381028" y="4148538"/>
            <a:ext cx="457200" cy="457200"/>
            <a:chOff x="1020916" y="1442088"/>
            <a:chExt cx="457200" cy="457200"/>
          </a:xfrm>
        </p:grpSpPr>
        <p:pic>
          <p:nvPicPr>
            <p:cNvPr id="821" name="Google Shape;821;g3ea281de57b_0_142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822" name="Google Shape;822;g3ea281de57b_0_142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823" name="Google Shape;823;g3ea281de57b_0_1420"/>
          <p:cNvGrpSpPr/>
          <p:nvPr/>
        </p:nvGrpSpPr>
        <p:grpSpPr>
          <a:xfrm>
            <a:off x="4331066" y="4148550"/>
            <a:ext cx="457200" cy="457200"/>
            <a:chOff x="1020916" y="1442088"/>
            <a:chExt cx="457200" cy="457200"/>
          </a:xfrm>
        </p:grpSpPr>
        <p:pic>
          <p:nvPicPr>
            <p:cNvPr id="824" name="Google Shape;824;g3ea281de57b_0_142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825" name="Google Shape;825;g3ea281de57b_0_142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826" name="Google Shape;826;g3ea281de57b_0_1420"/>
          <p:cNvGrpSpPr/>
          <p:nvPr/>
        </p:nvGrpSpPr>
        <p:grpSpPr>
          <a:xfrm>
            <a:off x="7305791" y="4148538"/>
            <a:ext cx="457200" cy="457200"/>
            <a:chOff x="1020916" y="1442088"/>
            <a:chExt cx="457200" cy="457200"/>
          </a:xfrm>
        </p:grpSpPr>
        <p:pic>
          <p:nvPicPr>
            <p:cNvPr id="827" name="Google Shape;827;g3ea281de57b_0_1420"/>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828" name="Google Shape;828;g3ea281de57b_0_142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829" name="Shape 829"/>
        <p:cNvGrpSpPr/>
        <p:nvPr/>
      </p:nvGrpSpPr>
      <p:grpSpPr>
        <a:xfrm>
          <a:off x="0" y="0"/>
          <a:ext cx="0" cy="0"/>
          <a:chOff x="0" y="0"/>
          <a:chExt cx="0" cy="0"/>
        </a:xfrm>
      </p:grpSpPr>
      <p:pic>
        <p:nvPicPr>
          <p:cNvPr id="830" name="Google Shape;830;g3ea281de57b_0_1439"/>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831" name="Google Shape;831;g3ea281de57b_0_143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g3ea281de57b_0_1439"/>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833" name="Google Shape;833;g3ea281de57b_0_14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34" name="Google Shape;834;g3ea281de57b_0_14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835" name="Google Shape;835;g3ea281de57b_0_1439"/>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36" name="Google Shape;836;g3ea281de57b_0_1439"/>
          <p:cNvSpPr/>
          <p:nvPr>
            <p:ph idx="3" type="pic"/>
          </p:nvPr>
        </p:nvSpPr>
        <p:spPr>
          <a:xfrm>
            <a:off x="324000" y="1893950"/>
            <a:ext cx="2555400" cy="1939500"/>
          </a:xfrm>
          <a:prstGeom prst="rect">
            <a:avLst/>
          </a:prstGeom>
          <a:noFill/>
          <a:ln>
            <a:noFill/>
          </a:ln>
        </p:spPr>
      </p:sp>
      <p:sp>
        <p:nvSpPr>
          <p:cNvPr id="837" name="Google Shape;837;g3ea281de57b_0_1439"/>
          <p:cNvSpPr/>
          <p:nvPr>
            <p:ph idx="4" type="pic"/>
          </p:nvPr>
        </p:nvSpPr>
        <p:spPr>
          <a:xfrm>
            <a:off x="6256800" y="1893950"/>
            <a:ext cx="2555400" cy="1939500"/>
          </a:xfrm>
          <a:prstGeom prst="rect">
            <a:avLst/>
          </a:prstGeom>
          <a:noFill/>
          <a:ln>
            <a:noFill/>
          </a:ln>
        </p:spPr>
      </p:sp>
      <p:sp>
        <p:nvSpPr>
          <p:cNvPr id="838" name="Google Shape;838;g3ea281de57b_0_1439"/>
          <p:cNvSpPr/>
          <p:nvPr>
            <p:ph idx="5" type="pic"/>
          </p:nvPr>
        </p:nvSpPr>
        <p:spPr>
          <a:xfrm>
            <a:off x="3294300" y="1893950"/>
            <a:ext cx="2555400" cy="1939500"/>
          </a:xfrm>
          <a:prstGeom prst="rect">
            <a:avLst/>
          </a:prstGeom>
          <a:noFill/>
          <a:ln>
            <a:noFill/>
          </a:ln>
        </p:spPr>
      </p:sp>
      <p:grpSp>
        <p:nvGrpSpPr>
          <p:cNvPr id="839" name="Google Shape;839;g3ea281de57b_0_1439"/>
          <p:cNvGrpSpPr/>
          <p:nvPr/>
        </p:nvGrpSpPr>
        <p:grpSpPr>
          <a:xfrm>
            <a:off x="1381028" y="4148538"/>
            <a:ext cx="457200" cy="457200"/>
            <a:chOff x="1020916" y="1442088"/>
            <a:chExt cx="457200" cy="457200"/>
          </a:xfrm>
        </p:grpSpPr>
        <p:pic>
          <p:nvPicPr>
            <p:cNvPr id="840" name="Google Shape;840;g3ea281de57b_0_143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841" name="Google Shape;841;g3ea281de57b_0_14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842" name="Google Shape;842;g3ea281de57b_0_1439"/>
          <p:cNvGrpSpPr/>
          <p:nvPr/>
        </p:nvGrpSpPr>
        <p:grpSpPr>
          <a:xfrm>
            <a:off x="4331066" y="4148550"/>
            <a:ext cx="457200" cy="457200"/>
            <a:chOff x="1020916" y="1442088"/>
            <a:chExt cx="457200" cy="457200"/>
          </a:xfrm>
        </p:grpSpPr>
        <p:pic>
          <p:nvPicPr>
            <p:cNvPr id="843" name="Google Shape;843;g3ea281de57b_0_143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844" name="Google Shape;844;g3ea281de57b_0_14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845" name="Google Shape;845;g3ea281de57b_0_1439"/>
          <p:cNvGrpSpPr/>
          <p:nvPr/>
        </p:nvGrpSpPr>
        <p:grpSpPr>
          <a:xfrm>
            <a:off x="7305791" y="4148538"/>
            <a:ext cx="457200" cy="457200"/>
            <a:chOff x="1020916" y="1442088"/>
            <a:chExt cx="457200" cy="457200"/>
          </a:xfrm>
        </p:grpSpPr>
        <p:pic>
          <p:nvPicPr>
            <p:cNvPr id="846" name="Google Shape;846;g3ea281de57b_0_1439"/>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847" name="Google Shape;847;g3ea281de57b_0_14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848" name="Shape 848"/>
        <p:cNvGrpSpPr/>
        <p:nvPr/>
      </p:nvGrpSpPr>
      <p:grpSpPr>
        <a:xfrm>
          <a:off x="0" y="0"/>
          <a:ext cx="0" cy="0"/>
          <a:chOff x="0" y="0"/>
          <a:chExt cx="0" cy="0"/>
        </a:xfrm>
      </p:grpSpPr>
      <p:pic>
        <p:nvPicPr>
          <p:cNvPr id="849" name="Google Shape;849;g3ea281de57b_0_1458"/>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850" name="Google Shape;850;g3ea281de57b_0_14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g3ea281de57b_0_1458"/>
          <p:cNvSpPr txBox="1"/>
          <p:nvPr>
            <p:ph type="title"/>
          </p:nvPr>
        </p:nvSpPr>
        <p:spPr>
          <a:xfrm>
            <a:off x="324000" y="748763"/>
            <a:ext cx="8179200" cy="48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200"/>
              <a:buFont typeface="Lexend"/>
              <a:buNone/>
              <a:defRPr b="0" sz="2200">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852" name="Google Shape;852;g3ea281de57b_0_14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53" name="Google Shape;853;g3ea281de57b_0_14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854" name="Google Shape;854;g3ea281de57b_0_1458"/>
          <p:cNvSpPr txBox="1"/>
          <p:nvPr>
            <p:ph idx="2"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55" name="Google Shape;855;g3ea281de57b_0_1458"/>
          <p:cNvSpPr/>
          <p:nvPr>
            <p:ph idx="3" type="pic"/>
          </p:nvPr>
        </p:nvSpPr>
        <p:spPr>
          <a:xfrm>
            <a:off x="324000" y="1893950"/>
            <a:ext cx="2555400" cy="1939500"/>
          </a:xfrm>
          <a:prstGeom prst="rect">
            <a:avLst/>
          </a:prstGeom>
          <a:noFill/>
          <a:ln>
            <a:noFill/>
          </a:ln>
        </p:spPr>
      </p:sp>
      <p:sp>
        <p:nvSpPr>
          <p:cNvPr id="856" name="Google Shape;856;g3ea281de57b_0_1458"/>
          <p:cNvSpPr/>
          <p:nvPr>
            <p:ph idx="4" type="pic"/>
          </p:nvPr>
        </p:nvSpPr>
        <p:spPr>
          <a:xfrm>
            <a:off x="6256800" y="1893950"/>
            <a:ext cx="2555400" cy="1939500"/>
          </a:xfrm>
          <a:prstGeom prst="rect">
            <a:avLst/>
          </a:prstGeom>
          <a:noFill/>
          <a:ln>
            <a:noFill/>
          </a:ln>
        </p:spPr>
      </p:sp>
      <p:sp>
        <p:nvSpPr>
          <p:cNvPr id="857" name="Google Shape;857;g3ea281de57b_0_1458"/>
          <p:cNvSpPr/>
          <p:nvPr>
            <p:ph idx="5" type="pic"/>
          </p:nvPr>
        </p:nvSpPr>
        <p:spPr>
          <a:xfrm>
            <a:off x="3294300" y="1893950"/>
            <a:ext cx="2555400" cy="1939500"/>
          </a:xfrm>
          <a:prstGeom prst="rect">
            <a:avLst/>
          </a:prstGeom>
          <a:noFill/>
          <a:ln>
            <a:noFill/>
          </a:ln>
        </p:spPr>
      </p:sp>
      <p:grpSp>
        <p:nvGrpSpPr>
          <p:cNvPr id="858" name="Google Shape;858;g3ea281de57b_0_1458"/>
          <p:cNvGrpSpPr/>
          <p:nvPr/>
        </p:nvGrpSpPr>
        <p:grpSpPr>
          <a:xfrm>
            <a:off x="1381028" y="4148538"/>
            <a:ext cx="457200" cy="457200"/>
            <a:chOff x="1020916" y="1442088"/>
            <a:chExt cx="457200" cy="457200"/>
          </a:xfrm>
        </p:grpSpPr>
        <p:pic>
          <p:nvPicPr>
            <p:cNvPr id="859" name="Google Shape;859;g3ea281de57b_0_145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860" name="Google Shape;860;g3ea281de57b_0_145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861" name="Google Shape;861;g3ea281de57b_0_1458"/>
          <p:cNvGrpSpPr/>
          <p:nvPr/>
        </p:nvGrpSpPr>
        <p:grpSpPr>
          <a:xfrm>
            <a:off x="4331066" y="4148550"/>
            <a:ext cx="457200" cy="457200"/>
            <a:chOff x="1020916" y="1442088"/>
            <a:chExt cx="457200" cy="457200"/>
          </a:xfrm>
        </p:grpSpPr>
        <p:pic>
          <p:nvPicPr>
            <p:cNvPr id="862" name="Google Shape;862;g3ea281de57b_0_145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863" name="Google Shape;863;g3ea281de57b_0_145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864" name="Google Shape;864;g3ea281de57b_0_1458"/>
          <p:cNvGrpSpPr/>
          <p:nvPr/>
        </p:nvGrpSpPr>
        <p:grpSpPr>
          <a:xfrm>
            <a:off x="7305791" y="4148538"/>
            <a:ext cx="457200" cy="457200"/>
            <a:chOff x="1020916" y="1442088"/>
            <a:chExt cx="457200" cy="457200"/>
          </a:xfrm>
        </p:grpSpPr>
        <p:pic>
          <p:nvPicPr>
            <p:cNvPr id="865" name="Google Shape;865;g3ea281de57b_0_1458"/>
            <p:cNvPicPr preferRelativeResize="0"/>
            <p:nvPr/>
          </p:nvPicPr>
          <p:blipFill rotWithShape="1">
            <a:blip r:embed="rId4">
              <a:alphaModFix/>
            </a:blip>
            <a:srcRect b="0" l="0" r="0" t="0"/>
            <a:stretch/>
          </p:blipFill>
          <p:spPr>
            <a:xfrm>
              <a:off x="1020916" y="1442088"/>
              <a:ext cx="457200" cy="457200"/>
            </a:xfrm>
            <a:prstGeom prst="rect">
              <a:avLst/>
            </a:prstGeom>
            <a:noFill/>
            <a:ln>
              <a:noFill/>
            </a:ln>
          </p:spPr>
        </p:pic>
        <p:sp>
          <p:nvSpPr>
            <p:cNvPr id="866" name="Google Shape;866;g3ea281de57b_0_145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867" name="Shape 867"/>
        <p:cNvGrpSpPr/>
        <p:nvPr/>
      </p:nvGrpSpPr>
      <p:grpSpPr>
        <a:xfrm>
          <a:off x="0" y="0"/>
          <a:ext cx="0" cy="0"/>
          <a:chOff x="0" y="0"/>
          <a:chExt cx="0" cy="0"/>
        </a:xfrm>
      </p:grpSpPr>
      <p:pic>
        <p:nvPicPr>
          <p:cNvPr id="868" name="Google Shape;868;g3ea281de57b_0_1477"/>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869" name="Google Shape;869;g3ea281de57b_0_147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g3ea281de57b_0_1477"/>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871" name="Google Shape;871;g3ea281de57b_0_147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72" name="Google Shape;872;g3ea281de57b_0_147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873" name="Google Shape;873;g3ea281de57b_0_1477"/>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874" name="Shape 874"/>
        <p:cNvGrpSpPr/>
        <p:nvPr/>
      </p:nvGrpSpPr>
      <p:grpSpPr>
        <a:xfrm>
          <a:off x="0" y="0"/>
          <a:ext cx="0" cy="0"/>
          <a:chOff x="0" y="0"/>
          <a:chExt cx="0" cy="0"/>
        </a:xfrm>
      </p:grpSpPr>
      <p:pic>
        <p:nvPicPr>
          <p:cNvPr id="875" name="Google Shape;875;g3ea281de57b_0_1484"/>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876" name="Google Shape;876;g3ea281de57b_0_148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g3ea281de57b_0_1484"/>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878" name="Google Shape;878;g3ea281de57b_0_148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79" name="Google Shape;879;g3ea281de57b_0_148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Check</a:t>
            </a:r>
            <a:endParaRPr b="1" i="0" sz="900" u="none" cap="none" strike="noStrike">
              <a:solidFill>
                <a:srgbClr val="E6F2F2"/>
              </a:solidFill>
              <a:latin typeface="Lexend"/>
              <a:ea typeface="Lexend"/>
              <a:cs typeface="Lexend"/>
              <a:sym typeface="Lexend"/>
            </a:endParaRPr>
          </a:p>
        </p:txBody>
      </p:sp>
      <p:sp>
        <p:nvSpPr>
          <p:cNvPr id="880" name="Google Shape;880;g3ea281de57b_0_1484"/>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881" name="Shape 881"/>
        <p:cNvGrpSpPr/>
        <p:nvPr/>
      </p:nvGrpSpPr>
      <p:grpSpPr>
        <a:xfrm>
          <a:off x="0" y="0"/>
          <a:ext cx="0" cy="0"/>
          <a:chOff x="0" y="0"/>
          <a:chExt cx="0" cy="0"/>
        </a:xfrm>
      </p:grpSpPr>
      <p:pic>
        <p:nvPicPr>
          <p:cNvPr id="882" name="Google Shape;882;g3ea281de57b_0_1491"/>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883" name="Google Shape;883;g3ea281de57b_0_149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g3ea281de57b_0_1491"/>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885" name="Google Shape;885;g3ea281de57b_0_149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86" name="Google Shape;886;g3ea281de57b_0_149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Check</a:t>
            </a:r>
            <a:endParaRPr b="1" i="0" sz="900" u="none" cap="none" strike="noStrike">
              <a:solidFill>
                <a:srgbClr val="EBEDFE"/>
              </a:solidFill>
              <a:latin typeface="Lexend"/>
              <a:ea typeface="Lexend"/>
              <a:cs typeface="Lexend"/>
              <a:sym typeface="Lexend"/>
            </a:endParaRPr>
          </a:p>
        </p:txBody>
      </p:sp>
      <p:sp>
        <p:nvSpPr>
          <p:cNvPr id="887" name="Google Shape;887;g3ea281de57b_0_149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888" name="Shape 888"/>
        <p:cNvGrpSpPr/>
        <p:nvPr/>
      </p:nvGrpSpPr>
      <p:grpSpPr>
        <a:xfrm>
          <a:off x="0" y="0"/>
          <a:ext cx="0" cy="0"/>
          <a:chOff x="0" y="0"/>
          <a:chExt cx="0" cy="0"/>
        </a:xfrm>
      </p:grpSpPr>
      <p:pic>
        <p:nvPicPr>
          <p:cNvPr id="889" name="Google Shape;889;g3ea281de57b_0_1498"/>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890" name="Google Shape;890;g3ea281de57b_0_149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g3ea281de57b_0_1498"/>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892" name="Google Shape;892;g3ea281de57b_0_149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93" name="Google Shape;893;g3ea281de57b_0_149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Check</a:t>
            </a:r>
            <a:endParaRPr b="1" i="0" sz="900" u="none" cap="none" strike="noStrike">
              <a:solidFill>
                <a:srgbClr val="FAEAF6"/>
              </a:solidFill>
              <a:latin typeface="Lexend"/>
              <a:ea typeface="Lexend"/>
              <a:cs typeface="Lexend"/>
              <a:sym typeface="Lexend"/>
            </a:endParaRPr>
          </a:p>
        </p:txBody>
      </p:sp>
      <p:sp>
        <p:nvSpPr>
          <p:cNvPr id="894" name="Google Shape;894;g3ea281de57b_0_1498"/>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895" name="Shape 895"/>
        <p:cNvGrpSpPr/>
        <p:nvPr/>
      </p:nvGrpSpPr>
      <p:grpSpPr>
        <a:xfrm>
          <a:off x="0" y="0"/>
          <a:ext cx="0" cy="0"/>
          <a:chOff x="0" y="0"/>
          <a:chExt cx="0" cy="0"/>
        </a:xfrm>
      </p:grpSpPr>
      <p:pic>
        <p:nvPicPr>
          <p:cNvPr id="896" name="Google Shape;896;g3ea281de57b_0_1505"/>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897" name="Google Shape;897;g3ea281de57b_0_150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g3ea281de57b_0_1505"/>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899" name="Google Shape;899;g3ea281de57b_0_1505"/>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900" name="Google Shape;900;g3ea281de57b_0_150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sp>
        <p:nvSpPr>
          <p:cNvPr id="901" name="Google Shape;901;g3ea281de57b_0_1505"/>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902" name="Google Shape;902;g3ea281de57b_0_150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A</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903" name="Shape 903"/>
        <p:cNvGrpSpPr/>
        <p:nvPr/>
      </p:nvGrpSpPr>
      <p:grpSpPr>
        <a:xfrm>
          <a:off x="0" y="0"/>
          <a:ext cx="0" cy="0"/>
          <a:chOff x="0" y="0"/>
          <a:chExt cx="0" cy="0"/>
        </a:xfrm>
      </p:grpSpPr>
      <p:pic>
        <p:nvPicPr>
          <p:cNvPr id="904" name="Google Shape;904;g3ea281de57b_0_1513"/>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905" name="Google Shape;905;g3ea281de57b_0_151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g3ea281de57b_0_1513"/>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907" name="Google Shape;907;g3ea281de57b_0_151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Practice</a:t>
            </a:r>
            <a:endParaRPr b="1" i="0" sz="900" u="none" cap="none" strike="noStrike">
              <a:solidFill>
                <a:srgbClr val="E6F2F2"/>
              </a:solidFill>
              <a:latin typeface="Lexend"/>
              <a:ea typeface="Lexend"/>
              <a:cs typeface="Lexend"/>
              <a:sym typeface="Lexend"/>
            </a:endParaRPr>
          </a:p>
        </p:txBody>
      </p:sp>
      <p:pic>
        <p:nvPicPr>
          <p:cNvPr id="908" name="Google Shape;908;g3ea281de57b_0_151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909" name="Google Shape;909;g3ea281de57b_0_1513"/>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910" name="Google Shape;910;g3ea281de57b_0_151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B</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911" name="Shape 911"/>
        <p:cNvGrpSpPr/>
        <p:nvPr/>
      </p:nvGrpSpPr>
      <p:grpSpPr>
        <a:xfrm>
          <a:off x="0" y="0"/>
          <a:ext cx="0" cy="0"/>
          <a:chOff x="0" y="0"/>
          <a:chExt cx="0" cy="0"/>
        </a:xfrm>
      </p:grpSpPr>
      <p:pic>
        <p:nvPicPr>
          <p:cNvPr id="912" name="Google Shape;912;g3ea281de57b_0_1521"/>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913" name="Google Shape;913;g3ea281de57b_0_152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g3ea281de57b_0_1521"/>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915" name="Google Shape;915;g3ea281de57b_0_152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pic>
        <p:nvPicPr>
          <p:cNvPr id="916" name="Google Shape;916;g3ea281de57b_0_152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917" name="Google Shape;917;g3ea281de57b_0_1521"/>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918" name="Google Shape;918;g3ea281de57b_0_152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C</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919" name="Shape 919"/>
        <p:cNvGrpSpPr/>
        <p:nvPr/>
      </p:nvGrpSpPr>
      <p:grpSpPr>
        <a:xfrm>
          <a:off x="0" y="0"/>
          <a:ext cx="0" cy="0"/>
          <a:chOff x="0" y="0"/>
          <a:chExt cx="0" cy="0"/>
        </a:xfrm>
      </p:grpSpPr>
      <p:pic>
        <p:nvPicPr>
          <p:cNvPr id="920" name="Google Shape;920;g3ea281de57b_0_1529"/>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921" name="Google Shape;921;g3ea281de57b_0_15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g3ea281de57b_0_1529"/>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923" name="Google Shape;923;g3ea281de57b_0_15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Practice</a:t>
            </a:r>
            <a:endParaRPr b="1" i="0" sz="900" u="none" cap="none" strike="noStrike">
              <a:solidFill>
                <a:srgbClr val="FAEAF6"/>
              </a:solidFill>
              <a:latin typeface="Lexend"/>
              <a:ea typeface="Lexend"/>
              <a:cs typeface="Lexend"/>
              <a:sym typeface="Lexend"/>
            </a:endParaRPr>
          </a:p>
        </p:txBody>
      </p:sp>
      <p:pic>
        <p:nvPicPr>
          <p:cNvPr id="924" name="Google Shape;924;g3ea281de57b_0_152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925" name="Google Shape;925;g3ea281de57b_0_1529"/>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926" name="Google Shape;926;g3ea281de57b_0_152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D</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927" name="Shape 927"/>
        <p:cNvGrpSpPr/>
        <p:nvPr/>
      </p:nvGrpSpPr>
      <p:grpSpPr>
        <a:xfrm>
          <a:off x="0" y="0"/>
          <a:ext cx="0" cy="0"/>
          <a:chOff x="0" y="0"/>
          <a:chExt cx="0" cy="0"/>
        </a:xfrm>
      </p:grpSpPr>
      <p:pic>
        <p:nvPicPr>
          <p:cNvPr id="928" name="Google Shape;928;g3ea281de57b_0_1537"/>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929" name="Google Shape;929;g3ea281de57b_0_153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g3ea281de57b_0_1537"/>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931" name="Google Shape;931;g3ea281de57b_0_15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932" name="Google Shape;932;g3ea281de57b_0_15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EFB"/>
                </a:solidFill>
                <a:latin typeface="Lexend"/>
                <a:ea typeface="Lexend"/>
                <a:cs typeface="Lexend"/>
                <a:sym typeface="Lexend"/>
              </a:rPr>
              <a:t>Feedback</a:t>
            </a:r>
            <a:endParaRPr b="1" i="0" sz="900" u="none" cap="none" strike="noStrike">
              <a:solidFill>
                <a:srgbClr val="F3EEFB"/>
              </a:solidFill>
              <a:latin typeface="Lexend"/>
              <a:ea typeface="Lexend"/>
              <a:cs typeface="Lexend"/>
              <a:sym typeface="Lexend"/>
            </a:endParaRPr>
          </a:p>
        </p:txBody>
      </p:sp>
      <p:sp>
        <p:nvSpPr>
          <p:cNvPr id="933" name="Google Shape;933;g3ea281de57b_0_1537"/>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934" name="Google Shape;934;g3ea281de57b_0_153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A</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935" name="Shape 935"/>
        <p:cNvGrpSpPr/>
        <p:nvPr/>
      </p:nvGrpSpPr>
      <p:grpSpPr>
        <a:xfrm>
          <a:off x="0" y="0"/>
          <a:ext cx="0" cy="0"/>
          <a:chOff x="0" y="0"/>
          <a:chExt cx="0" cy="0"/>
        </a:xfrm>
      </p:grpSpPr>
      <p:pic>
        <p:nvPicPr>
          <p:cNvPr id="936" name="Google Shape;936;g3ea281de57b_0_1545"/>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937" name="Google Shape;937;g3ea281de57b_0_15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g3ea281de57b_0_1545"/>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939" name="Google Shape;939;g3ea281de57b_0_15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940" name="Google Shape;940;g3ea281de57b_0_15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941" name="Google Shape;941;g3ea281de57b_0_1545"/>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942" name="Google Shape;942;g3ea281de57b_0_154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B</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943" name="Shape 943"/>
        <p:cNvGrpSpPr/>
        <p:nvPr/>
      </p:nvGrpSpPr>
      <p:grpSpPr>
        <a:xfrm>
          <a:off x="0" y="0"/>
          <a:ext cx="0" cy="0"/>
          <a:chOff x="0" y="0"/>
          <a:chExt cx="0" cy="0"/>
        </a:xfrm>
      </p:grpSpPr>
      <p:pic>
        <p:nvPicPr>
          <p:cNvPr id="944" name="Google Shape;944;g3ea281de57b_0_1553"/>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945" name="Google Shape;945;g3ea281de57b_0_15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g3ea281de57b_0_1553"/>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947" name="Google Shape;947;g3ea281de57b_0_15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E6F2F2"/>
                </a:solidFill>
                <a:latin typeface="Lexend"/>
                <a:ea typeface="Lexend"/>
                <a:cs typeface="Lexend"/>
                <a:sym typeface="Lexend"/>
              </a:rPr>
              <a:t>Feedback</a:t>
            </a:r>
            <a:endParaRPr b="1" i="0" sz="900" u="none" cap="none" strike="noStrike">
              <a:solidFill>
                <a:srgbClr val="E6F2F2"/>
              </a:solidFill>
              <a:latin typeface="Lexend"/>
              <a:ea typeface="Lexend"/>
              <a:cs typeface="Lexend"/>
              <a:sym typeface="Lexend"/>
            </a:endParaRPr>
          </a:p>
        </p:txBody>
      </p:sp>
      <p:pic>
        <p:nvPicPr>
          <p:cNvPr id="948" name="Google Shape;948;g3ea281de57b_0_15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949" name="Google Shape;949;g3ea281de57b_0_1553"/>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950" name="Google Shape;950;g3ea281de57b_0_15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Lexend"/>
                <a:ea typeface="Lexend"/>
                <a:cs typeface="Lexend"/>
                <a:sym typeface="Lexend"/>
              </a:rPr>
              <a:t>Task C</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951" name="Shape 951"/>
        <p:cNvGrpSpPr/>
        <p:nvPr/>
      </p:nvGrpSpPr>
      <p:grpSpPr>
        <a:xfrm>
          <a:off x="0" y="0"/>
          <a:ext cx="0" cy="0"/>
          <a:chOff x="0" y="0"/>
          <a:chExt cx="0" cy="0"/>
        </a:xfrm>
      </p:grpSpPr>
      <p:pic>
        <p:nvPicPr>
          <p:cNvPr id="952" name="Google Shape;952;g3ea281de57b_0_1561"/>
          <p:cNvPicPr preferRelativeResize="0"/>
          <p:nvPr/>
        </p:nvPicPr>
        <p:blipFill rotWithShape="1">
          <a:blip r:embed="rId2">
            <a:alphaModFix/>
          </a:blip>
          <a:srcRect b="1672" l="0" r="0" t="1663"/>
          <a:stretch/>
        </p:blipFill>
        <p:spPr>
          <a:xfrm>
            <a:off x="0" y="532525"/>
            <a:ext cx="9151202" cy="116709"/>
          </a:xfrm>
          <a:prstGeom prst="rect">
            <a:avLst/>
          </a:prstGeom>
          <a:noFill/>
          <a:ln>
            <a:noFill/>
          </a:ln>
        </p:spPr>
      </p:pic>
      <p:sp>
        <p:nvSpPr>
          <p:cNvPr id="953" name="Google Shape;953;g3ea281de57b_0_156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g3ea281de57b_0_1561"/>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955" name="Google Shape;955;g3ea281de57b_0_15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AEAF6"/>
                </a:solidFill>
                <a:latin typeface="Lexend"/>
                <a:ea typeface="Lexend"/>
                <a:cs typeface="Lexend"/>
                <a:sym typeface="Lexend"/>
              </a:rPr>
              <a:t>Feedback</a:t>
            </a:r>
            <a:endParaRPr b="1" i="0" sz="900" u="none" cap="none" strike="noStrike">
              <a:solidFill>
                <a:srgbClr val="FAEAF6"/>
              </a:solidFill>
              <a:latin typeface="Lexend"/>
              <a:ea typeface="Lexend"/>
              <a:cs typeface="Lexend"/>
              <a:sym typeface="Lexend"/>
            </a:endParaRPr>
          </a:p>
        </p:txBody>
      </p:sp>
      <p:pic>
        <p:nvPicPr>
          <p:cNvPr id="956" name="Google Shape;956;g3ea281de57b_0_156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957" name="Google Shape;957;g3ea281de57b_0_15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Lexend"/>
                <a:ea typeface="Lexend"/>
                <a:cs typeface="Lexend"/>
                <a:sym typeface="Lexend"/>
              </a:rPr>
              <a:t>Task D</a:t>
            </a:r>
            <a:endParaRPr b="1" i="0" sz="2000" u="none" cap="none" strike="noStrike">
              <a:solidFill>
                <a:schemeClr val="lt1"/>
              </a:solidFill>
              <a:latin typeface="Lexend"/>
              <a:ea typeface="Lexend"/>
              <a:cs typeface="Lexend"/>
              <a:sym typeface="Lexend"/>
            </a:endParaRPr>
          </a:p>
        </p:txBody>
      </p:sp>
      <p:sp>
        <p:nvSpPr>
          <p:cNvPr id="958" name="Google Shape;958;g3ea281de57b_0_1561"/>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800"/>
              <a:buNone/>
              <a:defRPr b="0"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959" name="Shape 959"/>
        <p:cNvGrpSpPr/>
        <p:nvPr/>
      </p:nvGrpSpPr>
      <p:grpSpPr>
        <a:xfrm>
          <a:off x="0" y="0"/>
          <a:ext cx="0" cy="0"/>
          <a:chOff x="0" y="0"/>
          <a:chExt cx="0" cy="0"/>
        </a:xfrm>
      </p:grpSpPr>
      <p:sp>
        <p:nvSpPr>
          <p:cNvPr id="960" name="Google Shape;960;g3ea281de57b_0_1569"/>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61" name="Google Shape;961;g3ea281de57b_0_1569"/>
          <p:cNvPicPr preferRelativeResize="0"/>
          <p:nvPr/>
        </p:nvPicPr>
        <p:blipFill rotWithShape="1">
          <a:blip r:embed="rId2">
            <a:alphaModFix/>
          </a:blip>
          <a:srcRect b="1710" l="0" r="0" t="1700"/>
          <a:stretch/>
        </p:blipFill>
        <p:spPr>
          <a:xfrm>
            <a:off x="0" y="535825"/>
            <a:ext cx="9151202" cy="116709"/>
          </a:xfrm>
          <a:prstGeom prst="rect">
            <a:avLst/>
          </a:prstGeom>
          <a:noFill/>
          <a:ln>
            <a:noFill/>
          </a:ln>
        </p:spPr>
      </p:pic>
      <p:sp>
        <p:nvSpPr>
          <p:cNvPr id="962" name="Google Shape;962;g3ea281de57b_0_1569"/>
          <p:cNvSpPr txBox="1"/>
          <p:nvPr>
            <p:ph idx="1" type="body"/>
          </p:nvPr>
        </p:nvSpPr>
        <p:spPr>
          <a:xfrm>
            <a:off x="324000" y="1080000"/>
            <a:ext cx="8113800" cy="37404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963" name="Google Shape;963;g3ea281de57b_0_156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Summary</a:t>
            </a:r>
            <a:endParaRPr b="1" i="0" sz="2000" u="none" cap="none" strike="noStrike">
              <a:solidFill>
                <a:schemeClr val="dk1"/>
              </a:solidFill>
              <a:latin typeface="Lexend"/>
              <a:ea typeface="Lexend"/>
              <a:cs typeface="Lexend"/>
              <a:sym typeface="Lexend"/>
            </a:endParaRPr>
          </a:p>
        </p:txBody>
      </p:sp>
      <p:sp>
        <p:nvSpPr>
          <p:cNvPr id="964" name="Google Shape;964;g3ea281de57b_0_1569"/>
          <p:cNvSpPr txBox="1"/>
          <p:nvPr>
            <p:ph type="title"/>
          </p:nvPr>
        </p:nvSpPr>
        <p:spPr>
          <a:xfrm>
            <a:off x="1684800" y="43825"/>
            <a:ext cx="57414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Font typeface="Lexend"/>
              <a:buNone/>
              <a:defRPr b="0" sz="2000">
                <a:latin typeface="Lexend"/>
                <a:ea typeface="Lexend"/>
                <a:cs typeface="Lexend"/>
                <a:sym typeface="Lexend"/>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965" name="Shape 965"/>
        <p:cNvGrpSpPr/>
        <p:nvPr/>
      </p:nvGrpSpPr>
      <p:grpSpPr>
        <a:xfrm>
          <a:off x="0" y="0"/>
          <a:ext cx="0" cy="0"/>
          <a:chOff x="0" y="0"/>
          <a:chExt cx="0" cy="0"/>
        </a:xfrm>
      </p:grpSpPr>
      <p:sp>
        <p:nvSpPr>
          <p:cNvPr id="966" name="Google Shape;966;g3ea281de57b_0_1575"/>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67" name="Google Shape;967;g3ea281de57b_0_1575"/>
          <p:cNvPicPr preferRelativeResize="0"/>
          <p:nvPr/>
        </p:nvPicPr>
        <p:blipFill rotWithShape="1">
          <a:blip r:embed="rId2">
            <a:alphaModFix/>
          </a:blip>
          <a:srcRect b="1710" l="0" r="0" t="1700"/>
          <a:stretch/>
        </p:blipFill>
        <p:spPr>
          <a:xfrm>
            <a:off x="0" y="769550"/>
            <a:ext cx="9151202" cy="116709"/>
          </a:xfrm>
          <a:prstGeom prst="rect">
            <a:avLst/>
          </a:prstGeom>
          <a:noFill/>
          <a:ln>
            <a:noFill/>
          </a:ln>
        </p:spPr>
      </p:pic>
      <p:sp>
        <p:nvSpPr>
          <p:cNvPr id="968" name="Google Shape;968;g3ea281de57b_0_1575"/>
          <p:cNvSpPr txBox="1"/>
          <p:nvPr>
            <p:ph idx="1" type="body"/>
          </p:nvPr>
        </p:nvSpPr>
        <p:spPr>
          <a:xfrm>
            <a:off x="324000" y="1080000"/>
            <a:ext cx="8113800" cy="3740400"/>
          </a:xfrm>
          <a:prstGeom prst="rect">
            <a:avLst/>
          </a:prstGeom>
          <a:noFill/>
          <a:ln>
            <a:noFill/>
          </a:ln>
        </p:spPr>
        <p:txBody>
          <a:bodyPr anchorCtr="0" anchor="t" bIns="0" lIns="0" spcFirstLastPara="1" rIns="0" wrap="square" tIns="0">
            <a:noAutofit/>
          </a:bodyPr>
          <a:lstStyle>
            <a:lvl1pPr indent="-368300" lvl="0" marL="45720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969" name="Google Shape;969;g3ea281de57b_0_157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Summary</a:t>
            </a:r>
            <a:endParaRPr b="1" i="0" sz="2000" u="none" cap="none" strike="noStrike">
              <a:solidFill>
                <a:schemeClr val="dk1"/>
              </a:solidFill>
              <a:latin typeface="Lexend"/>
              <a:ea typeface="Lexend"/>
              <a:cs typeface="Lexend"/>
              <a:sym typeface="Lexend"/>
            </a:endParaRPr>
          </a:p>
        </p:txBody>
      </p:sp>
      <p:sp>
        <p:nvSpPr>
          <p:cNvPr id="970" name="Google Shape;970;g3ea281de57b_0_1575"/>
          <p:cNvSpPr txBox="1"/>
          <p:nvPr>
            <p:ph type="title"/>
          </p:nvPr>
        </p:nvSpPr>
        <p:spPr>
          <a:xfrm>
            <a:off x="1684800" y="43825"/>
            <a:ext cx="5741400" cy="382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Font typeface="Lexend"/>
              <a:buNone/>
              <a:defRPr b="0" sz="2000">
                <a:latin typeface="Lexend"/>
                <a:ea typeface="Lexend"/>
                <a:cs typeface="Lexend"/>
                <a:sym typeface="Lexend"/>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971" name="Shape 971"/>
        <p:cNvGrpSpPr/>
        <p:nvPr/>
      </p:nvGrpSpPr>
      <p:grpSpPr>
        <a:xfrm>
          <a:off x="0" y="0"/>
          <a:ext cx="0" cy="0"/>
          <a:chOff x="0" y="0"/>
          <a:chExt cx="0" cy="0"/>
        </a:xfrm>
      </p:grpSpPr>
      <p:pic>
        <p:nvPicPr>
          <p:cNvPr id="972" name="Google Shape;972;g3ea281de57b_0_1581"/>
          <p:cNvPicPr preferRelativeResize="0"/>
          <p:nvPr/>
        </p:nvPicPr>
        <p:blipFill rotWithShape="1">
          <a:blip r:embed="rId2">
            <a:alphaModFix/>
          </a:blip>
          <a:srcRect b="0" l="0" r="0" t="0"/>
          <a:stretch/>
        </p:blipFill>
        <p:spPr>
          <a:xfrm>
            <a:off x="8524129" y="4430050"/>
            <a:ext cx="234000" cy="318241"/>
          </a:xfrm>
          <a:prstGeom prst="rect">
            <a:avLst/>
          </a:prstGeom>
          <a:noFill/>
          <a:ln>
            <a:noFill/>
          </a:ln>
        </p:spPr>
      </p:pic>
      <p:sp>
        <p:nvSpPr>
          <p:cNvPr id="973" name="Google Shape;973;g3ea281de57b_0_1581"/>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Click to open the interactive quiz</a:t>
            </a:r>
            <a:endParaRPr b="0"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974" name="Shape 974"/>
        <p:cNvGrpSpPr/>
        <p:nvPr/>
      </p:nvGrpSpPr>
      <p:grpSpPr>
        <a:xfrm>
          <a:off x="0" y="0"/>
          <a:ext cx="0" cy="0"/>
          <a:chOff x="0" y="0"/>
          <a:chExt cx="0" cy="0"/>
        </a:xfrm>
      </p:grpSpPr>
      <p:sp>
        <p:nvSpPr>
          <p:cNvPr id="975" name="Google Shape;975;g3ea281de57b_0_1584"/>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Tick</a:t>
            </a:r>
            <a:endParaRPr b="0" i="0" sz="1600" u="none" cap="none" strike="noStrike">
              <a:solidFill>
                <a:schemeClr val="dk1"/>
              </a:solidFill>
              <a:latin typeface="Lexend"/>
              <a:ea typeface="Lexend"/>
              <a:cs typeface="Lexend"/>
              <a:sym typeface="Lexend"/>
            </a:endParaRPr>
          </a:p>
        </p:txBody>
      </p:sp>
      <p:sp>
        <p:nvSpPr>
          <p:cNvPr id="976" name="Google Shape;976;g3ea281de57b_0_1584"/>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977" name="Google Shape;977;g3ea281de57b_0_1584"/>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Video frame</a:t>
            </a:r>
            <a:endParaRPr b="0" i="0" sz="1600" u="none" cap="none" strike="noStrike">
              <a:solidFill>
                <a:schemeClr val="dk1"/>
              </a:solidFill>
              <a:latin typeface="Lexend"/>
              <a:ea typeface="Lexend"/>
              <a:cs typeface="Lexend"/>
              <a:sym typeface="Lexend"/>
            </a:endParaRPr>
          </a:p>
        </p:txBody>
      </p:sp>
      <p:sp>
        <p:nvSpPr>
          <p:cNvPr id="978" name="Google Shape;978;g3ea281de57b_0_1584"/>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Agenda dot</a:t>
            </a:r>
            <a:endParaRPr b="0" i="0" sz="1600" u="none" cap="none" strike="noStrike">
              <a:solidFill>
                <a:schemeClr val="dk1"/>
              </a:solidFill>
              <a:latin typeface="Lexend"/>
              <a:ea typeface="Lexend"/>
              <a:cs typeface="Lexend"/>
              <a:sym typeface="Lexend"/>
            </a:endParaRPr>
          </a:p>
        </p:txBody>
      </p:sp>
      <p:sp>
        <p:nvSpPr>
          <p:cNvPr id="979" name="Google Shape;979;g3ea281de57b_0_1584"/>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CfU option letters</a:t>
            </a:r>
            <a:endParaRPr b="0" i="0" sz="1600" u="none" cap="none" strike="noStrike">
              <a:solidFill>
                <a:schemeClr val="dk1"/>
              </a:solidFill>
              <a:latin typeface="Lexend"/>
              <a:ea typeface="Lexend"/>
              <a:cs typeface="Lexend"/>
              <a:sym typeface="Lexend"/>
            </a:endParaRPr>
          </a:p>
        </p:txBody>
      </p:sp>
      <p:sp>
        <p:nvSpPr>
          <p:cNvPr id="980" name="Google Shape;980;g3ea281de57b_0_1584"/>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Play audio</a:t>
            </a:r>
            <a:endParaRPr b="0" i="0" sz="1600" u="none" cap="none" strike="noStrike">
              <a:solidFill>
                <a:schemeClr val="dk1"/>
              </a:solidFill>
              <a:latin typeface="Lexend"/>
              <a:ea typeface="Lexend"/>
              <a:cs typeface="Lexend"/>
              <a:sym typeface="Lexend"/>
            </a:endParaRPr>
          </a:p>
        </p:txBody>
      </p:sp>
      <p:sp>
        <p:nvSpPr>
          <p:cNvPr id="981" name="Google Shape;981;g3ea281de57b_0_1584"/>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Play video</a:t>
            </a:r>
            <a:endParaRPr b="0" i="0" sz="1600" u="none" cap="none" strike="noStrike">
              <a:solidFill>
                <a:schemeClr val="dk1"/>
              </a:solidFill>
              <a:latin typeface="Lexend"/>
              <a:ea typeface="Lexend"/>
              <a:cs typeface="Lexend"/>
              <a:sym typeface="Lexend"/>
            </a:endParaRPr>
          </a:p>
        </p:txBody>
      </p:sp>
      <p:sp>
        <p:nvSpPr>
          <p:cNvPr id="982" name="Google Shape;982;g3ea281de57b_0_1584"/>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Cross</a:t>
            </a:r>
            <a:endParaRPr b="0" i="0" sz="1600" u="none" cap="none" strike="noStrike">
              <a:solidFill>
                <a:schemeClr val="dk1"/>
              </a:solidFill>
              <a:latin typeface="Lexend"/>
              <a:ea typeface="Lexend"/>
              <a:cs typeface="Lexend"/>
              <a:sym typeface="Lexend"/>
            </a:endParaRPr>
          </a:p>
        </p:txBody>
      </p:sp>
      <p:sp>
        <p:nvSpPr>
          <p:cNvPr id="983" name="Google Shape;983;g3ea281de57b_0_1584"/>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Lexend"/>
                <a:ea typeface="Lexend"/>
                <a:cs typeface="Lexend"/>
                <a:sym typeface="Lexend"/>
              </a:rPr>
              <a:t>Reading icon</a:t>
            </a:r>
            <a:endParaRPr b="0" i="0" sz="1600" u="none" cap="none" strike="noStrike">
              <a:solidFill>
                <a:schemeClr val="dk1"/>
              </a:solidFill>
              <a:latin typeface="Lexend"/>
              <a:ea typeface="Lexend"/>
              <a:cs typeface="Lexend"/>
              <a:sym typeface="Lexen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3.xml"/><Relationship Id="rId42" Type="http://schemas.openxmlformats.org/officeDocument/2006/relationships/slideLayout" Target="../slideLayouts/slideLayout55.xml"/><Relationship Id="rId41" Type="http://schemas.openxmlformats.org/officeDocument/2006/relationships/slideLayout" Target="../slideLayouts/slideLayout54.xml"/><Relationship Id="rId44" Type="http://schemas.openxmlformats.org/officeDocument/2006/relationships/slideLayout" Target="../slideLayouts/slideLayout57.xml"/><Relationship Id="rId43" Type="http://schemas.openxmlformats.org/officeDocument/2006/relationships/slideLayout" Target="../slideLayouts/slideLayout56.xml"/><Relationship Id="rId46" Type="http://schemas.openxmlformats.org/officeDocument/2006/relationships/slideLayout" Target="../slideLayouts/slideLayout59.xml"/><Relationship Id="rId45" Type="http://schemas.openxmlformats.org/officeDocument/2006/relationships/slideLayout" Target="../slideLayouts/slideLayout58.xml"/><Relationship Id="rId1" Type="http://schemas.openxmlformats.org/officeDocument/2006/relationships/image" Target="../media/image2.png"/><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48" Type="http://schemas.openxmlformats.org/officeDocument/2006/relationships/slideLayout" Target="../slideLayouts/slideLayout61.xml"/><Relationship Id="rId47" Type="http://schemas.openxmlformats.org/officeDocument/2006/relationships/slideLayout" Target="../slideLayouts/slideLayout60.xml"/><Relationship Id="rId49" Type="http://schemas.openxmlformats.org/officeDocument/2006/relationships/slideLayout" Target="../slideLayouts/slideLayout6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31" Type="http://schemas.openxmlformats.org/officeDocument/2006/relationships/slideLayout" Target="../slideLayouts/slideLayout44.xml"/><Relationship Id="rId30" Type="http://schemas.openxmlformats.org/officeDocument/2006/relationships/slideLayout" Target="../slideLayouts/slideLayout43.xml"/><Relationship Id="rId33" Type="http://schemas.openxmlformats.org/officeDocument/2006/relationships/slideLayout" Target="../slideLayouts/slideLayout46.xml"/><Relationship Id="rId32" Type="http://schemas.openxmlformats.org/officeDocument/2006/relationships/slideLayout" Target="../slideLayouts/slideLayout45.xml"/><Relationship Id="rId35" Type="http://schemas.openxmlformats.org/officeDocument/2006/relationships/slideLayout" Target="../slideLayouts/slideLayout48.xml"/><Relationship Id="rId34" Type="http://schemas.openxmlformats.org/officeDocument/2006/relationships/slideLayout" Target="../slideLayouts/slideLayout47.xml"/><Relationship Id="rId37" Type="http://schemas.openxmlformats.org/officeDocument/2006/relationships/slideLayout" Target="../slideLayouts/slideLayout50.xml"/><Relationship Id="rId36" Type="http://schemas.openxmlformats.org/officeDocument/2006/relationships/slideLayout" Target="../slideLayouts/slideLayout49.xml"/><Relationship Id="rId39" Type="http://schemas.openxmlformats.org/officeDocument/2006/relationships/slideLayout" Target="../slideLayouts/slideLayout52.xml"/><Relationship Id="rId38" Type="http://schemas.openxmlformats.org/officeDocument/2006/relationships/slideLayout" Target="../slideLayouts/slideLayout51.xml"/><Relationship Id="rId62" Type="http://schemas.openxmlformats.org/officeDocument/2006/relationships/slideLayout" Target="../slideLayouts/slideLayout75.xml"/><Relationship Id="rId61" Type="http://schemas.openxmlformats.org/officeDocument/2006/relationships/slideLayout" Target="../slideLayouts/slideLayout74.xml"/><Relationship Id="rId20" Type="http://schemas.openxmlformats.org/officeDocument/2006/relationships/slideLayout" Target="../slideLayouts/slideLayout33.xml"/><Relationship Id="rId64" Type="http://schemas.openxmlformats.org/officeDocument/2006/relationships/slideLayout" Target="../slideLayouts/slideLayout77.xml"/><Relationship Id="rId63" Type="http://schemas.openxmlformats.org/officeDocument/2006/relationships/slideLayout" Target="../slideLayouts/slideLayout76.xml"/><Relationship Id="rId22" Type="http://schemas.openxmlformats.org/officeDocument/2006/relationships/slideLayout" Target="../slideLayouts/slideLayout35.xml"/><Relationship Id="rId66" Type="http://schemas.openxmlformats.org/officeDocument/2006/relationships/slideLayout" Target="../slideLayouts/slideLayout79.xml"/><Relationship Id="rId21" Type="http://schemas.openxmlformats.org/officeDocument/2006/relationships/slideLayout" Target="../slideLayouts/slideLayout34.xml"/><Relationship Id="rId65" Type="http://schemas.openxmlformats.org/officeDocument/2006/relationships/slideLayout" Target="../slideLayouts/slideLayout78.xml"/><Relationship Id="rId24" Type="http://schemas.openxmlformats.org/officeDocument/2006/relationships/slideLayout" Target="../slideLayouts/slideLayout37.xml"/><Relationship Id="rId68" Type="http://schemas.openxmlformats.org/officeDocument/2006/relationships/slideLayout" Target="../slideLayouts/slideLayout81.xml"/><Relationship Id="rId23" Type="http://schemas.openxmlformats.org/officeDocument/2006/relationships/slideLayout" Target="../slideLayouts/slideLayout36.xml"/><Relationship Id="rId67" Type="http://schemas.openxmlformats.org/officeDocument/2006/relationships/slideLayout" Target="../slideLayouts/slideLayout80.xml"/><Relationship Id="rId60" Type="http://schemas.openxmlformats.org/officeDocument/2006/relationships/slideLayout" Target="../slideLayouts/slideLayout73.xml"/><Relationship Id="rId26" Type="http://schemas.openxmlformats.org/officeDocument/2006/relationships/slideLayout" Target="../slideLayouts/slideLayout39.xml"/><Relationship Id="rId25" Type="http://schemas.openxmlformats.org/officeDocument/2006/relationships/slideLayout" Target="../slideLayouts/slideLayout38.xml"/><Relationship Id="rId69" Type="http://schemas.openxmlformats.org/officeDocument/2006/relationships/theme" Target="../theme/theme3.xml"/><Relationship Id="rId28" Type="http://schemas.openxmlformats.org/officeDocument/2006/relationships/slideLayout" Target="../slideLayouts/slideLayout41.xml"/><Relationship Id="rId27" Type="http://schemas.openxmlformats.org/officeDocument/2006/relationships/slideLayout" Target="../slideLayouts/slideLayout40.xml"/><Relationship Id="rId29" Type="http://schemas.openxmlformats.org/officeDocument/2006/relationships/slideLayout" Target="../slideLayouts/slideLayout42.xml"/><Relationship Id="rId51" Type="http://schemas.openxmlformats.org/officeDocument/2006/relationships/slideLayout" Target="../slideLayouts/slideLayout64.xml"/><Relationship Id="rId50" Type="http://schemas.openxmlformats.org/officeDocument/2006/relationships/slideLayout" Target="../slideLayouts/slideLayout63.xml"/><Relationship Id="rId53" Type="http://schemas.openxmlformats.org/officeDocument/2006/relationships/slideLayout" Target="../slideLayouts/slideLayout66.xml"/><Relationship Id="rId52" Type="http://schemas.openxmlformats.org/officeDocument/2006/relationships/slideLayout" Target="../slideLayouts/slideLayout65.xml"/><Relationship Id="rId11" Type="http://schemas.openxmlformats.org/officeDocument/2006/relationships/slideLayout" Target="../slideLayouts/slideLayout24.xml"/><Relationship Id="rId55" Type="http://schemas.openxmlformats.org/officeDocument/2006/relationships/slideLayout" Target="../slideLayouts/slideLayout68.xml"/><Relationship Id="rId10" Type="http://schemas.openxmlformats.org/officeDocument/2006/relationships/slideLayout" Target="../slideLayouts/slideLayout23.xml"/><Relationship Id="rId54" Type="http://schemas.openxmlformats.org/officeDocument/2006/relationships/slideLayout" Target="../slideLayouts/slideLayout67.xml"/><Relationship Id="rId13" Type="http://schemas.openxmlformats.org/officeDocument/2006/relationships/slideLayout" Target="../slideLayouts/slideLayout26.xml"/><Relationship Id="rId57" Type="http://schemas.openxmlformats.org/officeDocument/2006/relationships/slideLayout" Target="../slideLayouts/slideLayout70.xml"/><Relationship Id="rId12" Type="http://schemas.openxmlformats.org/officeDocument/2006/relationships/slideLayout" Target="../slideLayouts/slideLayout25.xml"/><Relationship Id="rId56" Type="http://schemas.openxmlformats.org/officeDocument/2006/relationships/slideLayout" Target="../slideLayouts/slideLayout69.xml"/><Relationship Id="rId15" Type="http://schemas.openxmlformats.org/officeDocument/2006/relationships/slideLayout" Target="../slideLayouts/slideLayout28.xml"/><Relationship Id="rId59" Type="http://schemas.openxmlformats.org/officeDocument/2006/relationships/slideLayout" Target="../slideLayouts/slideLayout72.xml"/><Relationship Id="rId14" Type="http://schemas.openxmlformats.org/officeDocument/2006/relationships/slideLayout" Target="../slideLayouts/slideLayout27.xml"/><Relationship Id="rId58" Type="http://schemas.openxmlformats.org/officeDocument/2006/relationships/slideLayout" Target="../slideLayouts/slideLayout71.xml"/><Relationship Id="rId17" Type="http://schemas.openxmlformats.org/officeDocument/2006/relationships/slideLayout" Target="../slideLayouts/slideLayout30.xml"/><Relationship Id="rId16" Type="http://schemas.openxmlformats.org/officeDocument/2006/relationships/slideLayout" Target="../slideLayouts/slideLayout29.xml"/><Relationship Id="rId19" Type="http://schemas.openxmlformats.org/officeDocument/2006/relationships/slideLayout" Target="../slideLayouts/slideLayout32.xml"/><Relationship Id="rId1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2935875" y="909050"/>
            <a:ext cx="5275500" cy="6411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1pPr>
            <a:lvl2pPr lvl="1"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2pPr>
            <a:lvl3pPr lvl="2"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3pPr>
            <a:lvl4pPr lvl="3"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4pPr>
            <a:lvl5pPr lvl="4"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5pPr>
            <a:lvl6pPr lvl="5"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6pPr>
            <a:lvl7pPr lvl="6"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7pPr>
            <a:lvl8pPr lvl="7"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8pPr>
            <a:lvl9pPr lvl="8" marR="0" rtl="0" algn="l">
              <a:lnSpc>
                <a:spcPct val="100000"/>
              </a:lnSpc>
              <a:spcBef>
                <a:spcPts val="0"/>
              </a:spcBef>
              <a:spcAft>
                <a:spcPts val="0"/>
              </a:spcAft>
              <a:buClr>
                <a:srgbClr val="617A86"/>
              </a:buClr>
              <a:buSzPts val="1800"/>
              <a:buFont typeface="Nixie One"/>
              <a:buNone/>
              <a:defRPr b="0" i="0" sz="1800" u="none" cap="none" strike="noStrike">
                <a:solidFill>
                  <a:srgbClr val="617A86"/>
                </a:solidFill>
                <a:latin typeface="Nixie One"/>
                <a:ea typeface="Nixie One"/>
                <a:cs typeface="Nixie One"/>
                <a:sym typeface="Nixie One"/>
              </a:defRPr>
            </a:lvl9pPr>
          </a:lstStyle>
          <a:p/>
        </p:txBody>
      </p:sp>
      <p:sp>
        <p:nvSpPr>
          <p:cNvPr id="7" name="Google Shape;7;p18"/>
          <p:cNvSpPr txBox="1"/>
          <p:nvPr>
            <p:ph idx="1" type="body"/>
          </p:nvPr>
        </p:nvSpPr>
        <p:spPr>
          <a:xfrm>
            <a:off x="2935875" y="1525758"/>
            <a:ext cx="5275500" cy="2786100"/>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60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1pPr>
            <a:lvl2pPr indent="-381000" lvl="1" marL="9144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2pPr>
            <a:lvl3pPr indent="-381000" lvl="2" marL="13716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3pPr>
            <a:lvl4pPr indent="-381000" lvl="3" marL="18288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4pPr>
            <a:lvl5pPr indent="-381000" lvl="4" marL="22860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5pPr>
            <a:lvl6pPr indent="-381000" lvl="5" marL="27432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6pPr>
            <a:lvl7pPr indent="-381000" lvl="6" marL="32004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7pPr>
            <a:lvl8pPr indent="-381000" lvl="7" marL="36576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8pPr>
            <a:lvl9pPr indent="-381000" lvl="8" marL="4114800" marR="0" rtl="0" algn="l">
              <a:lnSpc>
                <a:spcPct val="100000"/>
              </a:lnSpc>
              <a:spcBef>
                <a:spcPts val="0"/>
              </a:spcBef>
              <a:spcAft>
                <a:spcPts val="0"/>
              </a:spcAft>
              <a:buClr>
                <a:srgbClr val="A1BECC"/>
              </a:buClr>
              <a:buSzPts val="2400"/>
              <a:buFont typeface="Varela Round"/>
              <a:buChar char="■"/>
              <a:defRPr b="0" i="0" sz="2400" u="none" cap="none" strike="noStrike">
                <a:solidFill>
                  <a:srgbClr val="617A86"/>
                </a:solidFill>
                <a:latin typeface="Varela Round"/>
                <a:ea typeface="Varela Round"/>
                <a:cs typeface="Varela Round"/>
                <a:sym typeface="Varela Round"/>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94" name="Shape 194"/>
        <p:cNvGrpSpPr/>
        <p:nvPr/>
      </p:nvGrpSpPr>
      <p:grpSpPr>
        <a:xfrm>
          <a:off x="0" y="0"/>
          <a:ext cx="0" cy="0"/>
          <a:chOff x="0" y="0"/>
          <a:chExt cx="0" cy="0"/>
        </a:xfrm>
      </p:grpSpPr>
      <p:sp>
        <p:nvSpPr>
          <p:cNvPr id="195" name="Google Shape;195;g3ea281de57b_0_804"/>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marR="0" algn="l">
              <a:lnSpc>
                <a:spcPct val="115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2pPr>
            <a:lvl3pPr lvl="2"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3pPr>
            <a:lvl4pPr lvl="3"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4pPr>
            <a:lvl5pPr lvl="4"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5pPr>
            <a:lvl6pPr lvl="5"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6pPr>
            <a:lvl7pPr lvl="6"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7pPr>
            <a:lvl8pPr lvl="7"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8pPr>
            <a:lvl9pPr lvl="8" marR="0" algn="l">
              <a:lnSpc>
                <a:spcPct val="100000"/>
              </a:lnSpc>
              <a:spcBef>
                <a:spcPts val="0"/>
              </a:spcBef>
              <a:spcAft>
                <a:spcPts val="0"/>
              </a:spcAft>
              <a:buClr>
                <a:schemeClr val="dk1"/>
              </a:buClr>
              <a:buSzPts val="2800"/>
              <a:buFont typeface="Lexend Medium"/>
              <a:buNone/>
              <a:defRPr b="0" i="0" sz="2800" u="none" cap="none" strike="noStrike">
                <a:solidFill>
                  <a:schemeClr val="dk1"/>
                </a:solidFill>
                <a:latin typeface="Lexend Medium"/>
                <a:ea typeface="Lexend Medium"/>
                <a:cs typeface="Lexend Medium"/>
                <a:sym typeface="Lexend Medium"/>
              </a:defRPr>
            </a:lvl9pPr>
          </a:lstStyle>
          <a:p/>
        </p:txBody>
      </p:sp>
      <p:sp>
        <p:nvSpPr>
          <p:cNvPr id="196" name="Google Shape;196;g3ea281de57b_0_804"/>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marR="0" algn="l">
              <a:lnSpc>
                <a:spcPct val="130000"/>
              </a:lnSpc>
              <a:spcBef>
                <a:spcPts val="0"/>
              </a:spcBef>
              <a:spcAft>
                <a:spcPts val="0"/>
              </a:spcAft>
              <a:buClr>
                <a:schemeClr val="dk1"/>
              </a:buClr>
              <a:buSzPts val="2200"/>
              <a:buFont typeface="Lexend"/>
              <a:buChar char="●"/>
              <a:defRPr b="0" i="0" sz="2200" u="none" cap="none" strike="noStrike">
                <a:solidFill>
                  <a:schemeClr val="dk1"/>
                </a:solidFill>
                <a:latin typeface="Lexend"/>
                <a:ea typeface="Lexend"/>
                <a:cs typeface="Lexend"/>
                <a:sym typeface="Lexend"/>
              </a:defRPr>
            </a:lvl1pPr>
            <a:lvl2pPr indent="-361950" lvl="1" marL="914400" marR="0" algn="l">
              <a:lnSpc>
                <a:spcPct val="130000"/>
              </a:lnSpc>
              <a:spcBef>
                <a:spcPts val="1000"/>
              </a:spcBef>
              <a:spcAft>
                <a:spcPts val="0"/>
              </a:spcAft>
              <a:buClr>
                <a:schemeClr val="dk1"/>
              </a:buClr>
              <a:buSzPts val="2100"/>
              <a:buFont typeface="Lexend"/>
              <a:buChar char="–"/>
              <a:defRPr b="0" i="0" sz="2100" u="none" cap="none" strike="noStrike">
                <a:solidFill>
                  <a:schemeClr val="dk1"/>
                </a:solidFill>
                <a:latin typeface="Lexend"/>
                <a:ea typeface="Lexend"/>
                <a:cs typeface="Lexend"/>
                <a:sym typeface="Lexend"/>
              </a:defRPr>
            </a:lvl2pPr>
            <a:lvl3pPr indent="-355600" lvl="2" marL="1371600" marR="0" algn="l">
              <a:lnSpc>
                <a:spcPct val="130000"/>
              </a:lnSpc>
              <a:spcBef>
                <a:spcPts val="1000"/>
              </a:spcBef>
              <a:spcAft>
                <a:spcPts val="0"/>
              </a:spcAft>
              <a:buClr>
                <a:schemeClr val="dk1"/>
              </a:buClr>
              <a:buSzPts val="2000"/>
              <a:buFont typeface="Lexend"/>
              <a:buChar char="–"/>
              <a:defRPr b="0" i="0" sz="2000" u="none" cap="none" strike="noStrike">
                <a:solidFill>
                  <a:schemeClr val="dk1"/>
                </a:solidFill>
                <a:latin typeface="Lexend"/>
                <a:ea typeface="Lexend"/>
                <a:cs typeface="Lexend"/>
                <a:sym typeface="Lexend"/>
              </a:defRPr>
            </a:lvl3pPr>
            <a:lvl4pPr indent="-349250" lvl="3" marL="1828800" marR="0" algn="l">
              <a:lnSpc>
                <a:spcPct val="130000"/>
              </a:lnSpc>
              <a:spcBef>
                <a:spcPts val="800"/>
              </a:spcBef>
              <a:spcAft>
                <a:spcPts val="0"/>
              </a:spcAft>
              <a:buClr>
                <a:schemeClr val="dk1"/>
              </a:buClr>
              <a:buSzPts val="1900"/>
              <a:buFont typeface="Lexend"/>
              <a:buChar char="–"/>
              <a:defRPr b="0" i="0" sz="1900" u="none" cap="none" strike="noStrike">
                <a:solidFill>
                  <a:schemeClr val="dk1"/>
                </a:solidFill>
                <a:latin typeface="Lexend"/>
                <a:ea typeface="Lexend"/>
                <a:cs typeface="Lexend"/>
                <a:sym typeface="Lexend"/>
              </a:defRPr>
            </a:lvl4pPr>
            <a:lvl5pPr indent="-342900" lvl="4" marL="2286000" marR="0" algn="l">
              <a:lnSpc>
                <a:spcPct val="130000"/>
              </a:lnSpc>
              <a:spcBef>
                <a:spcPts val="8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5pPr>
            <a:lvl6pPr indent="-342900" lvl="5" marL="2743200" marR="0" algn="l">
              <a:lnSpc>
                <a:spcPct val="130000"/>
              </a:lnSpc>
              <a:spcBef>
                <a:spcPts val="6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6pPr>
            <a:lvl7pPr indent="-342900" lvl="6" marL="3200400" marR="0" algn="l">
              <a:lnSpc>
                <a:spcPct val="130000"/>
              </a:lnSpc>
              <a:spcBef>
                <a:spcPts val="6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7pPr>
            <a:lvl8pPr indent="-342900" lvl="7" marL="3657600" marR="0" algn="l">
              <a:lnSpc>
                <a:spcPct val="130000"/>
              </a:lnSpc>
              <a:spcBef>
                <a:spcPts val="400"/>
              </a:spcBef>
              <a:spcAft>
                <a:spcPts val="0"/>
              </a:spcAft>
              <a:buClr>
                <a:schemeClr val="dk1"/>
              </a:buClr>
              <a:buSzPts val="1800"/>
              <a:buFont typeface="Lexend"/>
              <a:buChar char="–"/>
              <a:defRPr b="0" i="0" sz="1800" u="none" cap="none" strike="noStrike">
                <a:solidFill>
                  <a:schemeClr val="dk1"/>
                </a:solidFill>
                <a:latin typeface="Lexend"/>
                <a:ea typeface="Lexend"/>
                <a:cs typeface="Lexend"/>
                <a:sym typeface="Lexend"/>
              </a:defRPr>
            </a:lvl8pPr>
            <a:lvl9pPr indent="-342900" lvl="8" marL="4114800" marR="0" algn="l">
              <a:lnSpc>
                <a:spcPct val="130000"/>
              </a:lnSpc>
              <a:spcBef>
                <a:spcPts val="400"/>
              </a:spcBef>
              <a:spcAft>
                <a:spcPts val="200"/>
              </a:spcAft>
              <a:buClr>
                <a:schemeClr val="dk1"/>
              </a:buClr>
              <a:buSzPts val="1800"/>
              <a:buFont typeface="Kalam"/>
              <a:buChar char="–"/>
              <a:defRPr b="0" i="0" sz="1800" u="none" cap="none" strike="noStrike">
                <a:solidFill>
                  <a:schemeClr val="dk1"/>
                </a:solidFill>
                <a:latin typeface="Kalam"/>
                <a:ea typeface="Kalam"/>
                <a:cs typeface="Kalam"/>
                <a:sym typeface="Kalam"/>
              </a:defRPr>
            </a:lvl9pPr>
          </a:lstStyle>
          <a:p/>
        </p:txBody>
      </p:sp>
      <p:pic>
        <p:nvPicPr>
          <p:cNvPr id="197" name="Google Shape;197;g3ea281de57b_0_804"/>
          <p:cNvPicPr preferRelativeResize="0"/>
          <p:nvPr/>
        </p:nvPicPr>
        <p:blipFill rotWithShape="1">
          <a:blip r:embed="rId1">
            <a:alphaModFix/>
          </a:blip>
          <a:srcRect b="0" l="0" r="0" t="0"/>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 id="2147483719" r:id="rId57"/>
    <p:sldLayoutId id="2147483720" r:id="rId58"/>
    <p:sldLayoutId id="2147483721" r:id="rId59"/>
    <p:sldLayoutId id="2147483722" r:id="rId60"/>
    <p:sldLayoutId id="2147483723" r:id="rId61"/>
    <p:sldLayoutId id="2147483724" r:id="rId62"/>
    <p:sldLayoutId id="2147483725" r:id="rId63"/>
    <p:sldLayoutId id="2147483726" r:id="rId64"/>
    <p:sldLayoutId id="2147483727" r:id="rId65"/>
    <p:sldLayoutId id="2147483728" r:id="rId66"/>
    <p:sldLayoutId id="2147483729" r:id="rId67"/>
    <p:sldLayoutId id="2147483730" r:id="rId6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6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52.png"/><Relationship Id="rId6" Type="http://schemas.openxmlformats.org/officeDocument/2006/relationships/image" Target="../media/image4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52.png"/><Relationship Id="rId6" Type="http://schemas.openxmlformats.org/officeDocument/2006/relationships/image" Target="../media/image4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52.png"/><Relationship Id="rId6" Type="http://schemas.openxmlformats.org/officeDocument/2006/relationships/image" Target="../media/image4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7.png"/><Relationship Id="rId4" Type="http://schemas.openxmlformats.org/officeDocument/2006/relationships/image" Target="../media/image51.png"/><Relationship Id="rId5" Type="http://schemas.openxmlformats.org/officeDocument/2006/relationships/image" Target="../media/image45.png"/><Relationship Id="rId6" Type="http://schemas.openxmlformats.org/officeDocument/2006/relationships/image" Target="../media/image5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1.png"/><Relationship Id="rId4" Type="http://schemas.openxmlformats.org/officeDocument/2006/relationships/image" Target="../media/image45.png"/><Relationship Id="rId5" Type="http://schemas.openxmlformats.org/officeDocument/2006/relationships/image" Target="../media/image55.png"/><Relationship Id="rId6" Type="http://schemas.openxmlformats.org/officeDocument/2006/relationships/image" Target="../media/image4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5.png"/><Relationship Id="rId4" Type="http://schemas.openxmlformats.org/officeDocument/2006/relationships/image" Target="../media/image5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2.png"/><Relationship Id="rId4" Type="http://schemas.openxmlformats.org/officeDocument/2006/relationships/image" Target="../media/image5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1.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9.png"/><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3.png"/><Relationship Id="rId4" Type="http://schemas.openxmlformats.org/officeDocument/2006/relationships/hyperlink" Target="http://www.youtube.com/watch?v=TkQSodgdz7g" TargetMode="External"/><Relationship Id="rId5" Type="http://schemas.openxmlformats.org/officeDocument/2006/relationships/image" Target="../media/image6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2"/>
          <p:cNvSpPr txBox="1"/>
          <p:nvPr>
            <p:ph idx="4294967295" type="title"/>
          </p:nvPr>
        </p:nvSpPr>
        <p:spPr>
          <a:xfrm>
            <a:off x="800375" y="936300"/>
            <a:ext cx="5275500" cy="64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800"/>
              <a:buNone/>
            </a:pPr>
            <a:r>
              <a:rPr lang="en" sz="2200" u="sng">
                <a:solidFill>
                  <a:srgbClr val="197B8C"/>
                </a:solidFill>
                <a:latin typeface="Lato"/>
                <a:ea typeface="Lato"/>
                <a:cs typeface="Lato"/>
                <a:sym typeface="Lato"/>
              </a:rPr>
              <a:t>Lesson Objectives</a:t>
            </a:r>
            <a:endParaRPr sz="2200" u="sng">
              <a:solidFill>
                <a:srgbClr val="197B8C"/>
              </a:solidFill>
              <a:latin typeface="Lato"/>
              <a:ea typeface="Lato"/>
              <a:cs typeface="Lato"/>
              <a:sym typeface="Lato"/>
            </a:endParaRPr>
          </a:p>
        </p:txBody>
      </p:sp>
      <p:sp>
        <p:nvSpPr>
          <p:cNvPr id="989" name="Google Shape;989;p2"/>
          <p:cNvSpPr txBox="1"/>
          <p:nvPr/>
        </p:nvSpPr>
        <p:spPr>
          <a:xfrm>
            <a:off x="800375" y="1529775"/>
            <a:ext cx="7724400" cy="6411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33333"/>
              </a:buClr>
              <a:buSzPts val="2200"/>
              <a:buFont typeface="Lato"/>
              <a:buChar char="➠"/>
            </a:pPr>
            <a:r>
              <a:rPr b="0" i="0" lang="en" sz="2200" u="none" cap="none" strike="noStrike">
                <a:solidFill>
                  <a:schemeClr val="dk1"/>
                </a:solidFill>
                <a:latin typeface="Lato"/>
                <a:ea typeface="Lato"/>
                <a:cs typeface="Lato"/>
                <a:sym typeface="Lato"/>
              </a:rPr>
              <a:t>To describe the structure of an ion and compare it with the structure of an atom.</a:t>
            </a:r>
            <a:endParaRPr b="0" i="0" sz="2200" u="none" cap="none" strike="noStrike">
              <a:solidFill>
                <a:schemeClr val="dk1"/>
              </a:solidFill>
              <a:latin typeface="Lato"/>
              <a:ea typeface="Lato"/>
              <a:cs typeface="Lato"/>
              <a:sym typeface="Lato"/>
            </a:endParaRPr>
          </a:p>
          <a:p>
            <a:pPr indent="-368300" lvl="0" marL="457200" marR="0" rtl="0" algn="l">
              <a:lnSpc>
                <a:spcPct val="100000"/>
              </a:lnSpc>
              <a:spcBef>
                <a:spcPts val="0"/>
              </a:spcBef>
              <a:spcAft>
                <a:spcPts val="0"/>
              </a:spcAft>
              <a:buClr>
                <a:schemeClr val="dk1"/>
              </a:buClr>
              <a:buSzPts val="2200"/>
              <a:buFont typeface="Lato"/>
              <a:buChar char="➠"/>
            </a:pPr>
            <a:r>
              <a:rPr b="0" i="0" lang="en" sz="2200" u="none" cap="none" strike="noStrike">
                <a:solidFill>
                  <a:schemeClr val="dk1"/>
                </a:solidFill>
                <a:latin typeface="Lato"/>
                <a:ea typeface="Lato"/>
                <a:cs typeface="Lato"/>
                <a:sym typeface="Lato"/>
              </a:rPr>
              <a:t>To explain how ionic and covalent bonds are formed.</a:t>
            </a:r>
            <a:endParaRPr b="0" i="0" sz="2200" u="none" cap="none" strike="noStrike">
              <a:solidFill>
                <a:schemeClr val="dk1"/>
              </a:solidFill>
              <a:latin typeface="Lato"/>
              <a:ea typeface="Lato"/>
              <a:cs typeface="Lato"/>
              <a:sym typeface="Lato"/>
            </a:endParaRPr>
          </a:p>
          <a:p>
            <a:pPr indent="-368300" lvl="0" marL="457200" marR="0" rtl="0" algn="l">
              <a:lnSpc>
                <a:spcPct val="100000"/>
              </a:lnSpc>
              <a:spcBef>
                <a:spcPts val="0"/>
              </a:spcBef>
              <a:spcAft>
                <a:spcPts val="0"/>
              </a:spcAft>
              <a:buClr>
                <a:schemeClr val="dk1"/>
              </a:buClr>
              <a:buSzPts val="2200"/>
              <a:buFont typeface="Lato"/>
              <a:buChar char="➠"/>
            </a:pPr>
            <a:r>
              <a:rPr b="0" i="0" lang="en" sz="2200" u="none" cap="none" strike="noStrike">
                <a:solidFill>
                  <a:schemeClr val="dk1"/>
                </a:solidFill>
                <a:latin typeface="Lato"/>
                <a:ea typeface="Lato"/>
                <a:cs typeface="Lato"/>
                <a:sym typeface="Lato"/>
              </a:rPr>
              <a:t>To write the formulae of some ionic and covalent compounds.</a:t>
            </a:r>
            <a:endParaRPr b="0" i="0" sz="2200" u="none" cap="none" strike="noStrike">
              <a:solidFill>
                <a:schemeClr val="dk1"/>
              </a:solidFill>
              <a:latin typeface="Lato"/>
              <a:ea typeface="Lato"/>
              <a:cs typeface="Lato"/>
              <a:sym typeface="Lato"/>
            </a:endParaRPr>
          </a:p>
        </p:txBody>
      </p:sp>
      <p:sp>
        <p:nvSpPr>
          <p:cNvPr id="990" name="Google Shape;990;p2"/>
          <p:cNvSpPr txBox="1"/>
          <p:nvPr>
            <p:ph idx="4294967295" type="ctrTitle"/>
          </p:nvPr>
        </p:nvSpPr>
        <p:spPr>
          <a:xfrm>
            <a:off x="1440150" y="213525"/>
            <a:ext cx="6263700" cy="579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617A86"/>
              </a:buClr>
              <a:buSzPts val="4800"/>
              <a:buFont typeface="Nixie One"/>
              <a:buNone/>
            </a:pPr>
            <a:r>
              <a:rPr b="0" i="0" lang="en" sz="2600" u="none" cap="none" strike="noStrike">
                <a:solidFill>
                  <a:srgbClr val="00ACC3"/>
                </a:solidFill>
                <a:latin typeface="Lato"/>
                <a:ea typeface="Lato"/>
                <a:cs typeface="Lato"/>
                <a:sym typeface="Lato"/>
              </a:rPr>
              <a:t>Why elements react to form compounds - </a:t>
            </a:r>
            <a:r>
              <a:rPr b="1" i="0" lang="en" sz="2600" u="none" cap="none" strike="noStrike">
                <a:solidFill>
                  <a:srgbClr val="00ACC3"/>
                </a:solidFill>
                <a:latin typeface="Lato"/>
                <a:ea typeface="Lato"/>
                <a:cs typeface="Lato"/>
                <a:sym typeface="Lato"/>
              </a:rPr>
              <a:t>ionic bonding</a:t>
            </a:r>
            <a:endParaRPr b="1" i="0" sz="1800" u="none" cap="none" strike="noStrike">
              <a:solidFill>
                <a:srgbClr val="00ACC3"/>
              </a:solidFill>
              <a:latin typeface="Lato"/>
              <a:ea typeface="Lato"/>
              <a:cs typeface="Lato"/>
              <a:sym typeface="Lato"/>
            </a:endParaRPr>
          </a:p>
        </p:txBody>
      </p:sp>
      <p:pic>
        <p:nvPicPr>
          <p:cNvPr id="991" name="Google Shape;991;p2"/>
          <p:cNvPicPr preferRelativeResize="0"/>
          <p:nvPr/>
        </p:nvPicPr>
        <p:blipFill rotWithShape="1">
          <a:blip r:embed="rId3">
            <a:alphaModFix/>
          </a:blip>
          <a:srcRect b="24994" l="18122" r="17866" t="18239"/>
          <a:stretch/>
        </p:blipFill>
        <p:spPr>
          <a:xfrm>
            <a:off x="1235550" y="3714750"/>
            <a:ext cx="1193325" cy="1142999"/>
          </a:xfrm>
          <a:prstGeom prst="rect">
            <a:avLst/>
          </a:prstGeom>
          <a:noFill/>
          <a:ln>
            <a:noFill/>
          </a:ln>
        </p:spPr>
      </p:pic>
      <p:sp>
        <p:nvSpPr>
          <p:cNvPr id="992" name="Google Shape;992;p2"/>
          <p:cNvSpPr txBox="1"/>
          <p:nvPr/>
        </p:nvSpPr>
        <p:spPr>
          <a:xfrm>
            <a:off x="2562225" y="3709050"/>
            <a:ext cx="5553000" cy="1154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Lato"/>
                <a:ea typeface="Lato"/>
                <a:cs typeface="Lato"/>
                <a:sym typeface="Lato"/>
              </a:rPr>
              <a:t>On your whiteboard, draw the structure of </a:t>
            </a:r>
            <a:r>
              <a:rPr b="1" i="0" lang="en" sz="2100" u="none" cap="none" strike="noStrike">
                <a:solidFill>
                  <a:schemeClr val="dk1"/>
                </a:solidFill>
                <a:latin typeface="Lato"/>
                <a:ea typeface="Lato"/>
                <a:cs typeface="Lato"/>
                <a:sym typeface="Lato"/>
              </a:rPr>
              <a:t>lithium</a:t>
            </a:r>
            <a:r>
              <a:rPr b="0" i="0" lang="en" sz="2100" u="none" cap="none" strike="noStrike">
                <a:solidFill>
                  <a:schemeClr val="dk1"/>
                </a:solidFill>
                <a:latin typeface="Lato"/>
                <a:ea typeface="Lato"/>
                <a:cs typeface="Lato"/>
                <a:sym typeface="Lato"/>
              </a:rPr>
              <a:t> and </a:t>
            </a:r>
            <a:r>
              <a:rPr b="1" i="0" lang="en" sz="2100" u="none" cap="none" strike="noStrike">
                <a:solidFill>
                  <a:schemeClr val="dk1"/>
                </a:solidFill>
                <a:latin typeface="Lato"/>
                <a:ea typeface="Lato"/>
                <a:cs typeface="Lato"/>
                <a:sym typeface="Lato"/>
              </a:rPr>
              <a:t>fluorine</a:t>
            </a:r>
            <a:r>
              <a:rPr b="0" i="0" lang="en" sz="2100" u="none" cap="none" strike="noStrike">
                <a:solidFill>
                  <a:schemeClr val="dk1"/>
                </a:solidFill>
                <a:latin typeface="Lato"/>
                <a:ea typeface="Lato"/>
                <a:cs typeface="Lato"/>
                <a:sym typeface="Lato"/>
              </a:rPr>
              <a:t> atoms.</a:t>
            </a:r>
            <a:endParaRPr b="0" i="0" sz="21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Lato"/>
                <a:ea typeface="Lato"/>
                <a:cs typeface="Lato"/>
                <a:sym typeface="Lato"/>
              </a:rPr>
              <a:t>Which </a:t>
            </a:r>
            <a:r>
              <a:rPr b="1" i="0" lang="en" sz="2100" u="none" cap="none" strike="noStrike">
                <a:solidFill>
                  <a:schemeClr val="dk1"/>
                </a:solidFill>
                <a:latin typeface="Lato"/>
                <a:ea typeface="Lato"/>
                <a:cs typeface="Lato"/>
                <a:sym typeface="Lato"/>
              </a:rPr>
              <a:t>group</a:t>
            </a:r>
            <a:r>
              <a:rPr b="0" i="0" lang="en" sz="2100" u="none" cap="none" strike="noStrike">
                <a:solidFill>
                  <a:schemeClr val="dk1"/>
                </a:solidFill>
                <a:latin typeface="Lato"/>
                <a:ea typeface="Lato"/>
                <a:cs typeface="Lato"/>
                <a:sym typeface="Lato"/>
              </a:rPr>
              <a:t> in the Periodic table are they in?</a:t>
            </a:r>
            <a:endParaRPr b="0" i="0" sz="2100" u="none" cap="none" strike="noStrike">
              <a:solidFill>
                <a:schemeClr val="dk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3fb40b27a13_0_0"/>
          <p:cNvSpPr/>
          <p:nvPr/>
        </p:nvSpPr>
        <p:spPr>
          <a:xfrm>
            <a:off x="8439150" y="4343400"/>
            <a:ext cx="381000" cy="476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aphicFrame>
        <p:nvGraphicFramePr>
          <p:cNvPr id="998" name="Google Shape;998;g3fb40b27a13_0_0"/>
          <p:cNvGraphicFramePr/>
          <p:nvPr/>
        </p:nvGraphicFramePr>
        <p:xfrm>
          <a:off x="390525" y="628650"/>
          <a:ext cx="3000000" cy="3000000"/>
        </p:xfrm>
        <a:graphic>
          <a:graphicData uri="http://schemas.openxmlformats.org/drawingml/2006/table">
            <a:tbl>
              <a:tblPr>
                <a:noFill/>
                <a:tableStyleId>{03FFAE71-B767-4AAF-B255-BF51AB85694F}</a:tableStyleId>
              </a:tblPr>
              <a:tblGrid>
                <a:gridCol w="2709950"/>
                <a:gridCol w="2841075"/>
                <a:gridCol w="2811925"/>
              </a:tblGrid>
              <a:tr h="527250">
                <a:tc gridSpan="3">
                  <a:txBody>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Lexend"/>
                          <a:ea typeface="Lexend"/>
                          <a:cs typeface="Lexend"/>
                          <a:sym typeface="Lexend"/>
                        </a:rPr>
                        <a:t>Ionic bonding</a:t>
                      </a:r>
                      <a:endParaRPr sz="2000" u="none" cap="none" strike="noStrike">
                        <a:solidFill>
                          <a:srgbClr val="FFFFFF"/>
                        </a:solidFill>
                        <a:latin typeface="Lexend"/>
                        <a:ea typeface="Lexend"/>
                        <a:cs typeface="Lexend"/>
                        <a:sym typeface="Lexend"/>
                      </a:endParaRPr>
                    </a:p>
                  </a:txBody>
                  <a:tcPr marT="63500" marB="63500" marR="63500" marL="63500">
                    <a:lnB cap="flat" cmpd="sng" w="12700">
                      <a:solidFill>
                        <a:srgbClr val="000000"/>
                      </a:solidFill>
                      <a:prstDash val="solid"/>
                      <a:round/>
                      <a:headEnd len="sm" w="sm" type="none"/>
                      <a:tailEnd len="sm" w="sm" type="none"/>
                    </a:lnB>
                    <a:solidFill>
                      <a:srgbClr val="2B684F"/>
                    </a:solidFill>
                  </a:tcPr>
                </a:tc>
                <a:tc hMerge="1"/>
                <a:tc hMerge="1"/>
              </a:tr>
              <a:tr h="527250">
                <a:tc>
                  <a:txBody>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Lexend"/>
                          <a:ea typeface="Lexend"/>
                          <a:cs typeface="Lexend"/>
                          <a:sym typeface="Lexend"/>
                        </a:rPr>
                        <a:t>Meeting</a:t>
                      </a:r>
                      <a:endParaRPr sz="2000" u="none" cap="none" strike="noStrike">
                        <a:solidFill>
                          <a:srgbClr val="FFFFFF"/>
                        </a:solidFill>
                        <a:latin typeface="Lexend"/>
                        <a:ea typeface="Lexend"/>
                        <a:cs typeface="Lexend"/>
                        <a:sym typeface="Lexend"/>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2B684F"/>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Lexend"/>
                          <a:ea typeface="Lexend"/>
                          <a:cs typeface="Lexend"/>
                          <a:sym typeface="Lexend"/>
                        </a:rPr>
                        <a:t>Exceeding</a:t>
                      </a:r>
                      <a:endParaRPr sz="2000" u="none" cap="none" strike="noStrike">
                        <a:solidFill>
                          <a:srgbClr val="FFFFFF"/>
                        </a:solidFill>
                        <a:latin typeface="Lexend"/>
                        <a:ea typeface="Lexend"/>
                        <a:cs typeface="Lexend"/>
                        <a:sym typeface="Lexend"/>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2B684F"/>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Lexend"/>
                          <a:ea typeface="Lexend"/>
                          <a:cs typeface="Lexend"/>
                          <a:sym typeface="Lexend"/>
                        </a:rPr>
                        <a:t>Mastering</a:t>
                      </a:r>
                      <a:endParaRPr sz="2000" u="none" cap="none" strike="noStrike">
                        <a:solidFill>
                          <a:srgbClr val="FFFFFF"/>
                        </a:solidFill>
                        <a:latin typeface="Lexend"/>
                        <a:ea typeface="Lexend"/>
                        <a:cs typeface="Lexend"/>
                        <a:sym typeface="Lexend"/>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2B684F"/>
                    </a:solidFill>
                  </a:tcPr>
                </a:tc>
              </a:tr>
              <a:tr h="1107875">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Lexend"/>
                          <a:ea typeface="Lexend"/>
                          <a:cs typeface="Lexend"/>
                          <a:sym typeface="Lexend"/>
                        </a:rPr>
                        <a:t>I can </a:t>
                      </a:r>
                      <a:r>
                        <a:rPr lang="en" sz="1800">
                          <a:latin typeface="Lexend"/>
                          <a:ea typeface="Lexend"/>
                          <a:cs typeface="Lexend"/>
                          <a:sym typeface="Lexend"/>
                        </a:rPr>
                        <a:t>describe ionic bonding as the </a:t>
                      </a:r>
                      <a:r>
                        <a:rPr lang="en" sz="1800">
                          <a:latin typeface="Lexend"/>
                          <a:ea typeface="Lexend"/>
                          <a:cs typeface="Lexend"/>
                          <a:sym typeface="Lexend"/>
                        </a:rPr>
                        <a:t>combining</a:t>
                      </a:r>
                      <a:r>
                        <a:rPr lang="en" sz="1800">
                          <a:latin typeface="Lexend"/>
                          <a:ea typeface="Lexend"/>
                          <a:cs typeface="Lexend"/>
                          <a:sym typeface="Lexend"/>
                        </a:rPr>
                        <a:t> of a metal atom with a nonmetal atom.</a:t>
                      </a:r>
                      <a:endParaRPr sz="1800" u="none" cap="none" strike="noStrike">
                        <a:latin typeface="Lexend"/>
                        <a:ea typeface="Lexend"/>
                        <a:cs typeface="Lexend"/>
                        <a:sym typeface="Lexend"/>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Lexend"/>
                          <a:ea typeface="Lexend"/>
                          <a:cs typeface="Lexend"/>
                          <a:sym typeface="Lexend"/>
                        </a:rPr>
                        <a:t>I can explain </a:t>
                      </a:r>
                      <a:r>
                        <a:rPr lang="en" sz="1800">
                          <a:latin typeface="Lexend"/>
                          <a:ea typeface="Lexend"/>
                          <a:cs typeface="Lexend"/>
                          <a:sym typeface="Lexend"/>
                        </a:rPr>
                        <a:t>why metals lose electrons to become positive ions and nonmetals gain electrons to become negative ions. </a:t>
                      </a:r>
                      <a:endParaRPr sz="1800" u="none" cap="none" strike="noStrike">
                        <a:latin typeface="Lexend"/>
                        <a:ea typeface="Lexend"/>
                        <a:cs typeface="Lexend"/>
                        <a:sym typeface="Lexend"/>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Lexend"/>
                          <a:ea typeface="Lexend"/>
                          <a:cs typeface="Lexend"/>
                          <a:sym typeface="Lexend"/>
                        </a:rPr>
                        <a:t>I can </a:t>
                      </a:r>
                      <a:r>
                        <a:rPr lang="en" sz="1800">
                          <a:latin typeface="Lexend"/>
                          <a:ea typeface="Lexend"/>
                          <a:cs typeface="Lexend"/>
                          <a:sym typeface="Lexend"/>
                        </a:rPr>
                        <a:t>use the periodic table to draw accurate dot and cross diagrams to demonstrate ionic bonds.</a:t>
                      </a:r>
                      <a:endParaRPr sz="1800" u="none" cap="none" strike="noStrike">
                        <a:latin typeface="Lexend"/>
                        <a:ea typeface="Lexend"/>
                        <a:cs typeface="Lexend"/>
                        <a:sym typeface="Lexend"/>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ea281de57b_0_798"/>
          <p:cNvSpPr txBox="1"/>
          <p:nvPr>
            <p:ph type="title"/>
          </p:nvPr>
        </p:nvSpPr>
        <p:spPr>
          <a:xfrm>
            <a:off x="459000" y="73800"/>
            <a:ext cx="6600600" cy="81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004" name="Google Shape;1004;g3ea281de57b_0_798" title="Screenshot 2026-06-08 at 2.27.18 PM.png"/>
          <p:cNvPicPr preferRelativeResize="0"/>
          <p:nvPr/>
        </p:nvPicPr>
        <p:blipFill>
          <a:blip r:embed="rId3">
            <a:alphaModFix/>
          </a:blip>
          <a:stretch>
            <a:fillRect/>
          </a:stretch>
        </p:blipFill>
        <p:spPr>
          <a:xfrm>
            <a:off x="150425" y="0"/>
            <a:ext cx="7966524" cy="4887024"/>
          </a:xfrm>
          <a:prstGeom prst="rect">
            <a:avLst/>
          </a:prstGeom>
          <a:noFill/>
          <a:ln>
            <a:noFill/>
          </a:ln>
        </p:spPr>
      </p:pic>
      <p:sp>
        <p:nvSpPr>
          <p:cNvPr id="1005" name="Google Shape;1005;g3ea281de57b_0_798"/>
          <p:cNvSpPr/>
          <p:nvPr/>
        </p:nvSpPr>
        <p:spPr>
          <a:xfrm>
            <a:off x="224225" y="3240100"/>
            <a:ext cx="7818900" cy="712200"/>
          </a:xfrm>
          <a:prstGeom prst="rect">
            <a:avLst/>
          </a:prstGeom>
          <a:noFill/>
          <a:ln cap="flat" cmpd="sng" w="38100">
            <a:solidFill>
              <a:srgbClr val="FFAC3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pic>
        <p:nvPicPr>
          <p:cNvPr id="1010" name="Google Shape;1010;p3"/>
          <p:cNvPicPr preferRelativeResize="0"/>
          <p:nvPr/>
        </p:nvPicPr>
        <p:blipFill rotWithShape="1">
          <a:blip r:embed="rId3">
            <a:alphaModFix/>
          </a:blip>
          <a:srcRect b="0" l="0" r="0" t="0"/>
          <a:stretch/>
        </p:blipFill>
        <p:spPr>
          <a:xfrm>
            <a:off x="152400" y="152400"/>
            <a:ext cx="1276350" cy="1276350"/>
          </a:xfrm>
          <a:prstGeom prst="rect">
            <a:avLst/>
          </a:prstGeom>
          <a:noFill/>
          <a:ln>
            <a:noFill/>
          </a:ln>
        </p:spPr>
      </p:pic>
      <p:pic>
        <p:nvPicPr>
          <p:cNvPr id="1011" name="Google Shape;1011;p3"/>
          <p:cNvPicPr preferRelativeResize="0"/>
          <p:nvPr/>
        </p:nvPicPr>
        <p:blipFill rotWithShape="1">
          <a:blip r:embed="rId4">
            <a:alphaModFix/>
          </a:blip>
          <a:srcRect b="0" l="0" r="0" t="0"/>
          <a:stretch/>
        </p:blipFill>
        <p:spPr>
          <a:xfrm>
            <a:off x="7705725" y="152400"/>
            <a:ext cx="1276350" cy="1276350"/>
          </a:xfrm>
          <a:prstGeom prst="rect">
            <a:avLst/>
          </a:prstGeom>
          <a:noFill/>
          <a:ln>
            <a:noFill/>
          </a:ln>
        </p:spPr>
      </p:pic>
      <p:pic>
        <p:nvPicPr>
          <p:cNvPr id="1012" name="Google Shape;1012;p3"/>
          <p:cNvPicPr preferRelativeResize="0"/>
          <p:nvPr/>
        </p:nvPicPr>
        <p:blipFill rotWithShape="1">
          <a:blip r:embed="rId5">
            <a:alphaModFix/>
          </a:blip>
          <a:srcRect b="0" l="0" r="62500" t="0"/>
          <a:stretch/>
        </p:blipFill>
        <p:spPr>
          <a:xfrm>
            <a:off x="5117975" y="1476375"/>
            <a:ext cx="3225925" cy="3419475"/>
          </a:xfrm>
          <a:prstGeom prst="rect">
            <a:avLst/>
          </a:prstGeom>
          <a:noFill/>
          <a:ln>
            <a:noFill/>
          </a:ln>
        </p:spPr>
      </p:pic>
      <p:pic>
        <p:nvPicPr>
          <p:cNvPr id="1013" name="Google Shape;1013;p3"/>
          <p:cNvPicPr preferRelativeResize="0"/>
          <p:nvPr/>
        </p:nvPicPr>
        <p:blipFill rotWithShape="1">
          <a:blip r:embed="rId6">
            <a:alphaModFix/>
          </a:blip>
          <a:srcRect b="4691" l="0" r="58499" t="5276"/>
          <a:stretch/>
        </p:blipFill>
        <p:spPr>
          <a:xfrm>
            <a:off x="952500" y="1521065"/>
            <a:ext cx="3225925" cy="3236660"/>
          </a:xfrm>
          <a:prstGeom prst="rect">
            <a:avLst/>
          </a:prstGeom>
          <a:noFill/>
          <a:ln>
            <a:noFill/>
          </a:ln>
        </p:spPr>
      </p:pic>
      <p:sp>
        <p:nvSpPr>
          <p:cNvPr id="1014" name="Google Shape;1014;p3"/>
          <p:cNvSpPr txBox="1"/>
          <p:nvPr/>
        </p:nvSpPr>
        <p:spPr>
          <a:xfrm>
            <a:off x="1476375" y="374700"/>
            <a:ext cx="12765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ato"/>
                <a:ea typeface="Lato"/>
                <a:cs typeface="Lato"/>
                <a:sym typeface="Lato"/>
              </a:rPr>
              <a:t>Group 1</a:t>
            </a:r>
            <a:endParaRPr b="0" i="0" sz="24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ato"/>
                <a:ea typeface="Lato"/>
                <a:cs typeface="Lato"/>
                <a:sym typeface="Lato"/>
              </a:rPr>
              <a:t>[2,1]</a:t>
            </a:r>
            <a:r>
              <a:rPr b="0" i="0" lang="en" sz="2100" u="none" cap="none" strike="noStrike">
                <a:solidFill>
                  <a:schemeClr val="dk1"/>
                </a:solidFill>
                <a:latin typeface="Lato"/>
                <a:ea typeface="Lato"/>
                <a:cs typeface="Lato"/>
                <a:sym typeface="Lato"/>
              </a:rPr>
              <a:t> </a:t>
            </a:r>
            <a:endParaRPr b="0" i="0" sz="1400" u="none" cap="none" strike="noStrike">
              <a:solidFill>
                <a:srgbClr val="000000"/>
              </a:solidFill>
              <a:latin typeface="Arial"/>
              <a:ea typeface="Arial"/>
              <a:cs typeface="Arial"/>
              <a:sym typeface="Arial"/>
            </a:endParaRPr>
          </a:p>
        </p:txBody>
      </p:sp>
      <p:sp>
        <p:nvSpPr>
          <p:cNvPr id="1015" name="Google Shape;1015;p3"/>
          <p:cNvSpPr txBox="1"/>
          <p:nvPr/>
        </p:nvSpPr>
        <p:spPr>
          <a:xfrm>
            <a:off x="6315075" y="328875"/>
            <a:ext cx="12765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ato"/>
                <a:ea typeface="Lato"/>
                <a:cs typeface="Lato"/>
                <a:sym typeface="Lato"/>
              </a:rPr>
              <a:t>Group 7</a:t>
            </a:r>
            <a:endParaRPr b="0" i="0" sz="24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ato"/>
                <a:ea typeface="Lato"/>
                <a:cs typeface="Lato"/>
                <a:sym typeface="Lato"/>
              </a:rPr>
              <a:t>[2,7]</a:t>
            </a:r>
            <a:r>
              <a:rPr b="0" i="0" lang="en" sz="2100" u="none" cap="none" strike="noStrike">
                <a:solidFill>
                  <a:schemeClr val="dk1"/>
                </a:solidFill>
                <a:latin typeface="Lato"/>
                <a:ea typeface="Lato"/>
                <a:cs typeface="Lato"/>
                <a:sym typeface="Lato"/>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pic>
        <p:nvPicPr>
          <p:cNvPr id="1020" name="Google Shape;1020;p4"/>
          <p:cNvPicPr preferRelativeResize="0"/>
          <p:nvPr/>
        </p:nvPicPr>
        <p:blipFill rotWithShape="1">
          <a:blip r:embed="rId3">
            <a:alphaModFix/>
          </a:blip>
          <a:srcRect b="0" l="0" r="0" t="0"/>
          <a:stretch/>
        </p:blipFill>
        <p:spPr>
          <a:xfrm>
            <a:off x="152400" y="152400"/>
            <a:ext cx="1276350" cy="1276350"/>
          </a:xfrm>
          <a:prstGeom prst="rect">
            <a:avLst/>
          </a:prstGeom>
          <a:noFill/>
          <a:ln>
            <a:noFill/>
          </a:ln>
        </p:spPr>
      </p:pic>
      <p:pic>
        <p:nvPicPr>
          <p:cNvPr id="1021" name="Google Shape;1021;p4"/>
          <p:cNvPicPr preferRelativeResize="0"/>
          <p:nvPr/>
        </p:nvPicPr>
        <p:blipFill rotWithShape="1">
          <a:blip r:embed="rId4">
            <a:alphaModFix/>
          </a:blip>
          <a:srcRect b="0" l="0" r="0" t="0"/>
          <a:stretch/>
        </p:blipFill>
        <p:spPr>
          <a:xfrm>
            <a:off x="7705725" y="152400"/>
            <a:ext cx="1276350" cy="1276350"/>
          </a:xfrm>
          <a:prstGeom prst="rect">
            <a:avLst/>
          </a:prstGeom>
          <a:noFill/>
          <a:ln>
            <a:noFill/>
          </a:ln>
        </p:spPr>
      </p:pic>
      <p:pic>
        <p:nvPicPr>
          <p:cNvPr id="1022" name="Google Shape;1022;p4"/>
          <p:cNvPicPr preferRelativeResize="0"/>
          <p:nvPr/>
        </p:nvPicPr>
        <p:blipFill rotWithShape="1">
          <a:blip r:embed="rId5">
            <a:alphaModFix/>
          </a:blip>
          <a:srcRect b="0" l="0" r="62500" t="0"/>
          <a:stretch/>
        </p:blipFill>
        <p:spPr>
          <a:xfrm>
            <a:off x="5117975" y="1476375"/>
            <a:ext cx="3225925" cy="3419475"/>
          </a:xfrm>
          <a:prstGeom prst="rect">
            <a:avLst/>
          </a:prstGeom>
          <a:noFill/>
          <a:ln>
            <a:noFill/>
          </a:ln>
        </p:spPr>
      </p:pic>
      <p:pic>
        <p:nvPicPr>
          <p:cNvPr id="1023" name="Google Shape;1023;p4"/>
          <p:cNvPicPr preferRelativeResize="0"/>
          <p:nvPr/>
        </p:nvPicPr>
        <p:blipFill rotWithShape="1">
          <a:blip r:embed="rId6">
            <a:alphaModFix/>
          </a:blip>
          <a:srcRect b="4691" l="0" r="58499" t="5276"/>
          <a:stretch/>
        </p:blipFill>
        <p:spPr>
          <a:xfrm>
            <a:off x="952500" y="1521065"/>
            <a:ext cx="3225925" cy="3236660"/>
          </a:xfrm>
          <a:prstGeom prst="rect">
            <a:avLst/>
          </a:prstGeom>
          <a:noFill/>
          <a:ln>
            <a:noFill/>
          </a:ln>
        </p:spPr>
      </p:pic>
      <p:sp>
        <p:nvSpPr>
          <p:cNvPr id="1024" name="Google Shape;1024;p4"/>
          <p:cNvSpPr txBox="1"/>
          <p:nvPr/>
        </p:nvSpPr>
        <p:spPr>
          <a:xfrm>
            <a:off x="1719188" y="190675"/>
            <a:ext cx="5696100" cy="67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rgbClr val="F8BB00"/>
                </a:solidFill>
                <a:latin typeface="Lato"/>
                <a:ea typeface="Lato"/>
                <a:cs typeface="Lato"/>
                <a:sym typeface="Lato"/>
              </a:rPr>
              <a:t>Outermost electron shell</a:t>
            </a:r>
            <a:r>
              <a:rPr b="0" i="0" lang="en" sz="1900" u="none" cap="none" strike="noStrike">
                <a:solidFill>
                  <a:schemeClr val="dk1"/>
                </a:solidFill>
                <a:latin typeface="Lato"/>
                <a:ea typeface="Lato"/>
                <a:cs typeface="Lato"/>
                <a:sym typeface="Lato"/>
              </a:rPr>
              <a:t> - the shell with the highest energy level is the one on the outside of an atom</a:t>
            </a:r>
            <a:endParaRPr b="0" i="0" sz="1900" u="none" cap="none" strike="noStrike">
              <a:solidFill>
                <a:schemeClr val="dk1"/>
              </a:solidFill>
              <a:latin typeface="Lato"/>
              <a:ea typeface="Lato"/>
              <a:cs typeface="Lato"/>
              <a:sym typeface="Lato"/>
            </a:endParaRPr>
          </a:p>
        </p:txBody>
      </p:sp>
      <p:cxnSp>
        <p:nvCxnSpPr>
          <p:cNvPr id="1025" name="Google Shape;1025;p4"/>
          <p:cNvCxnSpPr/>
          <p:nvPr/>
        </p:nvCxnSpPr>
        <p:spPr>
          <a:xfrm flipH="1">
            <a:off x="2962125" y="914400"/>
            <a:ext cx="438300" cy="771600"/>
          </a:xfrm>
          <a:prstGeom prst="straightConnector1">
            <a:avLst/>
          </a:prstGeom>
          <a:noFill/>
          <a:ln cap="flat" cmpd="sng" w="19050">
            <a:solidFill>
              <a:srgbClr val="F8BB00"/>
            </a:solidFill>
            <a:prstDash val="solid"/>
            <a:round/>
            <a:headEnd len="sm" w="sm" type="none"/>
            <a:tailEnd len="med" w="med" type="triangle"/>
          </a:ln>
        </p:spPr>
      </p:cxnSp>
      <p:cxnSp>
        <p:nvCxnSpPr>
          <p:cNvPr id="1026" name="Google Shape;1026;p4"/>
          <p:cNvCxnSpPr/>
          <p:nvPr/>
        </p:nvCxnSpPr>
        <p:spPr>
          <a:xfrm>
            <a:off x="5772225" y="914400"/>
            <a:ext cx="552300" cy="762000"/>
          </a:xfrm>
          <a:prstGeom prst="straightConnector1">
            <a:avLst/>
          </a:prstGeom>
          <a:noFill/>
          <a:ln cap="flat" cmpd="sng" w="19050">
            <a:solidFill>
              <a:srgbClr val="F8BB00"/>
            </a:solidFill>
            <a:prstDash val="solid"/>
            <a:round/>
            <a:headEnd len="sm" w="sm" type="none"/>
            <a:tailEnd len="med" w="med" type="triangle"/>
          </a:ln>
        </p:spPr>
      </p:cxnSp>
      <p:sp>
        <p:nvSpPr>
          <p:cNvPr id="1027" name="Google Shape;1027;p4"/>
          <p:cNvSpPr/>
          <p:nvPr/>
        </p:nvSpPr>
        <p:spPr>
          <a:xfrm>
            <a:off x="1085850" y="1733525"/>
            <a:ext cx="2962200" cy="2905200"/>
          </a:xfrm>
          <a:prstGeom prst="ellipse">
            <a:avLst/>
          </a:prstGeom>
          <a:noFill/>
          <a:ln cap="flat" cmpd="sng" w="38100">
            <a:solidFill>
              <a:srgbClr val="F8BB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arela Round"/>
              <a:ea typeface="Varela Round"/>
              <a:cs typeface="Varela Round"/>
              <a:sym typeface="Varela Round"/>
            </a:endParaRPr>
          </a:p>
        </p:txBody>
      </p:sp>
      <p:sp>
        <p:nvSpPr>
          <p:cNvPr id="1028" name="Google Shape;1028;p4"/>
          <p:cNvSpPr/>
          <p:nvPr/>
        </p:nvSpPr>
        <p:spPr>
          <a:xfrm>
            <a:off x="5305425" y="1686800"/>
            <a:ext cx="2857500" cy="2905200"/>
          </a:xfrm>
          <a:prstGeom prst="ellipse">
            <a:avLst/>
          </a:prstGeom>
          <a:noFill/>
          <a:ln cap="flat" cmpd="sng" w="38100">
            <a:solidFill>
              <a:srgbClr val="F8BB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arela Round"/>
              <a:ea typeface="Varela Round"/>
              <a:cs typeface="Varela Round"/>
              <a:sym typeface="Varela Rou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pic>
        <p:nvPicPr>
          <p:cNvPr descr="C1" id="1033" name="Google Shape;1033;p5"/>
          <p:cNvPicPr preferRelativeResize="0"/>
          <p:nvPr/>
        </p:nvPicPr>
        <p:blipFill rotWithShape="1">
          <a:blip r:embed="rId3">
            <a:alphaModFix/>
          </a:blip>
          <a:srcRect b="0" l="0" r="0" t="0"/>
          <a:stretch/>
        </p:blipFill>
        <p:spPr>
          <a:xfrm>
            <a:off x="114475" y="0"/>
            <a:ext cx="8915050" cy="5143500"/>
          </a:xfrm>
          <a:prstGeom prst="rect">
            <a:avLst/>
          </a:prstGeom>
          <a:noFill/>
          <a:ln>
            <a:noFill/>
          </a:ln>
        </p:spPr>
      </p:pic>
      <p:sp>
        <p:nvSpPr>
          <p:cNvPr id="1034" name="Google Shape;1034;p5"/>
          <p:cNvSpPr txBox="1"/>
          <p:nvPr>
            <p:ph idx="4294967295" type="ctrTitle"/>
          </p:nvPr>
        </p:nvSpPr>
        <p:spPr>
          <a:xfrm>
            <a:off x="1440150" y="4299750"/>
            <a:ext cx="6263700" cy="579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617A86"/>
              </a:buClr>
              <a:buSzPts val="4800"/>
              <a:buFont typeface="Nixie One"/>
              <a:buNone/>
            </a:pPr>
            <a:r>
              <a:rPr b="1" i="0" lang="en" sz="2600" u="none" cap="none" strike="noStrike">
                <a:solidFill>
                  <a:srgbClr val="000000"/>
                </a:solidFill>
                <a:highlight>
                  <a:srgbClr val="CFE2F3"/>
                </a:highlight>
                <a:latin typeface="Lato"/>
                <a:ea typeface="Lato"/>
                <a:cs typeface="Lato"/>
                <a:sym typeface="Lato"/>
              </a:rPr>
              <a:t>How can reactive atoms become stable?</a:t>
            </a:r>
            <a:endParaRPr b="1" i="0" sz="2600" u="none" cap="none" strike="noStrike">
              <a:solidFill>
                <a:srgbClr val="000000"/>
              </a:solidFill>
              <a:highlight>
                <a:srgbClr val="CFE2F3"/>
              </a:highlight>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pic>
        <p:nvPicPr>
          <p:cNvPr id="1039" name="Google Shape;1039;p6"/>
          <p:cNvPicPr preferRelativeResize="0"/>
          <p:nvPr/>
        </p:nvPicPr>
        <p:blipFill rotWithShape="1">
          <a:blip r:embed="rId3">
            <a:alphaModFix/>
          </a:blip>
          <a:srcRect b="0" l="0" r="0" t="0"/>
          <a:stretch/>
        </p:blipFill>
        <p:spPr>
          <a:xfrm>
            <a:off x="152400" y="152400"/>
            <a:ext cx="1276350" cy="1276350"/>
          </a:xfrm>
          <a:prstGeom prst="rect">
            <a:avLst/>
          </a:prstGeom>
          <a:noFill/>
          <a:ln>
            <a:noFill/>
          </a:ln>
        </p:spPr>
      </p:pic>
      <p:pic>
        <p:nvPicPr>
          <p:cNvPr id="1040" name="Google Shape;1040;p6"/>
          <p:cNvPicPr preferRelativeResize="0"/>
          <p:nvPr/>
        </p:nvPicPr>
        <p:blipFill rotWithShape="1">
          <a:blip r:embed="rId4">
            <a:alphaModFix/>
          </a:blip>
          <a:srcRect b="0" l="0" r="0" t="0"/>
          <a:stretch/>
        </p:blipFill>
        <p:spPr>
          <a:xfrm>
            <a:off x="7705725" y="152400"/>
            <a:ext cx="1276350" cy="1276350"/>
          </a:xfrm>
          <a:prstGeom prst="rect">
            <a:avLst/>
          </a:prstGeom>
          <a:noFill/>
          <a:ln>
            <a:noFill/>
          </a:ln>
        </p:spPr>
      </p:pic>
      <p:pic>
        <p:nvPicPr>
          <p:cNvPr id="1041" name="Google Shape;1041;p6"/>
          <p:cNvPicPr preferRelativeResize="0"/>
          <p:nvPr/>
        </p:nvPicPr>
        <p:blipFill rotWithShape="1">
          <a:blip r:embed="rId5">
            <a:alphaModFix/>
          </a:blip>
          <a:srcRect b="0" l="0" r="62500" t="0"/>
          <a:stretch/>
        </p:blipFill>
        <p:spPr>
          <a:xfrm>
            <a:off x="5117975" y="1476375"/>
            <a:ext cx="3225925" cy="3419475"/>
          </a:xfrm>
          <a:prstGeom prst="rect">
            <a:avLst/>
          </a:prstGeom>
          <a:noFill/>
          <a:ln>
            <a:noFill/>
          </a:ln>
        </p:spPr>
      </p:pic>
      <p:pic>
        <p:nvPicPr>
          <p:cNvPr id="1042" name="Google Shape;1042;p6"/>
          <p:cNvPicPr preferRelativeResize="0"/>
          <p:nvPr/>
        </p:nvPicPr>
        <p:blipFill rotWithShape="1">
          <a:blip r:embed="rId6">
            <a:alphaModFix/>
          </a:blip>
          <a:srcRect b="4691" l="0" r="58499" t="5276"/>
          <a:stretch/>
        </p:blipFill>
        <p:spPr>
          <a:xfrm>
            <a:off x="952500" y="1521065"/>
            <a:ext cx="3225925" cy="3236660"/>
          </a:xfrm>
          <a:prstGeom prst="rect">
            <a:avLst/>
          </a:prstGeom>
          <a:noFill/>
          <a:ln>
            <a:noFill/>
          </a:ln>
        </p:spPr>
      </p:pic>
      <p:sp>
        <p:nvSpPr>
          <p:cNvPr id="1043" name="Google Shape;1043;p6"/>
          <p:cNvSpPr txBox="1"/>
          <p:nvPr/>
        </p:nvSpPr>
        <p:spPr>
          <a:xfrm>
            <a:off x="1738388" y="152400"/>
            <a:ext cx="5657700" cy="67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Lato"/>
                <a:ea typeface="Lato"/>
                <a:cs typeface="Lato"/>
                <a:sym typeface="Lato"/>
              </a:rPr>
              <a:t>Atoms are the more </a:t>
            </a:r>
            <a:r>
              <a:rPr b="1" i="0" lang="en" sz="2000" u="none" cap="none" strike="noStrike">
                <a:solidFill>
                  <a:srgbClr val="F8BB00"/>
                </a:solidFill>
                <a:latin typeface="Lato"/>
                <a:ea typeface="Lato"/>
                <a:cs typeface="Lato"/>
                <a:sym typeface="Lato"/>
              </a:rPr>
              <a:t>stable</a:t>
            </a:r>
            <a:r>
              <a:rPr b="0" i="0" lang="en" sz="2000" u="none" cap="none" strike="noStrike">
                <a:solidFill>
                  <a:schemeClr val="dk1"/>
                </a:solidFill>
                <a:latin typeface="Lato"/>
                <a:ea typeface="Lato"/>
                <a:cs typeface="Lato"/>
                <a:sym typeface="Lato"/>
              </a:rPr>
              <a:t> when the outermost electron shell is completely full of electrons.</a:t>
            </a:r>
            <a:endParaRPr b="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Lato"/>
                <a:ea typeface="Lato"/>
                <a:cs typeface="Lato"/>
                <a:sym typeface="Lato"/>
              </a:rPr>
              <a:t>Atoms can lose or gain electrons but they can also share electrons.</a:t>
            </a:r>
            <a:endParaRPr b="0" i="0" sz="2000" u="none" cap="none" strike="noStrike">
              <a:solidFill>
                <a:schemeClr val="dk1"/>
              </a:solidFill>
              <a:latin typeface="Lato"/>
              <a:ea typeface="Lato"/>
              <a:cs typeface="Lato"/>
              <a:sym typeface="Lato"/>
            </a:endParaRPr>
          </a:p>
        </p:txBody>
      </p:sp>
      <p:sp>
        <p:nvSpPr>
          <p:cNvPr id="1044" name="Google Shape;1044;p6"/>
          <p:cNvSpPr/>
          <p:nvPr/>
        </p:nvSpPr>
        <p:spPr>
          <a:xfrm>
            <a:off x="1085850" y="1733525"/>
            <a:ext cx="2962200" cy="2905200"/>
          </a:xfrm>
          <a:prstGeom prst="ellipse">
            <a:avLst/>
          </a:prstGeom>
          <a:noFill/>
          <a:ln cap="flat" cmpd="sng" w="38100">
            <a:solidFill>
              <a:srgbClr val="F8BB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arela Round"/>
              <a:ea typeface="Varela Round"/>
              <a:cs typeface="Varela Round"/>
              <a:sym typeface="Varela Round"/>
            </a:endParaRPr>
          </a:p>
        </p:txBody>
      </p:sp>
      <p:sp>
        <p:nvSpPr>
          <p:cNvPr id="1045" name="Google Shape;1045;p6"/>
          <p:cNvSpPr/>
          <p:nvPr/>
        </p:nvSpPr>
        <p:spPr>
          <a:xfrm>
            <a:off x="5305425" y="1686800"/>
            <a:ext cx="2857500" cy="2905200"/>
          </a:xfrm>
          <a:prstGeom prst="ellipse">
            <a:avLst/>
          </a:prstGeom>
          <a:noFill/>
          <a:ln cap="flat" cmpd="sng" w="38100">
            <a:solidFill>
              <a:srgbClr val="F8BB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arela Round"/>
              <a:ea typeface="Varela Round"/>
              <a:cs typeface="Varela Round"/>
              <a:sym typeface="Varela Rou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7"/>
          <p:cNvSpPr txBox="1"/>
          <p:nvPr>
            <p:ph idx="4294967295" type="ctrTitle"/>
          </p:nvPr>
        </p:nvSpPr>
        <p:spPr>
          <a:xfrm>
            <a:off x="1440150" y="213525"/>
            <a:ext cx="6263700" cy="579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617A86"/>
              </a:buClr>
              <a:buSzPts val="4800"/>
              <a:buFont typeface="Nixie One"/>
              <a:buNone/>
            </a:pPr>
            <a:r>
              <a:rPr b="1" i="0" lang="en" sz="2600" u="none" cap="none" strike="noStrike">
                <a:solidFill>
                  <a:srgbClr val="00ACC3"/>
                </a:solidFill>
                <a:latin typeface="Lato"/>
                <a:ea typeface="Lato"/>
                <a:cs typeface="Lato"/>
                <a:sym typeface="Lato"/>
              </a:rPr>
              <a:t>Ions</a:t>
            </a:r>
            <a:endParaRPr b="1" i="0" sz="1800" u="none" cap="none" strike="noStrike">
              <a:solidFill>
                <a:srgbClr val="00ACC3"/>
              </a:solidFill>
              <a:latin typeface="Lato"/>
              <a:ea typeface="Lato"/>
              <a:cs typeface="Lato"/>
              <a:sym typeface="Lato"/>
            </a:endParaRPr>
          </a:p>
        </p:txBody>
      </p:sp>
      <p:sp>
        <p:nvSpPr>
          <p:cNvPr id="1051" name="Google Shape;1051;p7"/>
          <p:cNvSpPr txBox="1"/>
          <p:nvPr/>
        </p:nvSpPr>
        <p:spPr>
          <a:xfrm>
            <a:off x="838200" y="793425"/>
            <a:ext cx="7467600" cy="38466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rgbClr val="000000"/>
              </a:buClr>
              <a:buSzPts val="2400"/>
              <a:buFont typeface="Karla"/>
              <a:buChar char="●"/>
            </a:pPr>
            <a:r>
              <a:rPr b="0" i="0" lang="en" sz="2400" u="none" cap="none" strike="noStrike">
                <a:solidFill>
                  <a:srgbClr val="000000"/>
                </a:solidFill>
                <a:latin typeface="Lato"/>
                <a:ea typeface="Lato"/>
                <a:cs typeface="Lato"/>
                <a:sym typeface="Lato"/>
              </a:rPr>
              <a:t>Ions are </a:t>
            </a:r>
            <a:r>
              <a:rPr b="1" i="0" lang="en" sz="2400" u="none" cap="none" strike="noStrike">
                <a:solidFill>
                  <a:srgbClr val="008000"/>
                </a:solidFill>
                <a:latin typeface="Lato"/>
                <a:ea typeface="Lato"/>
                <a:cs typeface="Lato"/>
                <a:sym typeface="Lato"/>
              </a:rPr>
              <a:t>electrically charged</a:t>
            </a:r>
            <a:r>
              <a:rPr b="0" i="0" lang="en" sz="2400" u="none" cap="none" strike="noStrike">
                <a:solidFill>
                  <a:srgbClr val="000000"/>
                </a:solidFill>
                <a:latin typeface="Lato"/>
                <a:ea typeface="Lato"/>
                <a:cs typeface="Lato"/>
                <a:sym typeface="Lato"/>
              </a:rPr>
              <a:t> atoms formed by </a:t>
            </a:r>
            <a:r>
              <a:rPr b="1" i="0" lang="en" sz="2400" u="none" cap="none" strike="noStrike">
                <a:solidFill>
                  <a:srgbClr val="FF0000"/>
                </a:solidFill>
                <a:latin typeface="Lato"/>
                <a:ea typeface="Lato"/>
                <a:cs typeface="Lato"/>
                <a:sym typeface="Lato"/>
              </a:rPr>
              <a:t>loss</a:t>
            </a:r>
            <a:r>
              <a:rPr b="1" i="0" lang="en" sz="2400" u="none" cap="none" strike="noStrike">
                <a:solidFill>
                  <a:srgbClr val="BD2A35"/>
                </a:solidFill>
                <a:latin typeface="Lato"/>
                <a:ea typeface="Lato"/>
                <a:cs typeface="Lato"/>
                <a:sym typeface="Lato"/>
              </a:rPr>
              <a:t> </a:t>
            </a:r>
            <a:r>
              <a:rPr b="0" i="0" lang="en" sz="2400" u="none" cap="none" strike="noStrike">
                <a:solidFill>
                  <a:srgbClr val="000000"/>
                </a:solidFill>
                <a:latin typeface="Lato"/>
                <a:ea typeface="Lato"/>
                <a:cs typeface="Lato"/>
                <a:sym typeface="Lato"/>
              </a:rPr>
              <a:t>or</a:t>
            </a:r>
            <a:r>
              <a:rPr b="1" i="0" lang="en" sz="2400" u="none" cap="none" strike="noStrike">
                <a:solidFill>
                  <a:srgbClr val="BD2A35"/>
                </a:solidFill>
                <a:latin typeface="Lato"/>
                <a:ea typeface="Lato"/>
                <a:cs typeface="Lato"/>
                <a:sym typeface="Lato"/>
              </a:rPr>
              <a:t> </a:t>
            </a:r>
            <a:r>
              <a:rPr b="1" i="0" lang="en" sz="2400" u="none" cap="none" strike="noStrike">
                <a:solidFill>
                  <a:srgbClr val="0000FF"/>
                </a:solidFill>
                <a:latin typeface="Lato"/>
                <a:ea typeface="Lato"/>
                <a:cs typeface="Lato"/>
                <a:sym typeface="Lato"/>
              </a:rPr>
              <a:t>gain</a:t>
            </a:r>
            <a:r>
              <a:rPr b="0" i="0" lang="en" sz="2400" u="none" cap="none" strike="noStrike">
                <a:solidFill>
                  <a:srgbClr val="000000"/>
                </a:solidFill>
                <a:latin typeface="Lato"/>
                <a:ea typeface="Lato"/>
                <a:cs typeface="Lato"/>
                <a:sym typeface="Lato"/>
              </a:rPr>
              <a:t> of </a:t>
            </a:r>
            <a:r>
              <a:rPr b="1" i="0" lang="en" sz="2400" u="none" cap="none" strike="noStrike">
                <a:solidFill>
                  <a:srgbClr val="008000"/>
                </a:solidFill>
                <a:latin typeface="Lato"/>
                <a:ea typeface="Lato"/>
                <a:cs typeface="Lato"/>
                <a:sym typeface="Lato"/>
              </a:rPr>
              <a:t>electrons</a:t>
            </a:r>
            <a:endParaRPr b="1" i="0" sz="2400" u="none" cap="none" strike="noStrike">
              <a:solidFill>
                <a:srgbClr val="00ACC3"/>
              </a:solidFill>
              <a:latin typeface="Lato"/>
              <a:ea typeface="Lato"/>
              <a:cs typeface="Lato"/>
              <a:sym typeface="Lato"/>
            </a:endParaRPr>
          </a:p>
          <a:p>
            <a:pPr indent="0" lvl="0" marL="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BD2A35"/>
              </a:solidFill>
              <a:latin typeface="Lato"/>
              <a:ea typeface="Lato"/>
              <a:cs typeface="Lato"/>
              <a:sym typeface="Lato"/>
            </a:endParaRPr>
          </a:p>
          <a:p>
            <a:pPr indent="0" lvl="0" marL="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BD2A35"/>
              </a:solidFill>
              <a:latin typeface="Lato"/>
              <a:ea typeface="Lato"/>
              <a:cs typeface="Lato"/>
              <a:sym typeface="Lato"/>
            </a:endParaRPr>
          </a:p>
          <a:p>
            <a:pPr indent="0" lvl="0" marL="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BD2A35"/>
              </a:solidFill>
              <a:latin typeface="Lato"/>
              <a:ea typeface="Lato"/>
              <a:cs typeface="Lato"/>
              <a:sym typeface="Lato"/>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rgbClr val="BD2A35"/>
              </a:solidFill>
              <a:latin typeface="Lato"/>
              <a:ea typeface="Lato"/>
              <a:cs typeface="Lato"/>
              <a:sym typeface="Lato"/>
            </a:endParaRPr>
          </a:p>
          <a:p>
            <a:pPr indent="-381000" lvl="0" marL="457200" marR="0" rtl="0" algn="l">
              <a:lnSpc>
                <a:spcPct val="115000"/>
              </a:lnSpc>
              <a:spcBef>
                <a:spcPts val="0"/>
              </a:spcBef>
              <a:spcAft>
                <a:spcPts val="0"/>
              </a:spcAft>
              <a:buClr>
                <a:srgbClr val="000000"/>
              </a:buClr>
              <a:buSzPts val="2400"/>
              <a:buFont typeface="Karla"/>
              <a:buChar char="●"/>
            </a:pPr>
            <a:r>
              <a:rPr b="0" i="0" lang="en" sz="2400" u="none" cap="none" strike="noStrike">
                <a:solidFill>
                  <a:srgbClr val="000000"/>
                </a:solidFill>
                <a:latin typeface="Lato"/>
                <a:ea typeface="Lato"/>
                <a:cs typeface="Lato"/>
                <a:sym typeface="Lato"/>
              </a:rPr>
              <a:t>An atom will lose/gain electrons to become more </a:t>
            </a:r>
            <a:r>
              <a:rPr b="1" i="0" lang="en" sz="2400" u="none" cap="none" strike="noStrike">
                <a:solidFill>
                  <a:srgbClr val="008000"/>
                </a:solidFill>
                <a:latin typeface="Lato"/>
                <a:ea typeface="Lato"/>
                <a:cs typeface="Lato"/>
                <a:sym typeface="Lato"/>
              </a:rPr>
              <a:t>stable</a:t>
            </a:r>
            <a:endParaRPr b="1" i="0" sz="2400" u="none" cap="none" strike="noStrike">
              <a:solidFill>
                <a:srgbClr val="000000"/>
              </a:solidFill>
              <a:latin typeface="Lato"/>
              <a:ea typeface="Lato"/>
              <a:cs typeface="Lato"/>
              <a:sym typeface="Lato"/>
            </a:endParaRPr>
          </a:p>
          <a:p>
            <a:pPr indent="-381000" lvl="1" marL="914400" marR="0" rtl="0" algn="l">
              <a:lnSpc>
                <a:spcPct val="115000"/>
              </a:lnSpc>
              <a:spcBef>
                <a:spcPts val="0"/>
              </a:spcBef>
              <a:spcAft>
                <a:spcPts val="0"/>
              </a:spcAft>
              <a:buClr>
                <a:srgbClr val="000000"/>
              </a:buClr>
              <a:buSzPts val="2400"/>
              <a:buFont typeface="Karla"/>
              <a:buChar char="○"/>
            </a:pPr>
            <a:r>
              <a:rPr b="0" i="0" lang="en" sz="2400" u="none" cap="none" strike="noStrike">
                <a:solidFill>
                  <a:srgbClr val="000000"/>
                </a:solidFill>
                <a:latin typeface="Lato"/>
                <a:ea typeface="Lato"/>
                <a:cs typeface="Lato"/>
                <a:sym typeface="Lato"/>
              </a:rPr>
              <a:t>By making sure their outer electron shell is</a:t>
            </a:r>
            <a:r>
              <a:rPr b="1" i="0" lang="en" sz="2400" u="none" cap="none" strike="noStrike">
                <a:solidFill>
                  <a:srgbClr val="ED4A00"/>
                </a:solidFill>
                <a:latin typeface="Lato"/>
                <a:ea typeface="Lato"/>
                <a:cs typeface="Lato"/>
                <a:sym typeface="Lato"/>
              </a:rPr>
              <a:t> </a:t>
            </a:r>
            <a:r>
              <a:rPr b="1" i="0" lang="en" sz="2400" u="none" cap="none" strike="noStrike">
                <a:solidFill>
                  <a:srgbClr val="008000"/>
                </a:solidFill>
                <a:latin typeface="Lato"/>
                <a:ea typeface="Lato"/>
                <a:cs typeface="Lato"/>
                <a:sym typeface="Lato"/>
              </a:rPr>
              <a:t>full</a:t>
            </a:r>
            <a:endParaRPr b="1" i="0" sz="2700" u="none" cap="none" strike="noStrike">
              <a:solidFill>
                <a:srgbClr val="000000"/>
              </a:solidFill>
              <a:latin typeface="Karla"/>
              <a:ea typeface="Karla"/>
              <a:cs typeface="Karla"/>
              <a:sym typeface="Karla"/>
            </a:endParaRPr>
          </a:p>
        </p:txBody>
      </p:sp>
      <p:pic>
        <p:nvPicPr>
          <p:cNvPr id="1052" name="Google Shape;1052;p7"/>
          <p:cNvPicPr preferRelativeResize="0"/>
          <p:nvPr/>
        </p:nvPicPr>
        <p:blipFill rotWithShape="1">
          <a:blip r:embed="rId3">
            <a:alphaModFix/>
          </a:blip>
          <a:srcRect b="22912" l="4479" r="51563" t="22326"/>
          <a:stretch/>
        </p:blipFill>
        <p:spPr>
          <a:xfrm>
            <a:off x="3250350" y="1876425"/>
            <a:ext cx="2643302" cy="1152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pic>
        <p:nvPicPr>
          <p:cNvPr id="1057" name="Google Shape;1057;p8"/>
          <p:cNvPicPr preferRelativeResize="0"/>
          <p:nvPr/>
        </p:nvPicPr>
        <p:blipFill rotWithShape="1">
          <a:blip r:embed="rId3">
            <a:alphaModFix/>
          </a:blip>
          <a:srcRect b="0" l="0" r="0" t="0"/>
          <a:stretch/>
        </p:blipFill>
        <p:spPr>
          <a:xfrm>
            <a:off x="7920375" y="90563"/>
            <a:ext cx="1137901" cy="654375"/>
          </a:xfrm>
          <a:prstGeom prst="rect">
            <a:avLst/>
          </a:prstGeom>
          <a:noFill/>
          <a:ln>
            <a:noFill/>
          </a:ln>
        </p:spPr>
      </p:pic>
      <p:sp>
        <p:nvSpPr>
          <p:cNvPr id="1058" name="Google Shape;1058;p8"/>
          <p:cNvSpPr txBox="1"/>
          <p:nvPr/>
        </p:nvSpPr>
        <p:spPr>
          <a:xfrm>
            <a:off x="638213" y="4081866"/>
            <a:ext cx="35646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10066"/>
              </a:buClr>
              <a:buSzPts val="2400"/>
              <a:buFont typeface="Calibri"/>
              <a:buNone/>
            </a:pPr>
            <a:r>
              <a:rPr b="1" i="0" lang="en" sz="2400" u="none" cap="none" strike="noStrike">
                <a:solidFill>
                  <a:srgbClr val="010066"/>
                </a:solidFill>
                <a:latin typeface="Calibri"/>
                <a:ea typeface="Calibri"/>
                <a:cs typeface="Calibri"/>
                <a:sym typeface="Calibri"/>
              </a:rPr>
              <a:t>2.8.1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10066"/>
              </a:buClr>
              <a:buSzPts val="2400"/>
              <a:buFont typeface="Calibri"/>
              <a:buNone/>
            </a:pPr>
            <a:r>
              <a:rPr b="0" i="0" lang="en" sz="2400" u="none" cap="none" strike="noStrike">
                <a:solidFill>
                  <a:srgbClr val="010066"/>
                </a:solidFill>
                <a:latin typeface="Calibri"/>
                <a:ea typeface="Calibri"/>
                <a:cs typeface="Calibri"/>
                <a:sym typeface="Calibri"/>
              </a:rPr>
              <a:t>(partially full outer shell)</a:t>
            </a:r>
            <a:endParaRPr b="0" i="0" sz="1400" u="none" cap="none" strike="noStrike">
              <a:solidFill>
                <a:srgbClr val="000000"/>
              </a:solidFill>
              <a:latin typeface="Arial"/>
              <a:ea typeface="Arial"/>
              <a:cs typeface="Arial"/>
              <a:sym typeface="Arial"/>
            </a:endParaRPr>
          </a:p>
        </p:txBody>
      </p:sp>
      <p:sp>
        <p:nvSpPr>
          <p:cNvPr id="1059" name="Google Shape;1059;p8"/>
          <p:cNvSpPr txBox="1"/>
          <p:nvPr/>
        </p:nvSpPr>
        <p:spPr>
          <a:xfrm>
            <a:off x="894927" y="658610"/>
            <a:ext cx="2929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Calibri"/>
              <a:buNone/>
            </a:pPr>
            <a:r>
              <a:rPr b="0" i="0" lang="en" sz="2400" u="none" cap="none" strike="noStrike">
                <a:solidFill>
                  <a:srgbClr val="010066"/>
                </a:solidFill>
                <a:latin typeface="Calibri"/>
                <a:ea typeface="Calibri"/>
                <a:cs typeface="Calibri"/>
                <a:sym typeface="Calibri"/>
              </a:rPr>
              <a:t>11 protons	=	+11</a:t>
            </a:r>
            <a:endParaRPr b="0" i="0" sz="1400" u="none" cap="none" strike="noStrike">
              <a:solidFill>
                <a:srgbClr val="000000"/>
              </a:solidFill>
              <a:latin typeface="Arial"/>
              <a:ea typeface="Arial"/>
              <a:cs typeface="Arial"/>
              <a:sym typeface="Arial"/>
            </a:endParaRPr>
          </a:p>
        </p:txBody>
      </p:sp>
      <p:sp>
        <p:nvSpPr>
          <p:cNvPr id="1060" name="Google Shape;1060;p8"/>
          <p:cNvSpPr txBox="1"/>
          <p:nvPr/>
        </p:nvSpPr>
        <p:spPr>
          <a:xfrm>
            <a:off x="894927" y="999932"/>
            <a:ext cx="3184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Calibri"/>
              <a:buNone/>
            </a:pPr>
            <a:r>
              <a:rPr b="0" i="0" lang="en" sz="2400" u="none" cap="none" strike="noStrike">
                <a:solidFill>
                  <a:srgbClr val="010066"/>
                </a:solidFill>
                <a:latin typeface="Calibri"/>
                <a:ea typeface="Calibri"/>
                <a:cs typeface="Calibri"/>
                <a:sym typeface="Calibri"/>
              </a:rPr>
              <a:t>11 electrons	=	 -11</a:t>
            </a:r>
            <a:endParaRPr b="0" i="0" sz="1400" u="none" cap="none" strike="noStrike">
              <a:solidFill>
                <a:srgbClr val="000000"/>
              </a:solidFill>
              <a:latin typeface="Arial"/>
              <a:ea typeface="Arial"/>
              <a:cs typeface="Arial"/>
              <a:sym typeface="Arial"/>
            </a:endParaRPr>
          </a:p>
        </p:txBody>
      </p:sp>
      <p:grpSp>
        <p:nvGrpSpPr>
          <p:cNvPr id="1061" name="Google Shape;1061;p8"/>
          <p:cNvGrpSpPr/>
          <p:nvPr/>
        </p:nvGrpSpPr>
        <p:grpSpPr>
          <a:xfrm>
            <a:off x="891959" y="1388938"/>
            <a:ext cx="3119162" cy="453001"/>
            <a:chOff x="423" y="1302"/>
            <a:chExt cx="2102" cy="361"/>
          </a:xfrm>
        </p:grpSpPr>
        <p:sp>
          <p:nvSpPr>
            <p:cNvPr id="1062" name="Google Shape;1062;p8"/>
            <p:cNvSpPr txBox="1"/>
            <p:nvPr/>
          </p:nvSpPr>
          <p:spPr>
            <a:xfrm>
              <a:off x="425" y="1302"/>
              <a:ext cx="21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Calibri"/>
                <a:buNone/>
              </a:pPr>
              <a:r>
                <a:rPr b="1" i="0" lang="en" sz="2400" u="none" cap="none" strike="noStrike">
                  <a:solidFill>
                    <a:srgbClr val="010066"/>
                  </a:solidFill>
                  <a:latin typeface="Calibri"/>
                  <a:ea typeface="Calibri"/>
                  <a:cs typeface="Calibri"/>
                  <a:sym typeface="Calibri"/>
                </a:rPr>
                <a:t>Total charge	=	    0</a:t>
              </a:r>
              <a:endParaRPr b="0" i="0" sz="1400" u="none" cap="none" strike="noStrike">
                <a:solidFill>
                  <a:srgbClr val="000000"/>
                </a:solidFill>
                <a:latin typeface="Arial"/>
                <a:ea typeface="Arial"/>
                <a:cs typeface="Arial"/>
                <a:sym typeface="Arial"/>
              </a:endParaRPr>
            </a:p>
          </p:txBody>
        </p:sp>
        <p:cxnSp>
          <p:nvCxnSpPr>
            <p:cNvPr id="1063" name="Google Shape;1063;p8"/>
            <p:cNvCxnSpPr/>
            <p:nvPr/>
          </p:nvCxnSpPr>
          <p:spPr>
            <a:xfrm>
              <a:off x="423" y="1360"/>
              <a:ext cx="2100" cy="0"/>
            </a:xfrm>
            <a:prstGeom prst="straightConnector1">
              <a:avLst/>
            </a:prstGeom>
            <a:noFill/>
            <a:ln cap="flat" cmpd="sng" w="38100">
              <a:solidFill>
                <a:srgbClr val="010066"/>
              </a:solidFill>
              <a:prstDash val="solid"/>
              <a:miter lim="8000"/>
              <a:headEnd len="sm" w="sm" type="none"/>
              <a:tailEnd len="sm" w="sm" type="none"/>
            </a:ln>
          </p:spPr>
        </p:cxnSp>
        <p:cxnSp>
          <p:nvCxnSpPr>
            <p:cNvPr id="1064" name="Google Shape;1064;p8"/>
            <p:cNvCxnSpPr/>
            <p:nvPr/>
          </p:nvCxnSpPr>
          <p:spPr>
            <a:xfrm>
              <a:off x="423" y="1663"/>
              <a:ext cx="2100" cy="0"/>
            </a:xfrm>
            <a:prstGeom prst="straightConnector1">
              <a:avLst/>
            </a:prstGeom>
            <a:noFill/>
            <a:ln cap="flat" cmpd="sng" w="38100">
              <a:solidFill>
                <a:srgbClr val="010066"/>
              </a:solidFill>
              <a:prstDash val="solid"/>
              <a:miter lim="8000"/>
              <a:headEnd len="sm" w="sm" type="none"/>
              <a:tailEnd len="sm" w="sm" type="none"/>
            </a:ln>
          </p:spPr>
        </p:cxnSp>
      </p:grpSp>
      <p:sp>
        <p:nvSpPr>
          <p:cNvPr id="1065" name="Google Shape;1065;p8"/>
          <p:cNvSpPr txBox="1"/>
          <p:nvPr/>
        </p:nvSpPr>
        <p:spPr>
          <a:xfrm>
            <a:off x="1300834" y="186900"/>
            <a:ext cx="211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10066"/>
              </a:buClr>
              <a:buSzPts val="2400"/>
              <a:buFont typeface="Calibri"/>
              <a:buNone/>
            </a:pPr>
            <a:r>
              <a:rPr b="1" i="0" lang="en" sz="2400" u="none" cap="none" strike="noStrike">
                <a:solidFill>
                  <a:srgbClr val="010066"/>
                </a:solidFill>
                <a:latin typeface="Calibri"/>
                <a:ea typeface="Calibri"/>
                <a:cs typeface="Calibri"/>
                <a:sym typeface="Calibri"/>
              </a:rPr>
              <a:t>Sodium atom:</a:t>
            </a:r>
            <a:endParaRPr b="0" i="0" sz="1400" u="none" cap="none" strike="noStrike">
              <a:solidFill>
                <a:srgbClr val="000000"/>
              </a:solidFill>
              <a:latin typeface="Arial"/>
              <a:ea typeface="Arial"/>
              <a:cs typeface="Arial"/>
              <a:sym typeface="Arial"/>
            </a:endParaRPr>
          </a:p>
        </p:txBody>
      </p:sp>
      <p:sp>
        <p:nvSpPr>
          <p:cNvPr id="1066" name="Google Shape;1066;p8"/>
          <p:cNvSpPr txBox="1"/>
          <p:nvPr/>
        </p:nvSpPr>
        <p:spPr>
          <a:xfrm>
            <a:off x="5361472" y="656101"/>
            <a:ext cx="2929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Calibri"/>
              <a:buNone/>
            </a:pPr>
            <a:r>
              <a:rPr b="0" i="0" lang="en" sz="2400" u="none" cap="none" strike="noStrike">
                <a:solidFill>
                  <a:srgbClr val="010066"/>
                </a:solidFill>
                <a:latin typeface="Calibri"/>
                <a:ea typeface="Calibri"/>
                <a:cs typeface="Calibri"/>
                <a:sym typeface="Calibri"/>
              </a:rPr>
              <a:t>11 protons	=	+11</a:t>
            </a:r>
            <a:endParaRPr b="0" i="0" sz="1400" u="none" cap="none" strike="noStrike">
              <a:solidFill>
                <a:srgbClr val="000000"/>
              </a:solidFill>
              <a:latin typeface="Arial"/>
              <a:ea typeface="Arial"/>
              <a:cs typeface="Arial"/>
              <a:sym typeface="Arial"/>
            </a:endParaRPr>
          </a:p>
        </p:txBody>
      </p:sp>
      <p:sp>
        <p:nvSpPr>
          <p:cNvPr id="1067" name="Google Shape;1067;p8"/>
          <p:cNvSpPr txBox="1"/>
          <p:nvPr/>
        </p:nvSpPr>
        <p:spPr>
          <a:xfrm>
            <a:off x="5361472" y="997422"/>
            <a:ext cx="3015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Calibri"/>
              <a:buNone/>
            </a:pPr>
            <a:r>
              <a:rPr b="0" i="0" lang="en" sz="2400" u="none" cap="none" strike="noStrike">
                <a:solidFill>
                  <a:srgbClr val="010066"/>
                </a:solidFill>
                <a:latin typeface="Calibri"/>
                <a:ea typeface="Calibri"/>
                <a:cs typeface="Calibri"/>
                <a:sym typeface="Calibri"/>
              </a:rPr>
              <a:t>10 electrons	=	 -10</a:t>
            </a:r>
            <a:endParaRPr b="0" i="0" sz="1400" u="none" cap="none" strike="noStrike">
              <a:solidFill>
                <a:srgbClr val="000000"/>
              </a:solidFill>
              <a:latin typeface="Arial"/>
              <a:ea typeface="Arial"/>
              <a:cs typeface="Arial"/>
              <a:sym typeface="Arial"/>
            </a:endParaRPr>
          </a:p>
        </p:txBody>
      </p:sp>
      <p:grpSp>
        <p:nvGrpSpPr>
          <p:cNvPr id="1068" name="Google Shape;1068;p8"/>
          <p:cNvGrpSpPr/>
          <p:nvPr/>
        </p:nvGrpSpPr>
        <p:grpSpPr>
          <a:xfrm>
            <a:off x="5358500" y="1386425"/>
            <a:ext cx="3518800" cy="453000"/>
            <a:chOff x="3177" y="1300"/>
            <a:chExt cx="2102" cy="304"/>
          </a:xfrm>
        </p:grpSpPr>
        <p:sp>
          <p:nvSpPr>
            <p:cNvPr id="1069" name="Google Shape;1069;p8"/>
            <p:cNvSpPr txBox="1"/>
            <p:nvPr/>
          </p:nvSpPr>
          <p:spPr>
            <a:xfrm>
              <a:off x="3179" y="1300"/>
              <a:ext cx="21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Calibri"/>
                <a:buNone/>
              </a:pPr>
              <a:r>
                <a:rPr b="1" i="0" lang="en" sz="2400" u="none" cap="none" strike="noStrike">
                  <a:solidFill>
                    <a:srgbClr val="010066"/>
                  </a:solidFill>
                  <a:latin typeface="Calibri"/>
                  <a:ea typeface="Calibri"/>
                  <a:cs typeface="Calibri"/>
                  <a:sym typeface="Calibri"/>
                </a:rPr>
                <a:t>Total charge	=	  +1</a:t>
              </a:r>
              <a:endParaRPr b="0" i="0" sz="1400" u="none" cap="none" strike="noStrike">
                <a:solidFill>
                  <a:srgbClr val="000000"/>
                </a:solidFill>
                <a:latin typeface="Arial"/>
                <a:ea typeface="Arial"/>
                <a:cs typeface="Arial"/>
                <a:sym typeface="Arial"/>
              </a:endParaRPr>
            </a:p>
          </p:txBody>
        </p:sp>
        <p:cxnSp>
          <p:nvCxnSpPr>
            <p:cNvPr id="1070" name="Google Shape;1070;p8"/>
            <p:cNvCxnSpPr/>
            <p:nvPr/>
          </p:nvCxnSpPr>
          <p:spPr>
            <a:xfrm>
              <a:off x="3177" y="1347"/>
              <a:ext cx="1800" cy="0"/>
            </a:xfrm>
            <a:prstGeom prst="straightConnector1">
              <a:avLst/>
            </a:prstGeom>
            <a:noFill/>
            <a:ln cap="flat" cmpd="sng" w="38100">
              <a:solidFill>
                <a:srgbClr val="010066"/>
              </a:solidFill>
              <a:prstDash val="solid"/>
              <a:miter lim="8000"/>
              <a:headEnd len="sm" w="sm" type="none"/>
              <a:tailEnd len="sm" w="sm" type="none"/>
            </a:ln>
          </p:spPr>
        </p:cxnSp>
        <p:cxnSp>
          <p:nvCxnSpPr>
            <p:cNvPr id="1071" name="Google Shape;1071;p8"/>
            <p:cNvCxnSpPr/>
            <p:nvPr/>
          </p:nvCxnSpPr>
          <p:spPr>
            <a:xfrm>
              <a:off x="3177" y="1604"/>
              <a:ext cx="1800" cy="0"/>
            </a:xfrm>
            <a:prstGeom prst="straightConnector1">
              <a:avLst/>
            </a:prstGeom>
            <a:noFill/>
            <a:ln cap="flat" cmpd="sng" w="38100">
              <a:solidFill>
                <a:srgbClr val="010066"/>
              </a:solidFill>
              <a:prstDash val="solid"/>
              <a:miter lim="8000"/>
              <a:headEnd len="sm" w="sm" type="none"/>
              <a:tailEnd len="sm" w="sm" type="none"/>
            </a:ln>
          </p:spPr>
        </p:cxnSp>
      </p:grpSp>
      <p:sp>
        <p:nvSpPr>
          <p:cNvPr id="1072" name="Google Shape;1072;p8"/>
          <p:cNvSpPr txBox="1"/>
          <p:nvPr/>
        </p:nvSpPr>
        <p:spPr>
          <a:xfrm>
            <a:off x="5810580" y="186900"/>
            <a:ext cx="211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10066"/>
              </a:buClr>
              <a:buSzPts val="2400"/>
              <a:buFont typeface="Calibri"/>
              <a:buNone/>
            </a:pPr>
            <a:r>
              <a:rPr b="1" i="0" lang="en" sz="2400" u="none" cap="none" strike="noStrike">
                <a:solidFill>
                  <a:srgbClr val="010066"/>
                </a:solidFill>
                <a:latin typeface="Calibri"/>
                <a:ea typeface="Calibri"/>
                <a:cs typeface="Calibri"/>
                <a:sym typeface="Calibri"/>
              </a:rPr>
              <a:t>Sodium ion:</a:t>
            </a:r>
            <a:endParaRPr b="0" i="0" sz="1400" u="none" cap="none" strike="noStrike">
              <a:solidFill>
                <a:srgbClr val="000000"/>
              </a:solidFill>
              <a:latin typeface="Arial"/>
              <a:ea typeface="Arial"/>
              <a:cs typeface="Arial"/>
              <a:sym typeface="Arial"/>
            </a:endParaRPr>
          </a:p>
        </p:txBody>
      </p:sp>
      <p:grpSp>
        <p:nvGrpSpPr>
          <p:cNvPr id="1073" name="Google Shape;1073;p8"/>
          <p:cNvGrpSpPr/>
          <p:nvPr/>
        </p:nvGrpSpPr>
        <p:grpSpPr>
          <a:xfrm>
            <a:off x="3267687" y="2224624"/>
            <a:ext cx="2228821" cy="906058"/>
            <a:chOff x="2024" y="1986"/>
            <a:chExt cx="1502" cy="722"/>
          </a:xfrm>
        </p:grpSpPr>
        <p:sp>
          <p:nvSpPr>
            <p:cNvPr id="1074" name="Google Shape;1074;p8"/>
            <p:cNvSpPr txBox="1"/>
            <p:nvPr/>
          </p:nvSpPr>
          <p:spPr>
            <a:xfrm>
              <a:off x="2024" y="1986"/>
              <a:ext cx="1500" cy="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6600"/>
                </a:buClr>
                <a:buSzPts val="2400"/>
                <a:buFont typeface="Calibri"/>
                <a:buNone/>
              </a:pPr>
              <a:r>
                <a:rPr b="1" i="0" lang="en" sz="2400" u="none" cap="none" strike="noStrike">
                  <a:solidFill>
                    <a:srgbClr val="FF6600"/>
                  </a:solidFill>
                  <a:latin typeface="Calibri"/>
                  <a:ea typeface="Calibri"/>
                  <a:cs typeface="Calibri"/>
                  <a:sym typeface="Calibri"/>
                </a:rPr>
                <a:t>loses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6600"/>
                </a:buClr>
                <a:buSzPts val="2400"/>
                <a:buFont typeface="Calibri"/>
                <a:buNone/>
              </a:pPr>
              <a:r>
                <a:rPr b="1" i="0" lang="en" sz="2400" u="none" cap="none" strike="noStrike">
                  <a:solidFill>
                    <a:srgbClr val="FF6600"/>
                  </a:solidFill>
                  <a:latin typeface="Calibri"/>
                  <a:ea typeface="Calibri"/>
                  <a:cs typeface="Calibri"/>
                  <a:sym typeface="Calibri"/>
                </a:rPr>
                <a:t>1 electron</a:t>
              </a:r>
              <a:endParaRPr b="0" i="0" sz="1400" u="none" cap="none" strike="noStrike">
                <a:solidFill>
                  <a:srgbClr val="000000"/>
                </a:solidFill>
                <a:latin typeface="Arial"/>
                <a:ea typeface="Arial"/>
                <a:cs typeface="Arial"/>
                <a:sym typeface="Arial"/>
              </a:endParaRPr>
            </a:p>
          </p:txBody>
        </p:sp>
        <p:cxnSp>
          <p:nvCxnSpPr>
            <p:cNvPr id="1075" name="Google Shape;1075;p8"/>
            <p:cNvCxnSpPr/>
            <p:nvPr/>
          </p:nvCxnSpPr>
          <p:spPr>
            <a:xfrm>
              <a:off x="2326" y="2708"/>
              <a:ext cx="1200" cy="0"/>
            </a:xfrm>
            <a:prstGeom prst="straightConnector1">
              <a:avLst/>
            </a:prstGeom>
            <a:noFill/>
            <a:ln cap="flat" cmpd="sng" w="50800">
              <a:solidFill>
                <a:schemeClr val="dk1"/>
              </a:solidFill>
              <a:prstDash val="solid"/>
              <a:miter lim="8000"/>
              <a:headEnd len="sm" w="sm" type="none"/>
              <a:tailEnd len="lg" w="lg" type="triangle"/>
            </a:ln>
          </p:spPr>
        </p:cxnSp>
      </p:grpSp>
      <p:grpSp>
        <p:nvGrpSpPr>
          <p:cNvPr id="1076" name="Google Shape;1076;p8"/>
          <p:cNvGrpSpPr/>
          <p:nvPr/>
        </p:nvGrpSpPr>
        <p:grpSpPr>
          <a:xfrm>
            <a:off x="5710189" y="2112992"/>
            <a:ext cx="2415793" cy="1913158"/>
            <a:chOff x="3618" y="1897"/>
            <a:chExt cx="1628" cy="1525"/>
          </a:xfrm>
        </p:grpSpPr>
        <p:sp>
          <p:nvSpPr>
            <p:cNvPr id="1077" name="Google Shape;1077;p8"/>
            <p:cNvSpPr/>
            <p:nvPr/>
          </p:nvSpPr>
          <p:spPr>
            <a:xfrm>
              <a:off x="3618" y="1897"/>
              <a:ext cx="190" cy="1525"/>
            </a:xfrm>
            <a:custGeom>
              <a:rect b="b" l="l" r="r" t="t"/>
              <a:pathLst>
                <a:path extrusionOk="0" h="1815" w="227">
                  <a:moveTo>
                    <a:pt x="227" y="0"/>
                  </a:moveTo>
                  <a:lnTo>
                    <a:pt x="0" y="0"/>
                  </a:lnTo>
                  <a:lnTo>
                    <a:pt x="0" y="1815"/>
                  </a:lnTo>
                  <a:lnTo>
                    <a:pt x="227" y="1815"/>
                  </a:lnTo>
                </a:path>
              </a:pathLst>
            </a:custGeom>
            <a:noFill/>
            <a:ln cap="flat" cmpd="sng" w="762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78" name="Google Shape;1078;p8"/>
            <p:cNvSpPr/>
            <p:nvPr/>
          </p:nvSpPr>
          <p:spPr>
            <a:xfrm flipH="1">
              <a:off x="5056" y="1897"/>
              <a:ext cx="190" cy="1525"/>
            </a:xfrm>
            <a:custGeom>
              <a:rect b="b" l="l" r="r" t="t"/>
              <a:pathLst>
                <a:path extrusionOk="0" h="1815" w="227">
                  <a:moveTo>
                    <a:pt x="227" y="0"/>
                  </a:moveTo>
                  <a:lnTo>
                    <a:pt x="0" y="0"/>
                  </a:lnTo>
                  <a:lnTo>
                    <a:pt x="0" y="1815"/>
                  </a:lnTo>
                  <a:lnTo>
                    <a:pt x="227" y="1815"/>
                  </a:lnTo>
                </a:path>
              </a:pathLst>
            </a:custGeom>
            <a:noFill/>
            <a:ln cap="flat" cmpd="sng" w="762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079" name="Google Shape;1079;p8"/>
          <p:cNvSpPr txBox="1"/>
          <p:nvPr/>
        </p:nvSpPr>
        <p:spPr>
          <a:xfrm>
            <a:off x="8097788" y="1841942"/>
            <a:ext cx="4080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4000"/>
              <a:buFont typeface="Calibri"/>
              <a:buNone/>
            </a:pPr>
            <a:r>
              <a:rPr b="1" i="0" lang="en" sz="4000" u="none" cap="none" strike="noStrike">
                <a:solidFill>
                  <a:srgbClr val="FF330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grpSp>
        <p:nvGrpSpPr>
          <p:cNvPr id="1080" name="Google Shape;1080;p8"/>
          <p:cNvGrpSpPr/>
          <p:nvPr/>
        </p:nvGrpSpPr>
        <p:grpSpPr>
          <a:xfrm>
            <a:off x="5794772" y="4096924"/>
            <a:ext cx="2473660" cy="686407"/>
            <a:chOff x="3727" y="3478"/>
            <a:chExt cx="1667" cy="547"/>
          </a:xfrm>
        </p:grpSpPr>
        <p:sp>
          <p:nvSpPr>
            <p:cNvPr id="1081" name="Google Shape;1081;p8"/>
            <p:cNvSpPr txBox="1"/>
            <p:nvPr/>
          </p:nvSpPr>
          <p:spPr>
            <a:xfrm>
              <a:off x="4194" y="3478"/>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Calibri"/>
                <a:buNone/>
              </a:pPr>
              <a:r>
                <a:rPr b="1" i="0" lang="en" sz="2400" u="none" cap="none" strike="noStrike">
                  <a:solidFill>
                    <a:srgbClr val="010066"/>
                  </a:solidFill>
                  <a:latin typeface="Calibri"/>
                  <a:ea typeface="Calibri"/>
                  <a:cs typeface="Calibri"/>
                  <a:sym typeface="Calibri"/>
                </a:rPr>
                <a:t>[2.8]</a:t>
              </a:r>
              <a:r>
                <a:rPr b="1" baseline="30000" i="0" lang="en" sz="2400" u="none" cap="none" strike="noStrike">
                  <a:solidFill>
                    <a:srgbClr val="010066"/>
                  </a:solidFill>
                  <a:latin typeface="Calibri"/>
                  <a:ea typeface="Calibri"/>
                  <a:cs typeface="Calibri"/>
                  <a:sym typeface="Calibri"/>
                </a:rPr>
                <a:t>+</a:t>
              </a:r>
              <a:endParaRPr b="0" baseline="30000" i="0" sz="1400" u="none" cap="none" strike="noStrike">
                <a:solidFill>
                  <a:srgbClr val="000000"/>
                </a:solidFill>
                <a:latin typeface="Arial"/>
                <a:ea typeface="Arial"/>
                <a:cs typeface="Arial"/>
                <a:sym typeface="Arial"/>
              </a:endParaRPr>
            </a:p>
          </p:txBody>
        </p:sp>
        <p:sp>
          <p:nvSpPr>
            <p:cNvPr id="1082" name="Google Shape;1082;p8"/>
            <p:cNvSpPr txBox="1"/>
            <p:nvPr/>
          </p:nvSpPr>
          <p:spPr>
            <a:xfrm>
              <a:off x="3727" y="3725"/>
              <a:ext cx="15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Calibri"/>
                <a:buNone/>
              </a:pPr>
              <a:r>
                <a:rPr b="0" i="0" lang="en" sz="2400" u="none" cap="none" strike="noStrike">
                  <a:solidFill>
                    <a:srgbClr val="010066"/>
                  </a:solidFill>
                  <a:latin typeface="Calibri"/>
                  <a:ea typeface="Calibri"/>
                  <a:cs typeface="Calibri"/>
                  <a:sym typeface="Calibri"/>
                </a:rPr>
                <a:t>(full outer shell)</a:t>
              </a:r>
              <a:endParaRPr b="0" i="0" sz="1400" u="none" cap="none" strike="noStrike">
                <a:solidFill>
                  <a:srgbClr val="000000"/>
                </a:solidFill>
                <a:latin typeface="Arial"/>
                <a:ea typeface="Arial"/>
                <a:cs typeface="Arial"/>
                <a:sym typeface="Arial"/>
              </a:endParaRPr>
            </a:p>
          </p:txBody>
        </p:sp>
      </p:grpSp>
      <p:grpSp>
        <p:nvGrpSpPr>
          <p:cNvPr id="1083" name="Google Shape;1083;p8"/>
          <p:cNvGrpSpPr/>
          <p:nvPr/>
        </p:nvGrpSpPr>
        <p:grpSpPr>
          <a:xfrm>
            <a:off x="1246600" y="1962411"/>
            <a:ext cx="2225850" cy="2181714"/>
            <a:chOff x="564" y="1753"/>
            <a:chExt cx="1668" cy="1739"/>
          </a:xfrm>
        </p:grpSpPr>
        <p:pic>
          <p:nvPicPr>
            <p:cNvPr descr="atom_3_shell" id="1084" name="Google Shape;1084;p8"/>
            <p:cNvPicPr preferRelativeResize="0"/>
            <p:nvPr/>
          </p:nvPicPr>
          <p:blipFill rotWithShape="1">
            <a:blip r:embed="rId4">
              <a:alphaModFix/>
            </a:blip>
            <a:srcRect b="0" l="0" r="0" t="0"/>
            <a:stretch/>
          </p:blipFill>
          <p:spPr>
            <a:xfrm>
              <a:off x="564" y="1824"/>
              <a:ext cx="1668" cy="1668"/>
            </a:xfrm>
            <a:prstGeom prst="rect">
              <a:avLst/>
            </a:prstGeom>
            <a:noFill/>
            <a:ln>
              <a:noFill/>
            </a:ln>
          </p:spPr>
        </p:pic>
        <p:sp>
          <p:nvSpPr>
            <p:cNvPr id="1085" name="Google Shape;1085;p8"/>
            <p:cNvSpPr txBox="1"/>
            <p:nvPr/>
          </p:nvSpPr>
          <p:spPr>
            <a:xfrm>
              <a:off x="1267" y="2486"/>
              <a:ext cx="600" cy="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10066"/>
                </a:buClr>
                <a:buSzPts val="2400"/>
                <a:buFont typeface="Calibri"/>
                <a:buNone/>
              </a:pPr>
              <a:r>
                <a:rPr b="1" i="0" lang="en" sz="1800" u="none" cap="none" strike="noStrike">
                  <a:solidFill>
                    <a:srgbClr val="010066"/>
                  </a:solidFill>
                  <a:latin typeface="Calibri"/>
                  <a:ea typeface="Calibri"/>
                  <a:cs typeface="Calibri"/>
                  <a:sym typeface="Calibri"/>
                </a:rPr>
                <a:t>Na</a:t>
              </a:r>
              <a:endParaRPr b="0" i="0" sz="800" u="none" cap="none" strike="noStrike">
                <a:solidFill>
                  <a:srgbClr val="000000"/>
                </a:solidFill>
                <a:latin typeface="Arial"/>
                <a:ea typeface="Arial"/>
                <a:cs typeface="Arial"/>
                <a:sym typeface="Arial"/>
              </a:endParaRPr>
            </a:p>
          </p:txBody>
        </p:sp>
        <p:pic>
          <p:nvPicPr>
            <p:cNvPr descr="electron" id="1086" name="Google Shape;1086;p8"/>
            <p:cNvPicPr preferRelativeResize="0"/>
            <p:nvPr/>
          </p:nvPicPr>
          <p:blipFill rotWithShape="1">
            <a:blip r:embed="rId5">
              <a:alphaModFix/>
            </a:blip>
            <a:srcRect b="0" l="0" r="0" t="0"/>
            <a:stretch/>
          </p:blipFill>
          <p:spPr>
            <a:xfrm>
              <a:off x="1329" y="2217"/>
              <a:ext cx="144" cy="144"/>
            </a:xfrm>
            <a:prstGeom prst="rect">
              <a:avLst/>
            </a:prstGeom>
            <a:noFill/>
            <a:ln>
              <a:noFill/>
            </a:ln>
          </p:spPr>
        </p:pic>
        <p:pic>
          <p:nvPicPr>
            <p:cNvPr descr="electron" id="1087" name="Google Shape;1087;p8"/>
            <p:cNvPicPr preferRelativeResize="0"/>
            <p:nvPr/>
          </p:nvPicPr>
          <p:blipFill rotWithShape="1">
            <a:blip r:embed="rId5">
              <a:alphaModFix/>
            </a:blip>
            <a:srcRect b="0" l="0" r="0" t="0"/>
            <a:stretch/>
          </p:blipFill>
          <p:spPr>
            <a:xfrm>
              <a:off x="1351" y="2911"/>
              <a:ext cx="144" cy="144"/>
            </a:xfrm>
            <a:prstGeom prst="rect">
              <a:avLst/>
            </a:prstGeom>
            <a:noFill/>
            <a:ln>
              <a:noFill/>
            </a:ln>
          </p:spPr>
        </p:pic>
        <p:pic>
          <p:nvPicPr>
            <p:cNvPr descr="electron" id="1088" name="Google Shape;1088;p8"/>
            <p:cNvPicPr preferRelativeResize="0"/>
            <p:nvPr/>
          </p:nvPicPr>
          <p:blipFill rotWithShape="1">
            <a:blip r:embed="rId5">
              <a:alphaModFix/>
            </a:blip>
            <a:srcRect b="0" l="0" r="0" t="0"/>
            <a:stretch/>
          </p:blipFill>
          <p:spPr>
            <a:xfrm>
              <a:off x="1243" y="1993"/>
              <a:ext cx="144" cy="144"/>
            </a:xfrm>
            <a:prstGeom prst="rect">
              <a:avLst/>
            </a:prstGeom>
            <a:noFill/>
            <a:ln>
              <a:noFill/>
            </a:ln>
          </p:spPr>
        </p:pic>
        <p:pic>
          <p:nvPicPr>
            <p:cNvPr descr="electron" id="1089" name="Google Shape;1089;p8"/>
            <p:cNvPicPr preferRelativeResize="0"/>
            <p:nvPr/>
          </p:nvPicPr>
          <p:blipFill rotWithShape="1">
            <a:blip r:embed="rId5">
              <a:alphaModFix/>
            </a:blip>
            <a:srcRect b="0" l="0" r="0" t="0"/>
            <a:stretch/>
          </p:blipFill>
          <p:spPr>
            <a:xfrm>
              <a:off x="1421" y="1991"/>
              <a:ext cx="144" cy="144"/>
            </a:xfrm>
            <a:prstGeom prst="rect">
              <a:avLst/>
            </a:prstGeom>
            <a:noFill/>
            <a:ln>
              <a:noFill/>
            </a:ln>
          </p:spPr>
        </p:pic>
        <p:pic>
          <p:nvPicPr>
            <p:cNvPr descr="electron" id="1090" name="Google Shape;1090;p8"/>
            <p:cNvPicPr preferRelativeResize="0"/>
            <p:nvPr/>
          </p:nvPicPr>
          <p:blipFill rotWithShape="1">
            <a:blip r:embed="rId5">
              <a:alphaModFix/>
            </a:blip>
            <a:srcRect b="0" l="0" r="0" t="0"/>
            <a:stretch/>
          </p:blipFill>
          <p:spPr>
            <a:xfrm>
              <a:off x="1899" y="2457"/>
              <a:ext cx="144" cy="144"/>
            </a:xfrm>
            <a:prstGeom prst="rect">
              <a:avLst/>
            </a:prstGeom>
            <a:noFill/>
            <a:ln>
              <a:noFill/>
            </a:ln>
          </p:spPr>
        </p:pic>
        <p:pic>
          <p:nvPicPr>
            <p:cNvPr descr="electron" id="1091" name="Google Shape;1091;p8"/>
            <p:cNvPicPr preferRelativeResize="0"/>
            <p:nvPr/>
          </p:nvPicPr>
          <p:blipFill rotWithShape="1">
            <a:blip r:embed="rId5">
              <a:alphaModFix/>
            </a:blip>
            <a:srcRect b="0" l="0" r="0" t="0"/>
            <a:stretch/>
          </p:blipFill>
          <p:spPr>
            <a:xfrm>
              <a:off x="1903" y="2641"/>
              <a:ext cx="144" cy="144"/>
            </a:xfrm>
            <a:prstGeom prst="rect">
              <a:avLst/>
            </a:prstGeom>
            <a:noFill/>
            <a:ln>
              <a:noFill/>
            </a:ln>
          </p:spPr>
        </p:pic>
        <p:pic>
          <p:nvPicPr>
            <p:cNvPr descr="electron" id="1092" name="Google Shape;1092;p8"/>
            <p:cNvPicPr preferRelativeResize="0"/>
            <p:nvPr/>
          </p:nvPicPr>
          <p:blipFill rotWithShape="1">
            <a:blip r:embed="rId5">
              <a:alphaModFix/>
            </a:blip>
            <a:srcRect b="0" l="0" r="0" t="0"/>
            <a:stretch/>
          </p:blipFill>
          <p:spPr>
            <a:xfrm>
              <a:off x="1259" y="3149"/>
              <a:ext cx="144" cy="144"/>
            </a:xfrm>
            <a:prstGeom prst="rect">
              <a:avLst/>
            </a:prstGeom>
            <a:noFill/>
            <a:ln>
              <a:noFill/>
            </a:ln>
          </p:spPr>
        </p:pic>
        <p:pic>
          <p:nvPicPr>
            <p:cNvPr descr="electron" id="1093" name="Google Shape;1093;p8"/>
            <p:cNvPicPr preferRelativeResize="0"/>
            <p:nvPr/>
          </p:nvPicPr>
          <p:blipFill rotWithShape="1">
            <a:blip r:embed="rId5">
              <a:alphaModFix/>
            </a:blip>
            <a:srcRect b="0" l="0" r="0" t="0"/>
            <a:stretch/>
          </p:blipFill>
          <p:spPr>
            <a:xfrm>
              <a:off x="1437" y="3147"/>
              <a:ext cx="144" cy="144"/>
            </a:xfrm>
            <a:prstGeom prst="rect">
              <a:avLst/>
            </a:prstGeom>
            <a:noFill/>
            <a:ln>
              <a:noFill/>
            </a:ln>
          </p:spPr>
        </p:pic>
        <p:pic>
          <p:nvPicPr>
            <p:cNvPr descr="electron" id="1094" name="Google Shape;1094;p8"/>
            <p:cNvPicPr preferRelativeResize="0"/>
            <p:nvPr/>
          </p:nvPicPr>
          <p:blipFill rotWithShape="1">
            <a:blip r:embed="rId5">
              <a:alphaModFix/>
            </a:blip>
            <a:srcRect b="0" l="0" r="0" t="0"/>
            <a:stretch/>
          </p:blipFill>
          <p:spPr>
            <a:xfrm>
              <a:off x="745" y="2479"/>
              <a:ext cx="144" cy="144"/>
            </a:xfrm>
            <a:prstGeom prst="rect">
              <a:avLst/>
            </a:prstGeom>
            <a:noFill/>
            <a:ln>
              <a:noFill/>
            </a:ln>
          </p:spPr>
        </p:pic>
        <p:pic>
          <p:nvPicPr>
            <p:cNvPr descr="electron" id="1095" name="Google Shape;1095;p8"/>
            <p:cNvPicPr preferRelativeResize="0"/>
            <p:nvPr/>
          </p:nvPicPr>
          <p:blipFill rotWithShape="1">
            <a:blip r:embed="rId5">
              <a:alphaModFix/>
            </a:blip>
            <a:srcRect b="0" l="0" r="0" t="0"/>
            <a:stretch/>
          </p:blipFill>
          <p:spPr>
            <a:xfrm>
              <a:off x="743" y="2663"/>
              <a:ext cx="144" cy="144"/>
            </a:xfrm>
            <a:prstGeom prst="rect">
              <a:avLst/>
            </a:prstGeom>
            <a:noFill/>
            <a:ln>
              <a:noFill/>
            </a:ln>
          </p:spPr>
        </p:pic>
        <p:pic>
          <p:nvPicPr>
            <p:cNvPr descr="electron" id="1096" name="Google Shape;1096;p8"/>
            <p:cNvPicPr preferRelativeResize="0"/>
            <p:nvPr/>
          </p:nvPicPr>
          <p:blipFill rotWithShape="1">
            <a:blip r:embed="rId5">
              <a:alphaModFix/>
            </a:blip>
            <a:srcRect b="0" l="0" r="0" t="0"/>
            <a:stretch/>
          </p:blipFill>
          <p:spPr>
            <a:xfrm>
              <a:off x="1329" y="1753"/>
              <a:ext cx="144" cy="144"/>
            </a:xfrm>
            <a:prstGeom prst="rect">
              <a:avLst/>
            </a:prstGeom>
            <a:noFill/>
            <a:ln>
              <a:noFill/>
            </a:ln>
          </p:spPr>
        </p:pic>
      </p:grpSp>
      <p:grpSp>
        <p:nvGrpSpPr>
          <p:cNvPr id="1097" name="Google Shape;1097;p8"/>
          <p:cNvGrpSpPr/>
          <p:nvPr/>
        </p:nvGrpSpPr>
        <p:grpSpPr>
          <a:xfrm>
            <a:off x="6038850" y="2243500"/>
            <a:ext cx="1794825" cy="1676500"/>
            <a:chOff x="3761" y="2001"/>
            <a:chExt cx="1340" cy="1336"/>
          </a:xfrm>
        </p:grpSpPr>
        <p:pic>
          <p:nvPicPr>
            <p:cNvPr descr="atom_2_shell" id="1098" name="Google Shape;1098;p8"/>
            <p:cNvPicPr preferRelativeResize="0"/>
            <p:nvPr/>
          </p:nvPicPr>
          <p:blipFill rotWithShape="1">
            <a:blip r:embed="rId6">
              <a:alphaModFix/>
            </a:blip>
            <a:srcRect b="0" l="0" r="0" t="0"/>
            <a:stretch/>
          </p:blipFill>
          <p:spPr>
            <a:xfrm>
              <a:off x="3800" y="2034"/>
              <a:ext cx="1290" cy="1290"/>
            </a:xfrm>
            <a:prstGeom prst="rect">
              <a:avLst/>
            </a:prstGeom>
            <a:noFill/>
            <a:ln>
              <a:noFill/>
            </a:ln>
          </p:spPr>
        </p:pic>
        <p:pic>
          <p:nvPicPr>
            <p:cNvPr descr="electron" id="1099" name="Google Shape;1099;p8"/>
            <p:cNvPicPr preferRelativeResize="0"/>
            <p:nvPr/>
          </p:nvPicPr>
          <p:blipFill rotWithShape="1">
            <a:blip r:embed="rId5">
              <a:alphaModFix/>
            </a:blip>
            <a:srcRect b="0" l="0" r="0" t="0"/>
            <a:stretch/>
          </p:blipFill>
          <p:spPr>
            <a:xfrm>
              <a:off x="4383" y="2245"/>
              <a:ext cx="144" cy="144"/>
            </a:xfrm>
            <a:prstGeom prst="rect">
              <a:avLst/>
            </a:prstGeom>
            <a:noFill/>
            <a:ln>
              <a:noFill/>
            </a:ln>
          </p:spPr>
        </p:pic>
        <p:pic>
          <p:nvPicPr>
            <p:cNvPr descr="electron" id="1100" name="Google Shape;1100;p8"/>
            <p:cNvPicPr preferRelativeResize="0"/>
            <p:nvPr/>
          </p:nvPicPr>
          <p:blipFill rotWithShape="1">
            <a:blip r:embed="rId5">
              <a:alphaModFix/>
            </a:blip>
            <a:srcRect b="0" l="0" r="0" t="0"/>
            <a:stretch/>
          </p:blipFill>
          <p:spPr>
            <a:xfrm>
              <a:off x="4405" y="2939"/>
              <a:ext cx="144" cy="144"/>
            </a:xfrm>
            <a:prstGeom prst="rect">
              <a:avLst/>
            </a:prstGeom>
            <a:noFill/>
            <a:ln>
              <a:noFill/>
            </a:ln>
          </p:spPr>
        </p:pic>
        <p:pic>
          <p:nvPicPr>
            <p:cNvPr descr="electron" id="1101" name="Google Shape;1101;p8"/>
            <p:cNvPicPr preferRelativeResize="0"/>
            <p:nvPr/>
          </p:nvPicPr>
          <p:blipFill rotWithShape="1">
            <a:blip r:embed="rId5">
              <a:alphaModFix/>
            </a:blip>
            <a:srcRect b="0" l="0" r="0" t="0"/>
            <a:stretch/>
          </p:blipFill>
          <p:spPr>
            <a:xfrm>
              <a:off x="4297" y="2003"/>
              <a:ext cx="144" cy="144"/>
            </a:xfrm>
            <a:prstGeom prst="rect">
              <a:avLst/>
            </a:prstGeom>
            <a:noFill/>
            <a:ln>
              <a:noFill/>
            </a:ln>
          </p:spPr>
        </p:pic>
        <p:pic>
          <p:nvPicPr>
            <p:cNvPr descr="electron" id="1102" name="Google Shape;1102;p8"/>
            <p:cNvPicPr preferRelativeResize="0"/>
            <p:nvPr/>
          </p:nvPicPr>
          <p:blipFill rotWithShape="1">
            <a:blip r:embed="rId5">
              <a:alphaModFix/>
            </a:blip>
            <a:srcRect b="0" l="0" r="0" t="0"/>
            <a:stretch/>
          </p:blipFill>
          <p:spPr>
            <a:xfrm>
              <a:off x="4475" y="2001"/>
              <a:ext cx="144" cy="144"/>
            </a:xfrm>
            <a:prstGeom prst="rect">
              <a:avLst/>
            </a:prstGeom>
            <a:noFill/>
            <a:ln>
              <a:noFill/>
            </a:ln>
          </p:spPr>
        </p:pic>
        <p:pic>
          <p:nvPicPr>
            <p:cNvPr descr="electron" id="1103" name="Google Shape;1103;p8"/>
            <p:cNvPicPr preferRelativeResize="0"/>
            <p:nvPr/>
          </p:nvPicPr>
          <p:blipFill rotWithShape="1">
            <a:blip r:embed="rId5">
              <a:alphaModFix/>
            </a:blip>
            <a:srcRect b="0" l="0" r="0" t="0"/>
            <a:stretch/>
          </p:blipFill>
          <p:spPr>
            <a:xfrm>
              <a:off x="4953" y="2485"/>
              <a:ext cx="144" cy="144"/>
            </a:xfrm>
            <a:prstGeom prst="rect">
              <a:avLst/>
            </a:prstGeom>
            <a:noFill/>
            <a:ln>
              <a:noFill/>
            </a:ln>
          </p:spPr>
        </p:pic>
        <p:pic>
          <p:nvPicPr>
            <p:cNvPr descr="electron" id="1104" name="Google Shape;1104;p8"/>
            <p:cNvPicPr preferRelativeResize="0"/>
            <p:nvPr/>
          </p:nvPicPr>
          <p:blipFill rotWithShape="1">
            <a:blip r:embed="rId5">
              <a:alphaModFix/>
            </a:blip>
            <a:srcRect b="0" l="0" r="0" t="0"/>
            <a:stretch/>
          </p:blipFill>
          <p:spPr>
            <a:xfrm>
              <a:off x="4957" y="2669"/>
              <a:ext cx="144" cy="144"/>
            </a:xfrm>
            <a:prstGeom prst="rect">
              <a:avLst/>
            </a:prstGeom>
            <a:noFill/>
            <a:ln>
              <a:noFill/>
            </a:ln>
          </p:spPr>
        </p:pic>
        <p:pic>
          <p:nvPicPr>
            <p:cNvPr descr="electron" id="1105" name="Google Shape;1105;p8"/>
            <p:cNvPicPr preferRelativeResize="0"/>
            <p:nvPr/>
          </p:nvPicPr>
          <p:blipFill rotWithShape="1">
            <a:blip r:embed="rId5">
              <a:alphaModFix/>
            </a:blip>
            <a:srcRect b="0" l="0" r="0" t="0"/>
            <a:stretch/>
          </p:blipFill>
          <p:spPr>
            <a:xfrm>
              <a:off x="4313" y="3189"/>
              <a:ext cx="144" cy="144"/>
            </a:xfrm>
            <a:prstGeom prst="rect">
              <a:avLst/>
            </a:prstGeom>
            <a:noFill/>
            <a:ln>
              <a:noFill/>
            </a:ln>
          </p:spPr>
        </p:pic>
        <p:pic>
          <p:nvPicPr>
            <p:cNvPr descr="electron" id="1106" name="Google Shape;1106;p8"/>
            <p:cNvPicPr preferRelativeResize="0"/>
            <p:nvPr/>
          </p:nvPicPr>
          <p:blipFill rotWithShape="1">
            <a:blip r:embed="rId5">
              <a:alphaModFix/>
            </a:blip>
            <a:srcRect b="0" l="0" r="0" t="0"/>
            <a:stretch/>
          </p:blipFill>
          <p:spPr>
            <a:xfrm>
              <a:off x="4491" y="3193"/>
              <a:ext cx="144" cy="144"/>
            </a:xfrm>
            <a:prstGeom prst="rect">
              <a:avLst/>
            </a:prstGeom>
            <a:noFill/>
            <a:ln>
              <a:noFill/>
            </a:ln>
          </p:spPr>
        </p:pic>
        <p:pic>
          <p:nvPicPr>
            <p:cNvPr descr="electron" id="1107" name="Google Shape;1107;p8"/>
            <p:cNvPicPr preferRelativeResize="0"/>
            <p:nvPr/>
          </p:nvPicPr>
          <p:blipFill rotWithShape="1">
            <a:blip r:embed="rId5">
              <a:alphaModFix/>
            </a:blip>
            <a:srcRect b="0" l="0" r="0" t="0"/>
            <a:stretch/>
          </p:blipFill>
          <p:spPr>
            <a:xfrm>
              <a:off x="3763" y="2507"/>
              <a:ext cx="144" cy="144"/>
            </a:xfrm>
            <a:prstGeom prst="rect">
              <a:avLst/>
            </a:prstGeom>
            <a:noFill/>
            <a:ln>
              <a:noFill/>
            </a:ln>
          </p:spPr>
        </p:pic>
        <p:pic>
          <p:nvPicPr>
            <p:cNvPr descr="electron" id="1108" name="Google Shape;1108;p8"/>
            <p:cNvPicPr preferRelativeResize="0"/>
            <p:nvPr/>
          </p:nvPicPr>
          <p:blipFill rotWithShape="1">
            <a:blip r:embed="rId5">
              <a:alphaModFix/>
            </a:blip>
            <a:srcRect b="0" l="0" r="0" t="0"/>
            <a:stretch/>
          </p:blipFill>
          <p:spPr>
            <a:xfrm>
              <a:off x="3761" y="2691"/>
              <a:ext cx="144" cy="144"/>
            </a:xfrm>
            <a:prstGeom prst="rect">
              <a:avLst/>
            </a:prstGeom>
            <a:noFill/>
            <a:ln>
              <a:noFill/>
            </a:ln>
          </p:spPr>
        </p:pic>
      </p:grpSp>
      <p:sp>
        <p:nvSpPr>
          <p:cNvPr id="1109" name="Google Shape;1109;p8"/>
          <p:cNvSpPr txBox="1"/>
          <p:nvPr/>
        </p:nvSpPr>
        <p:spPr>
          <a:xfrm>
            <a:off x="6752586" y="2881313"/>
            <a:ext cx="800700" cy="376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10066"/>
              </a:buClr>
              <a:buSzPts val="2400"/>
              <a:buFont typeface="Calibri"/>
              <a:buNone/>
            </a:pPr>
            <a:r>
              <a:rPr b="1" i="0" lang="en" sz="1800" u="none" cap="none" strike="noStrike">
                <a:solidFill>
                  <a:srgbClr val="010066"/>
                </a:solidFill>
                <a:latin typeface="Calibri"/>
                <a:ea typeface="Calibri"/>
                <a:cs typeface="Calibri"/>
                <a:sym typeface="Calibri"/>
              </a:rPr>
              <a:t>Na</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9"/>
          <p:cNvSpPr txBox="1"/>
          <p:nvPr/>
        </p:nvSpPr>
        <p:spPr>
          <a:xfrm>
            <a:off x="584913" y="3858815"/>
            <a:ext cx="34452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10066"/>
              </a:buClr>
              <a:buSzPts val="2400"/>
              <a:buFont typeface="Arial"/>
              <a:buNone/>
            </a:pPr>
            <a:r>
              <a:rPr b="1" i="0" lang="en" sz="2400" u="none" cap="none" strike="noStrike">
                <a:solidFill>
                  <a:srgbClr val="010066"/>
                </a:solidFill>
                <a:latin typeface="Arial"/>
                <a:ea typeface="Arial"/>
                <a:cs typeface="Arial"/>
                <a:sym typeface="Arial"/>
              </a:rPr>
              <a:t>2.8.2</a:t>
            </a:r>
            <a:r>
              <a:rPr b="0" i="0" lang="en" sz="2400" u="none" cap="none" strike="noStrike">
                <a:solidFill>
                  <a:srgbClr val="010066"/>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10066"/>
              </a:buClr>
              <a:buSzPts val="2400"/>
              <a:buFont typeface="Arial"/>
              <a:buNone/>
            </a:pPr>
            <a:r>
              <a:rPr b="0" i="0" lang="en" sz="2400" u="none" cap="none" strike="noStrike">
                <a:solidFill>
                  <a:srgbClr val="010066"/>
                </a:solidFill>
                <a:latin typeface="Calibri"/>
                <a:ea typeface="Calibri"/>
                <a:cs typeface="Calibri"/>
                <a:sym typeface="Calibri"/>
              </a:rPr>
              <a:t>(partially full outer shell)</a:t>
            </a:r>
            <a:endParaRPr b="0" i="0" sz="1400" u="none" cap="none" strike="noStrike">
              <a:solidFill>
                <a:srgbClr val="000000"/>
              </a:solidFill>
              <a:latin typeface="Calibri"/>
              <a:ea typeface="Calibri"/>
              <a:cs typeface="Calibri"/>
              <a:sym typeface="Calibri"/>
            </a:endParaRPr>
          </a:p>
        </p:txBody>
      </p:sp>
      <p:sp>
        <p:nvSpPr>
          <p:cNvPr id="1115" name="Google Shape;1115;p9"/>
          <p:cNvSpPr txBox="1"/>
          <p:nvPr/>
        </p:nvSpPr>
        <p:spPr>
          <a:xfrm>
            <a:off x="802265" y="582224"/>
            <a:ext cx="2918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0" i="0" lang="en" sz="2400" u="none" cap="none" strike="noStrike">
                <a:solidFill>
                  <a:srgbClr val="010066"/>
                </a:solidFill>
                <a:latin typeface="Calibri"/>
                <a:ea typeface="Calibri"/>
                <a:cs typeface="Calibri"/>
                <a:sym typeface="Calibri"/>
              </a:rPr>
              <a:t>12 protons	=	+12</a:t>
            </a:r>
            <a:endParaRPr b="0" i="0" sz="1400" u="none" cap="none" strike="noStrike">
              <a:solidFill>
                <a:srgbClr val="000000"/>
              </a:solidFill>
              <a:latin typeface="Calibri"/>
              <a:ea typeface="Calibri"/>
              <a:cs typeface="Calibri"/>
              <a:sym typeface="Calibri"/>
            </a:endParaRPr>
          </a:p>
        </p:txBody>
      </p:sp>
      <p:sp>
        <p:nvSpPr>
          <p:cNvPr id="1116" name="Google Shape;1116;p9"/>
          <p:cNvSpPr txBox="1"/>
          <p:nvPr/>
        </p:nvSpPr>
        <p:spPr>
          <a:xfrm>
            <a:off x="802276" y="906075"/>
            <a:ext cx="3445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0" i="0" lang="en" sz="2400" u="none" cap="none" strike="noStrike">
                <a:solidFill>
                  <a:srgbClr val="010066"/>
                </a:solidFill>
                <a:latin typeface="Calibri"/>
                <a:ea typeface="Calibri"/>
                <a:cs typeface="Calibri"/>
                <a:sym typeface="Calibri"/>
              </a:rPr>
              <a:t>12 electrons	=	 -12</a:t>
            </a:r>
            <a:endParaRPr b="0" i="0" sz="1400" u="none" cap="none" strike="noStrike">
              <a:solidFill>
                <a:srgbClr val="000000"/>
              </a:solidFill>
              <a:latin typeface="Calibri"/>
              <a:ea typeface="Calibri"/>
              <a:cs typeface="Calibri"/>
              <a:sym typeface="Calibri"/>
            </a:endParaRPr>
          </a:p>
        </p:txBody>
      </p:sp>
      <p:grpSp>
        <p:nvGrpSpPr>
          <p:cNvPr id="1117" name="Google Shape;1117;p9"/>
          <p:cNvGrpSpPr/>
          <p:nvPr/>
        </p:nvGrpSpPr>
        <p:grpSpPr>
          <a:xfrm>
            <a:off x="802275" y="1312385"/>
            <a:ext cx="3108000" cy="446815"/>
            <a:chOff x="423" y="1302"/>
            <a:chExt cx="2102" cy="334"/>
          </a:xfrm>
        </p:grpSpPr>
        <p:sp>
          <p:nvSpPr>
            <p:cNvPr id="1118" name="Google Shape;1118;p9"/>
            <p:cNvSpPr txBox="1"/>
            <p:nvPr/>
          </p:nvSpPr>
          <p:spPr>
            <a:xfrm>
              <a:off x="425" y="1302"/>
              <a:ext cx="21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1" i="0" lang="en" sz="2400" u="none" cap="none" strike="noStrike">
                  <a:solidFill>
                    <a:srgbClr val="010066"/>
                  </a:solidFill>
                  <a:latin typeface="Calibri"/>
                  <a:ea typeface="Calibri"/>
                  <a:cs typeface="Calibri"/>
                  <a:sym typeface="Calibri"/>
                </a:rPr>
                <a:t>Total charge	=	    0</a:t>
              </a:r>
              <a:endParaRPr b="0" i="0" sz="1400" u="none" cap="none" strike="noStrike">
                <a:solidFill>
                  <a:srgbClr val="000000"/>
                </a:solidFill>
                <a:latin typeface="Calibri"/>
                <a:ea typeface="Calibri"/>
                <a:cs typeface="Calibri"/>
                <a:sym typeface="Calibri"/>
              </a:endParaRPr>
            </a:p>
          </p:txBody>
        </p:sp>
        <p:cxnSp>
          <p:nvCxnSpPr>
            <p:cNvPr id="1119" name="Google Shape;1119;p9"/>
            <p:cNvCxnSpPr/>
            <p:nvPr/>
          </p:nvCxnSpPr>
          <p:spPr>
            <a:xfrm>
              <a:off x="423" y="1343"/>
              <a:ext cx="2100" cy="0"/>
            </a:xfrm>
            <a:prstGeom prst="straightConnector1">
              <a:avLst/>
            </a:prstGeom>
            <a:noFill/>
            <a:ln cap="flat" cmpd="sng" w="38100">
              <a:solidFill>
                <a:srgbClr val="010066"/>
              </a:solidFill>
              <a:prstDash val="solid"/>
              <a:miter lim="8000"/>
              <a:headEnd len="sm" w="sm" type="none"/>
              <a:tailEnd len="sm" w="sm" type="none"/>
            </a:ln>
          </p:spPr>
        </p:cxnSp>
        <p:cxnSp>
          <p:nvCxnSpPr>
            <p:cNvPr id="1120" name="Google Shape;1120;p9"/>
            <p:cNvCxnSpPr/>
            <p:nvPr/>
          </p:nvCxnSpPr>
          <p:spPr>
            <a:xfrm>
              <a:off x="423" y="1636"/>
              <a:ext cx="2100" cy="0"/>
            </a:xfrm>
            <a:prstGeom prst="straightConnector1">
              <a:avLst/>
            </a:prstGeom>
            <a:noFill/>
            <a:ln cap="flat" cmpd="sng" w="38100">
              <a:solidFill>
                <a:srgbClr val="010066"/>
              </a:solidFill>
              <a:prstDash val="solid"/>
              <a:miter lim="8000"/>
              <a:headEnd len="sm" w="sm" type="none"/>
              <a:tailEnd len="sm" w="sm" type="none"/>
            </a:ln>
          </p:spPr>
        </p:cxnSp>
      </p:grpSp>
      <p:sp>
        <p:nvSpPr>
          <p:cNvPr id="1121" name="Google Shape;1121;p9"/>
          <p:cNvSpPr txBox="1"/>
          <p:nvPr/>
        </p:nvSpPr>
        <p:spPr>
          <a:xfrm>
            <a:off x="1133600" y="186900"/>
            <a:ext cx="2918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1" i="0" lang="en" sz="2400" u="none" cap="none" strike="noStrike">
                <a:solidFill>
                  <a:srgbClr val="010066"/>
                </a:solidFill>
                <a:latin typeface="Calibri"/>
                <a:ea typeface="Calibri"/>
                <a:cs typeface="Calibri"/>
                <a:sym typeface="Calibri"/>
              </a:rPr>
              <a:t>Magnesium atom:</a:t>
            </a:r>
            <a:endParaRPr b="0" i="0" sz="1400" u="none" cap="none" strike="noStrike">
              <a:solidFill>
                <a:srgbClr val="000000"/>
              </a:solidFill>
              <a:latin typeface="Calibri"/>
              <a:ea typeface="Calibri"/>
              <a:cs typeface="Calibri"/>
              <a:sym typeface="Calibri"/>
            </a:endParaRPr>
          </a:p>
        </p:txBody>
      </p:sp>
      <p:sp>
        <p:nvSpPr>
          <p:cNvPr id="1122" name="Google Shape;1122;p9"/>
          <p:cNvSpPr txBox="1"/>
          <p:nvPr/>
        </p:nvSpPr>
        <p:spPr>
          <a:xfrm>
            <a:off x="5252807" y="579843"/>
            <a:ext cx="2918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0" i="0" lang="en" sz="2400" u="none" cap="none" strike="noStrike">
                <a:solidFill>
                  <a:srgbClr val="010066"/>
                </a:solidFill>
                <a:latin typeface="Calibri"/>
                <a:ea typeface="Calibri"/>
                <a:cs typeface="Calibri"/>
                <a:sym typeface="Calibri"/>
              </a:rPr>
              <a:t>12 protons	=	+12</a:t>
            </a:r>
            <a:endParaRPr b="0" i="0" sz="1400" u="none" cap="none" strike="noStrike">
              <a:solidFill>
                <a:srgbClr val="000000"/>
              </a:solidFill>
              <a:latin typeface="Calibri"/>
              <a:ea typeface="Calibri"/>
              <a:cs typeface="Calibri"/>
              <a:sym typeface="Calibri"/>
            </a:endParaRPr>
          </a:p>
        </p:txBody>
      </p:sp>
      <p:sp>
        <p:nvSpPr>
          <p:cNvPr id="1123" name="Google Shape;1123;p9"/>
          <p:cNvSpPr txBox="1"/>
          <p:nvPr/>
        </p:nvSpPr>
        <p:spPr>
          <a:xfrm>
            <a:off x="5252807" y="903692"/>
            <a:ext cx="3004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0" i="0" lang="en" sz="2400" u="none" cap="none" strike="noStrike">
                <a:solidFill>
                  <a:srgbClr val="010066"/>
                </a:solidFill>
                <a:latin typeface="Calibri"/>
                <a:ea typeface="Calibri"/>
                <a:cs typeface="Calibri"/>
                <a:sym typeface="Calibri"/>
              </a:rPr>
              <a:t>10 electrons	=	 -10</a:t>
            </a:r>
            <a:endParaRPr b="0" i="0" sz="1400" u="none" cap="none" strike="noStrike">
              <a:solidFill>
                <a:srgbClr val="000000"/>
              </a:solidFill>
              <a:latin typeface="Calibri"/>
              <a:ea typeface="Calibri"/>
              <a:cs typeface="Calibri"/>
              <a:sym typeface="Calibri"/>
            </a:endParaRPr>
          </a:p>
        </p:txBody>
      </p:sp>
      <p:grpSp>
        <p:nvGrpSpPr>
          <p:cNvPr id="1124" name="Google Shape;1124;p9"/>
          <p:cNvGrpSpPr/>
          <p:nvPr/>
        </p:nvGrpSpPr>
        <p:grpSpPr>
          <a:xfrm>
            <a:off x="5252800" y="1297537"/>
            <a:ext cx="3445200" cy="476488"/>
            <a:chOff x="3179" y="1318"/>
            <a:chExt cx="2100" cy="350"/>
          </a:xfrm>
        </p:grpSpPr>
        <p:sp>
          <p:nvSpPr>
            <p:cNvPr id="1125" name="Google Shape;1125;p9"/>
            <p:cNvSpPr txBox="1"/>
            <p:nvPr/>
          </p:nvSpPr>
          <p:spPr>
            <a:xfrm>
              <a:off x="3179" y="1318"/>
              <a:ext cx="21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1" i="0" lang="en" sz="2400" u="none" cap="none" strike="noStrike">
                  <a:solidFill>
                    <a:srgbClr val="010066"/>
                  </a:solidFill>
                  <a:latin typeface="Calibri"/>
                  <a:ea typeface="Calibri"/>
                  <a:cs typeface="Calibri"/>
                  <a:sym typeface="Calibri"/>
                </a:rPr>
                <a:t>Total charge	=	  +2</a:t>
              </a:r>
              <a:endParaRPr b="0" i="0" sz="1400" u="none" cap="none" strike="noStrike">
                <a:solidFill>
                  <a:srgbClr val="000000"/>
                </a:solidFill>
                <a:latin typeface="Calibri"/>
                <a:ea typeface="Calibri"/>
                <a:cs typeface="Calibri"/>
                <a:sym typeface="Calibri"/>
              </a:endParaRPr>
            </a:p>
          </p:txBody>
        </p:sp>
        <p:cxnSp>
          <p:nvCxnSpPr>
            <p:cNvPr id="1126" name="Google Shape;1126;p9"/>
            <p:cNvCxnSpPr/>
            <p:nvPr/>
          </p:nvCxnSpPr>
          <p:spPr>
            <a:xfrm>
              <a:off x="3193" y="1353"/>
              <a:ext cx="1800" cy="0"/>
            </a:xfrm>
            <a:prstGeom prst="straightConnector1">
              <a:avLst/>
            </a:prstGeom>
            <a:noFill/>
            <a:ln cap="flat" cmpd="sng" w="38100">
              <a:solidFill>
                <a:srgbClr val="010066"/>
              </a:solidFill>
              <a:prstDash val="solid"/>
              <a:miter lim="8000"/>
              <a:headEnd len="sm" w="sm" type="none"/>
              <a:tailEnd len="sm" w="sm" type="none"/>
            </a:ln>
          </p:spPr>
        </p:cxnSp>
        <p:cxnSp>
          <p:nvCxnSpPr>
            <p:cNvPr id="1127" name="Google Shape;1127;p9"/>
            <p:cNvCxnSpPr/>
            <p:nvPr/>
          </p:nvCxnSpPr>
          <p:spPr>
            <a:xfrm>
              <a:off x="3193" y="1668"/>
              <a:ext cx="1800" cy="0"/>
            </a:xfrm>
            <a:prstGeom prst="straightConnector1">
              <a:avLst/>
            </a:prstGeom>
            <a:noFill/>
            <a:ln cap="flat" cmpd="sng" w="38100">
              <a:solidFill>
                <a:srgbClr val="010066"/>
              </a:solidFill>
              <a:prstDash val="solid"/>
              <a:miter lim="8000"/>
              <a:headEnd len="sm" w="sm" type="none"/>
              <a:tailEnd len="sm" w="sm" type="none"/>
            </a:ln>
          </p:spPr>
        </p:cxnSp>
      </p:grpSp>
      <p:sp>
        <p:nvSpPr>
          <p:cNvPr id="1128" name="Google Shape;1128;p9"/>
          <p:cNvSpPr txBox="1"/>
          <p:nvPr/>
        </p:nvSpPr>
        <p:spPr>
          <a:xfrm>
            <a:off x="5614450" y="186900"/>
            <a:ext cx="2407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1" i="0" lang="en" sz="2400" u="none" cap="none" strike="noStrike">
                <a:solidFill>
                  <a:srgbClr val="010066"/>
                </a:solidFill>
                <a:latin typeface="Calibri"/>
                <a:ea typeface="Calibri"/>
                <a:cs typeface="Calibri"/>
                <a:sym typeface="Calibri"/>
              </a:rPr>
              <a:t>Magnesium ion:</a:t>
            </a:r>
            <a:endParaRPr b="0" i="0" sz="1400" u="none" cap="none" strike="noStrike">
              <a:solidFill>
                <a:srgbClr val="000000"/>
              </a:solidFill>
              <a:latin typeface="Calibri"/>
              <a:ea typeface="Calibri"/>
              <a:cs typeface="Calibri"/>
              <a:sym typeface="Calibri"/>
            </a:endParaRPr>
          </a:p>
        </p:txBody>
      </p:sp>
      <p:grpSp>
        <p:nvGrpSpPr>
          <p:cNvPr id="1129" name="Google Shape;1129;p9"/>
          <p:cNvGrpSpPr/>
          <p:nvPr/>
        </p:nvGrpSpPr>
        <p:grpSpPr>
          <a:xfrm>
            <a:off x="5829765" y="3858815"/>
            <a:ext cx="2661454" cy="795820"/>
            <a:chOff x="3825" y="3490"/>
            <a:chExt cx="1800" cy="668"/>
          </a:xfrm>
        </p:grpSpPr>
        <p:sp>
          <p:nvSpPr>
            <p:cNvPr id="1130" name="Google Shape;1130;p9"/>
            <p:cNvSpPr txBox="1"/>
            <p:nvPr/>
          </p:nvSpPr>
          <p:spPr>
            <a:xfrm>
              <a:off x="4094" y="3490"/>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10066"/>
                </a:buClr>
                <a:buSzPts val="2400"/>
                <a:buFont typeface="Arial"/>
                <a:buNone/>
              </a:pPr>
              <a:r>
                <a:rPr b="1" i="0" lang="en" sz="2400" u="none" cap="none" strike="noStrike">
                  <a:solidFill>
                    <a:srgbClr val="010066"/>
                  </a:solidFill>
                  <a:latin typeface="Arial"/>
                  <a:ea typeface="Arial"/>
                  <a:cs typeface="Arial"/>
                  <a:sym typeface="Arial"/>
                </a:rPr>
                <a:t>[2.8]</a:t>
              </a:r>
              <a:r>
                <a:rPr b="1" baseline="30000" i="0" lang="en" sz="2400" u="none" cap="none" strike="noStrike">
                  <a:solidFill>
                    <a:srgbClr val="010066"/>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131" name="Google Shape;1131;p9"/>
            <p:cNvSpPr txBox="1"/>
            <p:nvPr/>
          </p:nvSpPr>
          <p:spPr>
            <a:xfrm>
              <a:off x="3825" y="3858"/>
              <a:ext cx="18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0" i="0" lang="en" sz="2400" u="none" cap="none" strike="noStrike">
                  <a:solidFill>
                    <a:srgbClr val="010066"/>
                  </a:solidFill>
                  <a:latin typeface="Calibri"/>
                  <a:ea typeface="Calibri"/>
                  <a:cs typeface="Calibri"/>
                  <a:sym typeface="Calibri"/>
                </a:rPr>
                <a:t>(full outer shell)</a:t>
              </a:r>
              <a:endParaRPr b="0" i="0" sz="1400" u="none" cap="none" strike="noStrike">
                <a:solidFill>
                  <a:srgbClr val="000000"/>
                </a:solidFill>
                <a:latin typeface="Calibri"/>
                <a:ea typeface="Calibri"/>
                <a:cs typeface="Calibri"/>
                <a:sym typeface="Calibri"/>
              </a:endParaRPr>
            </a:p>
          </p:txBody>
        </p:sp>
      </p:grpSp>
      <p:grpSp>
        <p:nvGrpSpPr>
          <p:cNvPr id="1132" name="Google Shape;1132;p9"/>
          <p:cNvGrpSpPr/>
          <p:nvPr/>
        </p:nvGrpSpPr>
        <p:grpSpPr>
          <a:xfrm>
            <a:off x="5570703" y="1962154"/>
            <a:ext cx="2407137" cy="1815222"/>
            <a:chOff x="3650" y="1897"/>
            <a:chExt cx="1628" cy="1525"/>
          </a:xfrm>
        </p:grpSpPr>
        <p:sp>
          <p:nvSpPr>
            <p:cNvPr id="1133" name="Google Shape;1133;p9"/>
            <p:cNvSpPr/>
            <p:nvPr/>
          </p:nvSpPr>
          <p:spPr>
            <a:xfrm>
              <a:off x="3650" y="1897"/>
              <a:ext cx="190" cy="1525"/>
            </a:xfrm>
            <a:custGeom>
              <a:rect b="b" l="l" r="r" t="t"/>
              <a:pathLst>
                <a:path extrusionOk="0" h="1815" w="227">
                  <a:moveTo>
                    <a:pt x="227" y="0"/>
                  </a:moveTo>
                  <a:lnTo>
                    <a:pt x="0" y="0"/>
                  </a:lnTo>
                  <a:lnTo>
                    <a:pt x="0" y="1815"/>
                  </a:lnTo>
                  <a:lnTo>
                    <a:pt x="227" y="1815"/>
                  </a:lnTo>
                </a:path>
              </a:pathLst>
            </a:custGeom>
            <a:noFill/>
            <a:ln cap="flat" cmpd="sng" w="762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34" name="Google Shape;1134;p9"/>
            <p:cNvSpPr/>
            <p:nvPr/>
          </p:nvSpPr>
          <p:spPr>
            <a:xfrm flipH="1">
              <a:off x="5088" y="1897"/>
              <a:ext cx="190" cy="1525"/>
            </a:xfrm>
            <a:custGeom>
              <a:rect b="b" l="l" r="r" t="t"/>
              <a:pathLst>
                <a:path extrusionOk="0" h="1815" w="227">
                  <a:moveTo>
                    <a:pt x="227" y="0"/>
                  </a:moveTo>
                  <a:lnTo>
                    <a:pt x="0" y="0"/>
                  </a:lnTo>
                  <a:lnTo>
                    <a:pt x="0" y="1815"/>
                  </a:lnTo>
                  <a:lnTo>
                    <a:pt x="227" y="1815"/>
                  </a:lnTo>
                </a:path>
              </a:pathLst>
            </a:custGeom>
            <a:noFill/>
            <a:ln cap="flat" cmpd="sng" w="762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135" name="Google Shape;1135;p9"/>
          <p:cNvSpPr txBox="1"/>
          <p:nvPr/>
        </p:nvSpPr>
        <p:spPr>
          <a:xfrm>
            <a:off x="8008902" y="1774025"/>
            <a:ext cx="6891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800"/>
              <a:buFont typeface="Arial"/>
              <a:buNone/>
            </a:pPr>
            <a:r>
              <a:rPr b="1" i="0" lang="en" sz="2800" u="none" cap="none" strike="noStrike">
                <a:solidFill>
                  <a:srgbClr val="FF33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grpSp>
        <p:nvGrpSpPr>
          <p:cNvPr id="1136" name="Google Shape;1136;p9"/>
          <p:cNvGrpSpPr/>
          <p:nvPr/>
        </p:nvGrpSpPr>
        <p:grpSpPr>
          <a:xfrm>
            <a:off x="1133600" y="1845188"/>
            <a:ext cx="2256050" cy="2044124"/>
            <a:chOff x="572" y="1775"/>
            <a:chExt cx="1693" cy="1717"/>
          </a:xfrm>
        </p:grpSpPr>
        <p:pic>
          <p:nvPicPr>
            <p:cNvPr descr="atom_3_shell" id="1137" name="Google Shape;1137;p9"/>
            <p:cNvPicPr preferRelativeResize="0"/>
            <p:nvPr/>
          </p:nvPicPr>
          <p:blipFill rotWithShape="1">
            <a:blip r:embed="rId3">
              <a:alphaModFix/>
            </a:blip>
            <a:srcRect b="0" l="0" r="0" t="0"/>
            <a:stretch/>
          </p:blipFill>
          <p:spPr>
            <a:xfrm>
              <a:off x="572" y="1824"/>
              <a:ext cx="1668" cy="1668"/>
            </a:xfrm>
            <a:prstGeom prst="rect">
              <a:avLst/>
            </a:prstGeom>
            <a:noFill/>
            <a:ln>
              <a:noFill/>
            </a:ln>
          </p:spPr>
        </p:pic>
        <p:pic>
          <p:nvPicPr>
            <p:cNvPr descr="electron" id="1138" name="Google Shape;1138;p9"/>
            <p:cNvPicPr preferRelativeResize="0"/>
            <p:nvPr/>
          </p:nvPicPr>
          <p:blipFill rotWithShape="1">
            <a:blip r:embed="rId4">
              <a:alphaModFix/>
            </a:blip>
            <a:srcRect b="0" l="0" r="0" t="0"/>
            <a:stretch/>
          </p:blipFill>
          <p:spPr>
            <a:xfrm>
              <a:off x="1337" y="2217"/>
              <a:ext cx="144" cy="144"/>
            </a:xfrm>
            <a:prstGeom prst="rect">
              <a:avLst/>
            </a:prstGeom>
            <a:noFill/>
            <a:ln>
              <a:noFill/>
            </a:ln>
          </p:spPr>
        </p:pic>
        <p:pic>
          <p:nvPicPr>
            <p:cNvPr descr="electron" id="1139" name="Google Shape;1139;p9"/>
            <p:cNvPicPr preferRelativeResize="0"/>
            <p:nvPr/>
          </p:nvPicPr>
          <p:blipFill rotWithShape="1">
            <a:blip r:embed="rId4">
              <a:alphaModFix/>
            </a:blip>
            <a:srcRect b="0" l="0" r="0" t="0"/>
            <a:stretch/>
          </p:blipFill>
          <p:spPr>
            <a:xfrm>
              <a:off x="1359" y="2911"/>
              <a:ext cx="144" cy="144"/>
            </a:xfrm>
            <a:prstGeom prst="rect">
              <a:avLst/>
            </a:prstGeom>
            <a:noFill/>
            <a:ln>
              <a:noFill/>
            </a:ln>
          </p:spPr>
        </p:pic>
        <p:pic>
          <p:nvPicPr>
            <p:cNvPr descr="electron" id="1140" name="Google Shape;1140;p9"/>
            <p:cNvPicPr preferRelativeResize="0"/>
            <p:nvPr/>
          </p:nvPicPr>
          <p:blipFill rotWithShape="1">
            <a:blip r:embed="rId4">
              <a:alphaModFix/>
            </a:blip>
            <a:srcRect b="0" l="0" r="0" t="0"/>
            <a:stretch/>
          </p:blipFill>
          <p:spPr>
            <a:xfrm>
              <a:off x="1251" y="1993"/>
              <a:ext cx="144" cy="144"/>
            </a:xfrm>
            <a:prstGeom prst="rect">
              <a:avLst/>
            </a:prstGeom>
            <a:noFill/>
            <a:ln>
              <a:noFill/>
            </a:ln>
          </p:spPr>
        </p:pic>
        <p:pic>
          <p:nvPicPr>
            <p:cNvPr descr="electron" id="1141" name="Google Shape;1141;p9"/>
            <p:cNvPicPr preferRelativeResize="0"/>
            <p:nvPr/>
          </p:nvPicPr>
          <p:blipFill rotWithShape="1">
            <a:blip r:embed="rId4">
              <a:alphaModFix/>
            </a:blip>
            <a:srcRect b="0" l="0" r="0" t="0"/>
            <a:stretch/>
          </p:blipFill>
          <p:spPr>
            <a:xfrm>
              <a:off x="1429" y="1991"/>
              <a:ext cx="144" cy="144"/>
            </a:xfrm>
            <a:prstGeom prst="rect">
              <a:avLst/>
            </a:prstGeom>
            <a:noFill/>
            <a:ln>
              <a:noFill/>
            </a:ln>
          </p:spPr>
        </p:pic>
        <p:pic>
          <p:nvPicPr>
            <p:cNvPr descr="electron" id="1142" name="Google Shape;1142;p9"/>
            <p:cNvPicPr preferRelativeResize="0"/>
            <p:nvPr/>
          </p:nvPicPr>
          <p:blipFill rotWithShape="1">
            <a:blip r:embed="rId4">
              <a:alphaModFix/>
            </a:blip>
            <a:srcRect b="0" l="0" r="0" t="0"/>
            <a:stretch/>
          </p:blipFill>
          <p:spPr>
            <a:xfrm>
              <a:off x="1907" y="2457"/>
              <a:ext cx="144" cy="144"/>
            </a:xfrm>
            <a:prstGeom prst="rect">
              <a:avLst/>
            </a:prstGeom>
            <a:noFill/>
            <a:ln>
              <a:noFill/>
            </a:ln>
          </p:spPr>
        </p:pic>
        <p:pic>
          <p:nvPicPr>
            <p:cNvPr descr="electron" id="1143" name="Google Shape;1143;p9"/>
            <p:cNvPicPr preferRelativeResize="0"/>
            <p:nvPr/>
          </p:nvPicPr>
          <p:blipFill rotWithShape="1">
            <a:blip r:embed="rId4">
              <a:alphaModFix/>
            </a:blip>
            <a:srcRect b="0" l="0" r="0" t="0"/>
            <a:stretch/>
          </p:blipFill>
          <p:spPr>
            <a:xfrm>
              <a:off x="1911" y="2641"/>
              <a:ext cx="144" cy="144"/>
            </a:xfrm>
            <a:prstGeom prst="rect">
              <a:avLst/>
            </a:prstGeom>
            <a:noFill/>
            <a:ln>
              <a:noFill/>
            </a:ln>
          </p:spPr>
        </p:pic>
        <p:pic>
          <p:nvPicPr>
            <p:cNvPr descr="electron" id="1144" name="Google Shape;1144;p9"/>
            <p:cNvPicPr preferRelativeResize="0"/>
            <p:nvPr/>
          </p:nvPicPr>
          <p:blipFill rotWithShape="1">
            <a:blip r:embed="rId4">
              <a:alphaModFix/>
            </a:blip>
            <a:srcRect b="0" l="0" r="0" t="0"/>
            <a:stretch/>
          </p:blipFill>
          <p:spPr>
            <a:xfrm>
              <a:off x="1267" y="3149"/>
              <a:ext cx="144" cy="144"/>
            </a:xfrm>
            <a:prstGeom prst="rect">
              <a:avLst/>
            </a:prstGeom>
            <a:noFill/>
            <a:ln>
              <a:noFill/>
            </a:ln>
          </p:spPr>
        </p:pic>
        <p:pic>
          <p:nvPicPr>
            <p:cNvPr descr="electron" id="1145" name="Google Shape;1145;p9"/>
            <p:cNvPicPr preferRelativeResize="0"/>
            <p:nvPr/>
          </p:nvPicPr>
          <p:blipFill rotWithShape="1">
            <a:blip r:embed="rId4">
              <a:alphaModFix/>
            </a:blip>
            <a:srcRect b="0" l="0" r="0" t="0"/>
            <a:stretch/>
          </p:blipFill>
          <p:spPr>
            <a:xfrm>
              <a:off x="1445" y="3147"/>
              <a:ext cx="144" cy="144"/>
            </a:xfrm>
            <a:prstGeom prst="rect">
              <a:avLst/>
            </a:prstGeom>
            <a:noFill/>
            <a:ln>
              <a:noFill/>
            </a:ln>
          </p:spPr>
        </p:pic>
        <p:pic>
          <p:nvPicPr>
            <p:cNvPr descr="electron" id="1146" name="Google Shape;1146;p9"/>
            <p:cNvPicPr preferRelativeResize="0"/>
            <p:nvPr/>
          </p:nvPicPr>
          <p:blipFill rotWithShape="1">
            <a:blip r:embed="rId4">
              <a:alphaModFix/>
            </a:blip>
            <a:srcRect b="0" l="0" r="0" t="0"/>
            <a:stretch/>
          </p:blipFill>
          <p:spPr>
            <a:xfrm>
              <a:off x="753" y="2479"/>
              <a:ext cx="144" cy="144"/>
            </a:xfrm>
            <a:prstGeom prst="rect">
              <a:avLst/>
            </a:prstGeom>
            <a:noFill/>
            <a:ln>
              <a:noFill/>
            </a:ln>
          </p:spPr>
        </p:pic>
        <p:pic>
          <p:nvPicPr>
            <p:cNvPr descr="electron" id="1147" name="Google Shape;1147;p9"/>
            <p:cNvPicPr preferRelativeResize="0"/>
            <p:nvPr/>
          </p:nvPicPr>
          <p:blipFill rotWithShape="1">
            <a:blip r:embed="rId4">
              <a:alphaModFix/>
            </a:blip>
            <a:srcRect b="0" l="0" r="0" t="0"/>
            <a:stretch/>
          </p:blipFill>
          <p:spPr>
            <a:xfrm>
              <a:off x="751" y="2663"/>
              <a:ext cx="144" cy="144"/>
            </a:xfrm>
            <a:prstGeom prst="rect">
              <a:avLst/>
            </a:prstGeom>
            <a:noFill/>
            <a:ln>
              <a:noFill/>
            </a:ln>
          </p:spPr>
        </p:pic>
        <p:pic>
          <p:nvPicPr>
            <p:cNvPr descr="electron" id="1148" name="Google Shape;1148;p9"/>
            <p:cNvPicPr preferRelativeResize="0"/>
            <p:nvPr/>
          </p:nvPicPr>
          <p:blipFill rotWithShape="1">
            <a:blip r:embed="rId4">
              <a:alphaModFix/>
            </a:blip>
            <a:srcRect b="0" l="0" r="0" t="0"/>
            <a:stretch/>
          </p:blipFill>
          <p:spPr>
            <a:xfrm>
              <a:off x="1334" y="1775"/>
              <a:ext cx="144" cy="144"/>
            </a:xfrm>
            <a:prstGeom prst="rect">
              <a:avLst/>
            </a:prstGeom>
            <a:noFill/>
            <a:ln>
              <a:noFill/>
            </a:ln>
          </p:spPr>
        </p:pic>
        <p:pic>
          <p:nvPicPr>
            <p:cNvPr descr="electron" id="1149" name="Google Shape;1149;p9"/>
            <p:cNvPicPr preferRelativeResize="0"/>
            <p:nvPr/>
          </p:nvPicPr>
          <p:blipFill rotWithShape="1">
            <a:blip r:embed="rId4">
              <a:alphaModFix/>
            </a:blip>
            <a:srcRect b="0" l="0" r="0" t="0"/>
            <a:stretch/>
          </p:blipFill>
          <p:spPr>
            <a:xfrm>
              <a:off x="2121" y="2512"/>
              <a:ext cx="144" cy="144"/>
            </a:xfrm>
            <a:prstGeom prst="rect">
              <a:avLst/>
            </a:prstGeom>
            <a:noFill/>
            <a:ln>
              <a:noFill/>
            </a:ln>
          </p:spPr>
        </p:pic>
      </p:grpSp>
      <p:grpSp>
        <p:nvGrpSpPr>
          <p:cNvPr id="1150" name="Google Shape;1150;p9"/>
          <p:cNvGrpSpPr/>
          <p:nvPr/>
        </p:nvGrpSpPr>
        <p:grpSpPr>
          <a:xfrm>
            <a:off x="5872650" y="2085975"/>
            <a:ext cx="1890800" cy="1590675"/>
            <a:chOff x="3793" y="2001"/>
            <a:chExt cx="1340" cy="1336"/>
          </a:xfrm>
        </p:grpSpPr>
        <p:pic>
          <p:nvPicPr>
            <p:cNvPr descr="atom_2_shell" id="1151" name="Google Shape;1151;p9"/>
            <p:cNvPicPr preferRelativeResize="0"/>
            <p:nvPr/>
          </p:nvPicPr>
          <p:blipFill rotWithShape="1">
            <a:blip r:embed="rId5">
              <a:alphaModFix/>
            </a:blip>
            <a:srcRect b="0" l="0" r="0" t="0"/>
            <a:stretch/>
          </p:blipFill>
          <p:spPr>
            <a:xfrm>
              <a:off x="3832" y="2034"/>
              <a:ext cx="1290" cy="1290"/>
            </a:xfrm>
            <a:prstGeom prst="rect">
              <a:avLst/>
            </a:prstGeom>
            <a:noFill/>
            <a:ln>
              <a:noFill/>
            </a:ln>
          </p:spPr>
        </p:pic>
        <p:pic>
          <p:nvPicPr>
            <p:cNvPr descr="electron" id="1152" name="Google Shape;1152;p9"/>
            <p:cNvPicPr preferRelativeResize="0"/>
            <p:nvPr/>
          </p:nvPicPr>
          <p:blipFill rotWithShape="1">
            <a:blip r:embed="rId4">
              <a:alphaModFix/>
            </a:blip>
            <a:srcRect b="0" l="0" r="0" t="0"/>
            <a:stretch/>
          </p:blipFill>
          <p:spPr>
            <a:xfrm>
              <a:off x="4415" y="2245"/>
              <a:ext cx="144" cy="144"/>
            </a:xfrm>
            <a:prstGeom prst="rect">
              <a:avLst/>
            </a:prstGeom>
            <a:noFill/>
            <a:ln>
              <a:noFill/>
            </a:ln>
          </p:spPr>
        </p:pic>
        <p:pic>
          <p:nvPicPr>
            <p:cNvPr descr="electron" id="1153" name="Google Shape;1153;p9"/>
            <p:cNvPicPr preferRelativeResize="0"/>
            <p:nvPr/>
          </p:nvPicPr>
          <p:blipFill rotWithShape="1">
            <a:blip r:embed="rId4">
              <a:alphaModFix/>
            </a:blip>
            <a:srcRect b="0" l="0" r="0" t="0"/>
            <a:stretch/>
          </p:blipFill>
          <p:spPr>
            <a:xfrm>
              <a:off x="4437" y="2939"/>
              <a:ext cx="144" cy="144"/>
            </a:xfrm>
            <a:prstGeom prst="rect">
              <a:avLst/>
            </a:prstGeom>
            <a:noFill/>
            <a:ln>
              <a:noFill/>
            </a:ln>
          </p:spPr>
        </p:pic>
        <p:pic>
          <p:nvPicPr>
            <p:cNvPr descr="electron" id="1154" name="Google Shape;1154;p9"/>
            <p:cNvPicPr preferRelativeResize="0"/>
            <p:nvPr/>
          </p:nvPicPr>
          <p:blipFill rotWithShape="1">
            <a:blip r:embed="rId4">
              <a:alphaModFix/>
            </a:blip>
            <a:srcRect b="0" l="0" r="0" t="0"/>
            <a:stretch/>
          </p:blipFill>
          <p:spPr>
            <a:xfrm>
              <a:off x="4329" y="2003"/>
              <a:ext cx="144" cy="144"/>
            </a:xfrm>
            <a:prstGeom prst="rect">
              <a:avLst/>
            </a:prstGeom>
            <a:noFill/>
            <a:ln>
              <a:noFill/>
            </a:ln>
          </p:spPr>
        </p:pic>
        <p:pic>
          <p:nvPicPr>
            <p:cNvPr descr="electron" id="1155" name="Google Shape;1155;p9"/>
            <p:cNvPicPr preferRelativeResize="0"/>
            <p:nvPr/>
          </p:nvPicPr>
          <p:blipFill rotWithShape="1">
            <a:blip r:embed="rId4">
              <a:alphaModFix/>
            </a:blip>
            <a:srcRect b="0" l="0" r="0" t="0"/>
            <a:stretch/>
          </p:blipFill>
          <p:spPr>
            <a:xfrm>
              <a:off x="4507" y="2001"/>
              <a:ext cx="144" cy="144"/>
            </a:xfrm>
            <a:prstGeom prst="rect">
              <a:avLst/>
            </a:prstGeom>
            <a:noFill/>
            <a:ln>
              <a:noFill/>
            </a:ln>
          </p:spPr>
        </p:pic>
        <p:pic>
          <p:nvPicPr>
            <p:cNvPr descr="electron" id="1156" name="Google Shape;1156;p9"/>
            <p:cNvPicPr preferRelativeResize="0"/>
            <p:nvPr/>
          </p:nvPicPr>
          <p:blipFill rotWithShape="1">
            <a:blip r:embed="rId4">
              <a:alphaModFix/>
            </a:blip>
            <a:srcRect b="0" l="0" r="0" t="0"/>
            <a:stretch/>
          </p:blipFill>
          <p:spPr>
            <a:xfrm>
              <a:off x="4985" y="2485"/>
              <a:ext cx="144" cy="144"/>
            </a:xfrm>
            <a:prstGeom prst="rect">
              <a:avLst/>
            </a:prstGeom>
            <a:noFill/>
            <a:ln>
              <a:noFill/>
            </a:ln>
          </p:spPr>
        </p:pic>
        <p:pic>
          <p:nvPicPr>
            <p:cNvPr descr="electron" id="1157" name="Google Shape;1157;p9"/>
            <p:cNvPicPr preferRelativeResize="0"/>
            <p:nvPr/>
          </p:nvPicPr>
          <p:blipFill rotWithShape="1">
            <a:blip r:embed="rId4">
              <a:alphaModFix/>
            </a:blip>
            <a:srcRect b="0" l="0" r="0" t="0"/>
            <a:stretch/>
          </p:blipFill>
          <p:spPr>
            <a:xfrm>
              <a:off x="4989" y="2669"/>
              <a:ext cx="144" cy="144"/>
            </a:xfrm>
            <a:prstGeom prst="rect">
              <a:avLst/>
            </a:prstGeom>
            <a:noFill/>
            <a:ln>
              <a:noFill/>
            </a:ln>
          </p:spPr>
        </p:pic>
        <p:pic>
          <p:nvPicPr>
            <p:cNvPr descr="electron" id="1158" name="Google Shape;1158;p9"/>
            <p:cNvPicPr preferRelativeResize="0"/>
            <p:nvPr/>
          </p:nvPicPr>
          <p:blipFill rotWithShape="1">
            <a:blip r:embed="rId4">
              <a:alphaModFix/>
            </a:blip>
            <a:srcRect b="0" l="0" r="0" t="0"/>
            <a:stretch/>
          </p:blipFill>
          <p:spPr>
            <a:xfrm>
              <a:off x="4345" y="3189"/>
              <a:ext cx="144" cy="144"/>
            </a:xfrm>
            <a:prstGeom prst="rect">
              <a:avLst/>
            </a:prstGeom>
            <a:noFill/>
            <a:ln>
              <a:noFill/>
            </a:ln>
          </p:spPr>
        </p:pic>
        <p:pic>
          <p:nvPicPr>
            <p:cNvPr descr="electron" id="1159" name="Google Shape;1159;p9"/>
            <p:cNvPicPr preferRelativeResize="0"/>
            <p:nvPr/>
          </p:nvPicPr>
          <p:blipFill rotWithShape="1">
            <a:blip r:embed="rId4">
              <a:alphaModFix/>
            </a:blip>
            <a:srcRect b="0" l="0" r="0" t="0"/>
            <a:stretch/>
          </p:blipFill>
          <p:spPr>
            <a:xfrm>
              <a:off x="4523" y="3193"/>
              <a:ext cx="144" cy="144"/>
            </a:xfrm>
            <a:prstGeom prst="rect">
              <a:avLst/>
            </a:prstGeom>
            <a:noFill/>
            <a:ln>
              <a:noFill/>
            </a:ln>
          </p:spPr>
        </p:pic>
        <p:pic>
          <p:nvPicPr>
            <p:cNvPr descr="electron" id="1160" name="Google Shape;1160;p9"/>
            <p:cNvPicPr preferRelativeResize="0"/>
            <p:nvPr/>
          </p:nvPicPr>
          <p:blipFill rotWithShape="1">
            <a:blip r:embed="rId4">
              <a:alphaModFix/>
            </a:blip>
            <a:srcRect b="0" l="0" r="0" t="0"/>
            <a:stretch/>
          </p:blipFill>
          <p:spPr>
            <a:xfrm>
              <a:off x="3795" y="2507"/>
              <a:ext cx="144" cy="144"/>
            </a:xfrm>
            <a:prstGeom prst="rect">
              <a:avLst/>
            </a:prstGeom>
            <a:noFill/>
            <a:ln>
              <a:noFill/>
            </a:ln>
          </p:spPr>
        </p:pic>
        <p:pic>
          <p:nvPicPr>
            <p:cNvPr descr="electron" id="1161" name="Google Shape;1161;p9"/>
            <p:cNvPicPr preferRelativeResize="0"/>
            <p:nvPr/>
          </p:nvPicPr>
          <p:blipFill rotWithShape="1">
            <a:blip r:embed="rId4">
              <a:alphaModFix/>
            </a:blip>
            <a:srcRect b="0" l="0" r="0" t="0"/>
            <a:stretch/>
          </p:blipFill>
          <p:spPr>
            <a:xfrm>
              <a:off x="3793" y="2691"/>
              <a:ext cx="144" cy="144"/>
            </a:xfrm>
            <a:prstGeom prst="rect">
              <a:avLst/>
            </a:prstGeom>
            <a:noFill/>
            <a:ln>
              <a:noFill/>
            </a:ln>
          </p:spPr>
        </p:pic>
      </p:grpSp>
      <p:grpSp>
        <p:nvGrpSpPr>
          <p:cNvPr id="1162" name="Google Shape;1162;p9"/>
          <p:cNvGrpSpPr/>
          <p:nvPr/>
        </p:nvGrpSpPr>
        <p:grpSpPr>
          <a:xfrm>
            <a:off x="3376482" y="2007988"/>
            <a:ext cx="2217877" cy="948336"/>
            <a:chOff x="2166" y="1935"/>
            <a:chExt cx="1500" cy="797"/>
          </a:xfrm>
        </p:grpSpPr>
        <p:sp>
          <p:nvSpPr>
            <p:cNvPr id="1163" name="Google Shape;1163;p9"/>
            <p:cNvSpPr txBox="1"/>
            <p:nvPr/>
          </p:nvSpPr>
          <p:spPr>
            <a:xfrm>
              <a:off x="2166" y="1935"/>
              <a:ext cx="1500" cy="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6600"/>
                </a:buClr>
                <a:buSzPts val="2400"/>
                <a:buFont typeface="Arial"/>
                <a:buNone/>
              </a:pPr>
              <a:r>
                <a:rPr b="1" i="0" lang="en" sz="2400" u="none" cap="none" strike="noStrike">
                  <a:solidFill>
                    <a:srgbClr val="FF6600"/>
                  </a:solidFill>
                  <a:latin typeface="Calibri"/>
                  <a:ea typeface="Calibri"/>
                  <a:cs typeface="Calibri"/>
                  <a:sym typeface="Calibri"/>
                </a:rPr>
                <a:t>loses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FF6600"/>
                </a:buClr>
                <a:buSzPts val="2400"/>
                <a:buFont typeface="Arial"/>
                <a:buNone/>
              </a:pPr>
              <a:r>
                <a:rPr b="1" i="0" lang="en" sz="2400" u="none" cap="none" strike="noStrike">
                  <a:solidFill>
                    <a:srgbClr val="FF6600"/>
                  </a:solidFill>
                  <a:latin typeface="Calibri"/>
                  <a:ea typeface="Calibri"/>
                  <a:cs typeface="Calibri"/>
                  <a:sym typeface="Calibri"/>
                </a:rPr>
                <a:t>2 electrons</a:t>
              </a:r>
              <a:endParaRPr b="0" i="0" sz="1400" u="none" cap="none" strike="noStrike">
                <a:solidFill>
                  <a:srgbClr val="000000"/>
                </a:solidFill>
                <a:latin typeface="Calibri"/>
                <a:ea typeface="Calibri"/>
                <a:cs typeface="Calibri"/>
                <a:sym typeface="Calibri"/>
              </a:endParaRPr>
            </a:p>
          </p:txBody>
        </p:sp>
        <p:cxnSp>
          <p:nvCxnSpPr>
            <p:cNvPr id="1164" name="Google Shape;1164;p9"/>
            <p:cNvCxnSpPr/>
            <p:nvPr/>
          </p:nvCxnSpPr>
          <p:spPr>
            <a:xfrm>
              <a:off x="2318" y="2732"/>
              <a:ext cx="1200" cy="0"/>
            </a:xfrm>
            <a:prstGeom prst="straightConnector1">
              <a:avLst/>
            </a:prstGeom>
            <a:noFill/>
            <a:ln cap="flat" cmpd="sng" w="50800">
              <a:solidFill>
                <a:schemeClr val="dk1"/>
              </a:solidFill>
              <a:prstDash val="solid"/>
              <a:miter lim="8000"/>
              <a:headEnd len="sm" w="sm" type="none"/>
              <a:tailEnd len="lg" w="lg" type="triangle"/>
            </a:ln>
          </p:spPr>
        </p:cxnSp>
      </p:grpSp>
      <p:pic>
        <p:nvPicPr>
          <p:cNvPr id="1165" name="Google Shape;1165;p9"/>
          <p:cNvPicPr preferRelativeResize="0"/>
          <p:nvPr/>
        </p:nvPicPr>
        <p:blipFill rotWithShape="1">
          <a:blip r:embed="rId6">
            <a:alphaModFix/>
          </a:blip>
          <a:srcRect b="0" l="0" r="0" t="0"/>
          <a:stretch/>
        </p:blipFill>
        <p:spPr>
          <a:xfrm>
            <a:off x="7920375" y="90563"/>
            <a:ext cx="1137901" cy="654375"/>
          </a:xfrm>
          <a:prstGeom prst="rect">
            <a:avLst/>
          </a:prstGeom>
          <a:noFill/>
          <a:ln>
            <a:noFill/>
          </a:ln>
        </p:spPr>
      </p:pic>
      <p:sp>
        <p:nvSpPr>
          <p:cNvPr id="1166" name="Google Shape;1166;p9"/>
          <p:cNvSpPr txBox="1"/>
          <p:nvPr/>
        </p:nvSpPr>
        <p:spPr>
          <a:xfrm>
            <a:off x="2029836" y="2693050"/>
            <a:ext cx="800700" cy="376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10066"/>
              </a:buClr>
              <a:buSzPts val="2400"/>
              <a:buFont typeface="Calibri"/>
              <a:buNone/>
            </a:pPr>
            <a:r>
              <a:rPr b="1" i="0" lang="en" sz="1800" u="none" cap="none" strike="noStrike">
                <a:solidFill>
                  <a:srgbClr val="010066"/>
                </a:solidFill>
                <a:latin typeface="Calibri"/>
                <a:ea typeface="Calibri"/>
                <a:cs typeface="Calibri"/>
                <a:sym typeface="Calibri"/>
              </a:rPr>
              <a:t>Mg</a:t>
            </a:r>
            <a:endParaRPr b="0" i="0" sz="800" u="none" cap="none" strike="noStrike">
              <a:solidFill>
                <a:srgbClr val="000000"/>
              </a:solidFill>
              <a:latin typeface="Arial"/>
              <a:ea typeface="Arial"/>
              <a:cs typeface="Arial"/>
              <a:sym typeface="Arial"/>
            </a:endParaRPr>
          </a:p>
        </p:txBody>
      </p:sp>
      <p:sp>
        <p:nvSpPr>
          <p:cNvPr id="1167" name="Google Shape;1167;p9"/>
          <p:cNvSpPr txBox="1"/>
          <p:nvPr/>
        </p:nvSpPr>
        <p:spPr>
          <a:xfrm>
            <a:off x="6575061" y="2679000"/>
            <a:ext cx="800700" cy="376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10066"/>
              </a:buClr>
              <a:buSzPts val="2400"/>
              <a:buFont typeface="Calibri"/>
              <a:buNone/>
            </a:pPr>
            <a:r>
              <a:rPr b="1" i="0" lang="en" sz="1800" u="none" cap="none" strike="noStrike">
                <a:solidFill>
                  <a:srgbClr val="010066"/>
                </a:solidFill>
                <a:latin typeface="Calibri"/>
                <a:ea typeface="Calibri"/>
                <a:cs typeface="Calibri"/>
                <a:sym typeface="Calibri"/>
              </a:rPr>
              <a:t>Mg</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10"/>
          <p:cNvSpPr txBox="1"/>
          <p:nvPr/>
        </p:nvSpPr>
        <p:spPr>
          <a:xfrm>
            <a:off x="378713" y="3732600"/>
            <a:ext cx="36627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10066"/>
              </a:buClr>
              <a:buSzPts val="2400"/>
              <a:buFont typeface="Arial"/>
              <a:buNone/>
            </a:pPr>
            <a:r>
              <a:rPr b="1" i="1" lang="en" sz="2400" u="none" cap="none" strike="noStrike">
                <a:solidFill>
                  <a:srgbClr val="010066"/>
                </a:solidFill>
                <a:latin typeface="Arial"/>
                <a:ea typeface="Arial"/>
                <a:cs typeface="Arial"/>
                <a:sym typeface="Arial"/>
              </a:rPr>
              <a:t>State electron structure</a:t>
            </a:r>
            <a:r>
              <a:rPr b="0" i="1" lang="en" sz="2400" u="none" cap="none" strike="noStrike">
                <a:solidFill>
                  <a:srgbClr val="010066"/>
                </a:solidFill>
                <a:latin typeface="Arial"/>
                <a:ea typeface="Arial"/>
                <a:cs typeface="Arial"/>
                <a:sym typeface="Arial"/>
              </a:rPr>
              <a:t> </a:t>
            </a:r>
            <a:endParaRPr b="0" i="1"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10066"/>
              </a:buClr>
              <a:buSzPts val="2400"/>
              <a:buFont typeface="Arial"/>
              <a:buNone/>
            </a:pPr>
            <a:r>
              <a:rPr b="0" i="0" lang="en" sz="2400" u="none" cap="none" strike="noStrike">
                <a:solidFill>
                  <a:srgbClr val="010066"/>
                </a:solidFill>
                <a:latin typeface="Calibri"/>
                <a:ea typeface="Calibri"/>
                <a:cs typeface="Calibri"/>
                <a:sym typeface="Calibri"/>
              </a:rPr>
              <a:t>(partially full outer shell)</a:t>
            </a:r>
            <a:endParaRPr b="0" i="0" sz="1400" u="none" cap="none" strike="noStrike">
              <a:solidFill>
                <a:srgbClr val="000000"/>
              </a:solidFill>
              <a:latin typeface="Calibri"/>
              <a:ea typeface="Calibri"/>
              <a:cs typeface="Calibri"/>
              <a:sym typeface="Calibri"/>
            </a:endParaRPr>
          </a:p>
        </p:txBody>
      </p:sp>
      <p:sp>
        <p:nvSpPr>
          <p:cNvPr id="1173" name="Google Shape;1173;p10"/>
          <p:cNvSpPr txBox="1"/>
          <p:nvPr/>
        </p:nvSpPr>
        <p:spPr>
          <a:xfrm>
            <a:off x="596052" y="455999"/>
            <a:ext cx="2918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0" i="0" lang="en" sz="2400" u="none" cap="none" strike="noStrike">
                <a:solidFill>
                  <a:srgbClr val="010066"/>
                </a:solidFill>
                <a:latin typeface="Calibri"/>
                <a:ea typeface="Calibri"/>
                <a:cs typeface="Calibri"/>
                <a:sym typeface="Calibri"/>
              </a:rPr>
              <a:t>? protons	=	+ ?</a:t>
            </a:r>
            <a:endParaRPr b="0" i="0" sz="1400" u="none" cap="none" strike="noStrike">
              <a:solidFill>
                <a:srgbClr val="000000"/>
              </a:solidFill>
              <a:latin typeface="Calibri"/>
              <a:ea typeface="Calibri"/>
              <a:cs typeface="Calibri"/>
              <a:sym typeface="Calibri"/>
            </a:endParaRPr>
          </a:p>
        </p:txBody>
      </p:sp>
      <p:sp>
        <p:nvSpPr>
          <p:cNvPr id="1174" name="Google Shape;1174;p10"/>
          <p:cNvSpPr txBox="1"/>
          <p:nvPr/>
        </p:nvSpPr>
        <p:spPr>
          <a:xfrm>
            <a:off x="596063" y="779850"/>
            <a:ext cx="3445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0" i="0" lang="en" sz="2400" u="none" cap="none" strike="noStrike">
                <a:solidFill>
                  <a:srgbClr val="010066"/>
                </a:solidFill>
                <a:latin typeface="Calibri"/>
                <a:ea typeface="Calibri"/>
                <a:cs typeface="Calibri"/>
                <a:sym typeface="Calibri"/>
              </a:rPr>
              <a:t>? electrons	=	 - ?</a:t>
            </a:r>
            <a:endParaRPr b="0" i="0" sz="1400" u="none" cap="none" strike="noStrike">
              <a:solidFill>
                <a:srgbClr val="000000"/>
              </a:solidFill>
              <a:latin typeface="Calibri"/>
              <a:ea typeface="Calibri"/>
              <a:cs typeface="Calibri"/>
              <a:sym typeface="Calibri"/>
            </a:endParaRPr>
          </a:p>
        </p:txBody>
      </p:sp>
      <p:grpSp>
        <p:nvGrpSpPr>
          <p:cNvPr id="1175" name="Google Shape;1175;p10"/>
          <p:cNvGrpSpPr/>
          <p:nvPr/>
        </p:nvGrpSpPr>
        <p:grpSpPr>
          <a:xfrm>
            <a:off x="596062" y="1186160"/>
            <a:ext cx="3108000" cy="446815"/>
            <a:chOff x="423" y="1302"/>
            <a:chExt cx="2102" cy="334"/>
          </a:xfrm>
        </p:grpSpPr>
        <p:sp>
          <p:nvSpPr>
            <p:cNvPr id="1176" name="Google Shape;1176;p10"/>
            <p:cNvSpPr txBox="1"/>
            <p:nvPr/>
          </p:nvSpPr>
          <p:spPr>
            <a:xfrm>
              <a:off x="425" y="1302"/>
              <a:ext cx="21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1" i="0" lang="en" sz="2400" u="none" cap="none" strike="noStrike">
                  <a:solidFill>
                    <a:srgbClr val="010066"/>
                  </a:solidFill>
                  <a:latin typeface="Calibri"/>
                  <a:ea typeface="Calibri"/>
                  <a:cs typeface="Calibri"/>
                  <a:sym typeface="Calibri"/>
                </a:rPr>
                <a:t>Total charge	=	    ?</a:t>
              </a:r>
              <a:endParaRPr b="0" i="0" sz="1400" u="none" cap="none" strike="noStrike">
                <a:solidFill>
                  <a:srgbClr val="000000"/>
                </a:solidFill>
                <a:latin typeface="Calibri"/>
                <a:ea typeface="Calibri"/>
                <a:cs typeface="Calibri"/>
                <a:sym typeface="Calibri"/>
              </a:endParaRPr>
            </a:p>
          </p:txBody>
        </p:sp>
        <p:cxnSp>
          <p:nvCxnSpPr>
            <p:cNvPr id="1177" name="Google Shape;1177;p10"/>
            <p:cNvCxnSpPr/>
            <p:nvPr/>
          </p:nvCxnSpPr>
          <p:spPr>
            <a:xfrm>
              <a:off x="423" y="1343"/>
              <a:ext cx="2100" cy="0"/>
            </a:xfrm>
            <a:prstGeom prst="straightConnector1">
              <a:avLst/>
            </a:prstGeom>
            <a:noFill/>
            <a:ln cap="flat" cmpd="sng" w="38100">
              <a:solidFill>
                <a:srgbClr val="010066"/>
              </a:solidFill>
              <a:prstDash val="solid"/>
              <a:miter lim="8000"/>
              <a:headEnd len="sm" w="sm" type="none"/>
              <a:tailEnd len="sm" w="sm" type="none"/>
            </a:ln>
          </p:spPr>
        </p:cxnSp>
        <p:cxnSp>
          <p:nvCxnSpPr>
            <p:cNvPr id="1178" name="Google Shape;1178;p10"/>
            <p:cNvCxnSpPr/>
            <p:nvPr/>
          </p:nvCxnSpPr>
          <p:spPr>
            <a:xfrm>
              <a:off x="423" y="1636"/>
              <a:ext cx="2100" cy="0"/>
            </a:xfrm>
            <a:prstGeom prst="straightConnector1">
              <a:avLst/>
            </a:prstGeom>
            <a:noFill/>
            <a:ln cap="flat" cmpd="sng" w="38100">
              <a:solidFill>
                <a:srgbClr val="010066"/>
              </a:solidFill>
              <a:prstDash val="solid"/>
              <a:miter lim="8000"/>
              <a:headEnd len="sm" w="sm" type="none"/>
              <a:tailEnd len="sm" w="sm" type="none"/>
            </a:ln>
          </p:spPr>
        </p:cxnSp>
      </p:grpSp>
      <p:sp>
        <p:nvSpPr>
          <p:cNvPr id="1179" name="Google Shape;1179;p10"/>
          <p:cNvSpPr txBox="1"/>
          <p:nvPr/>
        </p:nvSpPr>
        <p:spPr>
          <a:xfrm>
            <a:off x="927388" y="60675"/>
            <a:ext cx="2918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1" i="0" lang="en" sz="2400" u="none" cap="none" strike="noStrike">
                <a:solidFill>
                  <a:srgbClr val="010066"/>
                </a:solidFill>
                <a:latin typeface="Calibri"/>
                <a:ea typeface="Calibri"/>
                <a:cs typeface="Calibri"/>
                <a:sym typeface="Calibri"/>
              </a:rPr>
              <a:t>_________ atom:</a:t>
            </a:r>
            <a:endParaRPr b="0" i="0" sz="1400" u="none" cap="none" strike="noStrike">
              <a:solidFill>
                <a:srgbClr val="000000"/>
              </a:solidFill>
              <a:latin typeface="Calibri"/>
              <a:ea typeface="Calibri"/>
              <a:cs typeface="Calibri"/>
              <a:sym typeface="Calibri"/>
            </a:endParaRPr>
          </a:p>
        </p:txBody>
      </p:sp>
      <p:sp>
        <p:nvSpPr>
          <p:cNvPr id="1180" name="Google Shape;1180;p10"/>
          <p:cNvSpPr txBox="1"/>
          <p:nvPr/>
        </p:nvSpPr>
        <p:spPr>
          <a:xfrm>
            <a:off x="5046594" y="453618"/>
            <a:ext cx="2918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0" i="0" lang="en" sz="2400" u="none" cap="none" strike="noStrike">
                <a:solidFill>
                  <a:srgbClr val="010066"/>
                </a:solidFill>
                <a:latin typeface="Calibri"/>
                <a:ea typeface="Calibri"/>
                <a:cs typeface="Calibri"/>
                <a:sym typeface="Calibri"/>
              </a:rPr>
              <a:t>? protons	=	+ ?</a:t>
            </a:r>
            <a:endParaRPr b="0" i="0" sz="1400" u="none" cap="none" strike="noStrike">
              <a:solidFill>
                <a:srgbClr val="000000"/>
              </a:solidFill>
              <a:latin typeface="Calibri"/>
              <a:ea typeface="Calibri"/>
              <a:cs typeface="Calibri"/>
              <a:sym typeface="Calibri"/>
            </a:endParaRPr>
          </a:p>
        </p:txBody>
      </p:sp>
      <p:sp>
        <p:nvSpPr>
          <p:cNvPr id="1181" name="Google Shape;1181;p10"/>
          <p:cNvSpPr txBox="1"/>
          <p:nvPr/>
        </p:nvSpPr>
        <p:spPr>
          <a:xfrm>
            <a:off x="5046594" y="777467"/>
            <a:ext cx="3004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0" i="0" lang="en" sz="2400" u="none" cap="none" strike="noStrike">
                <a:solidFill>
                  <a:srgbClr val="010066"/>
                </a:solidFill>
                <a:latin typeface="Calibri"/>
                <a:ea typeface="Calibri"/>
                <a:cs typeface="Calibri"/>
                <a:sym typeface="Calibri"/>
              </a:rPr>
              <a:t>? electrons	=	 - ?</a:t>
            </a:r>
            <a:endParaRPr b="0" i="0" sz="1400" u="none" cap="none" strike="noStrike">
              <a:solidFill>
                <a:srgbClr val="000000"/>
              </a:solidFill>
              <a:latin typeface="Calibri"/>
              <a:ea typeface="Calibri"/>
              <a:cs typeface="Calibri"/>
              <a:sym typeface="Calibri"/>
            </a:endParaRPr>
          </a:p>
        </p:txBody>
      </p:sp>
      <p:grpSp>
        <p:nvGrpSpPr>
          <p:cNvPr id="1182" name="Google Shape;1182;p10"/>
          <p:cNvGrpSpPr/>
          <p:nvPr/>
        </p:nvGrpSpPr>
        <p:grpSpPr>
          <a:xfrm>
            <a:off x="5046587" y="1171312"/>
            <a:ext cx="3445200" cy="476488"/>
            <a:chOff x="3179" y="1318"/>
            <a:chExt cx="2100" cy="350"/>
          </a:xfrm>
        </p:grpSpPr>
        <p:sp>
          <p:nvSpPr>
            <p:cNvPr id="1183" name="Google Shape;1183;p10"/>
            <p:cNvSpPr txBox="1"/>
            <p:nvPr/>
          </p:nvSpPr>
          <p:spPr>
            <a:xfrm>
              <a:off x="3179" y="1318"/>
              <a:ext cx="21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1" i="0" lang="en" sz="2400" u="none" cap="none" strike="noStrike">
                  <a:solidFill>
                    <a:srgbClr val="010066"/>
                  </a:solidFill>
                  <a:latin typeface="Calibri"/>
                  <a:ea typeface="Calibri"/>
                  <a:cs typeface="Calibri"/>
                  <a:sym typeface="Calibri"/>
                </a:rPr>
                <a:t>Total charge	=	  ?</a:t>
              </a:r>
              <a:endParaRPr b="0" i="0" sz="1400" u="none" cap="none" strike="noStrike">
                <a:solidFill>
                  <a:srgbClr val="000000"/>
                </a:solidFill>
                <a:latin typeface="Calibri"/>
                <a:ea typeface="Calibri"/>
                <a:cs typeface="Calibri"/>
                <a:sym typeface="Calibri"/>
              </a:endParaRPr>
            </a:p>
          </p:txBody>
        </p:sp>
        <p:cxnSp>
          <p:nvCxnSpPr>
            <p:cNvPr id="1184" name="Google Shape;1184;p10"/>
            <p:cNvCxnSpPr/>
            <p:nvPr/>
          </p:nvCxnSpPr>
          <p:spPr>
            <a:xfrm>
              <a:off x="3193" y="1353"/>
              <a:ext cx="1800" cy="0"/>
            </a:xfrm>
            <a:prstGeom prst="straightConnector1">
              <a:avLst/>
            </a:prstGeom>
            <a:noFill/>
            <a:ln cap="flat" cmpd="sng" w="38100">
              <a:solidFill>
                <a:srgbClr val="010066"/>
              </a:solidFill>
              <a:prstDash val="solid"/>
              <a:miter lim="8000"/>
              <a:headEnd len="sm" w="sm" type="none"/>
              <a:tailEnd len="sm" w="sm" type="none"/>
            </a:ln>
          </p:spPr>
        </p:cxnSp>
        <p:cxnSp>
          <p:nvCxnSpPr>
            <p:cNvPr id="1185" name="Google Shape;1185;p10"/>
            <p:cNvCxnSpPr/>
            <p:nvPr/>
          </p:nvCxnSpPr>
          <p:spPr>
            <a:xfrm>
              <a:off x="3193" y="1668"/>
              <a:ext cx="1800" cy="0"/>
            </a:xfrm>
            <a:prstGeom prst="straightConnector1">
              <a:avLst/>
            </a:prstGeom>
            <a:noFill/>
            <a:ln cap="flat" cmpd="sng" w="38100">
              <a:solidFill>
                <a:srgbClr val="010066"/>
              </a:solidFill>
              <a:prstDash val="solid"/>
              <a:miter lim="8000"/>
              <a:headEnd len="sm" w="sm" type="none"/>
              <a:tailEnd len="sm" w="sm" type="none"/>
            </a:ln>
          </p:spPr>
        </p:cxnSp>
      </p:grpSp>
      <p:sp>
        <p:nvSpPr>
          <p:cNvPr id="1186" name="Google Shape;1186;p10"/>
          <p:cNvSpPr txBox="1"/>
          <p:nvPr/>
        </p:nvSpPr>
        <p:spPr>
          <a:xfrm>
            <a:off x="5408238" y="60675"/>
            <a:ext cx="2407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1" i="0" lang="en" sz="2400" u="none" cap="none" strike="noStrike">
                <a:solidFill>
                  <a:srgbClr val="010066"/>
                </a:solidFill>
                <a:latin typeface="Calibri"/>
                <a:ea typeface="Calibri"/>
                <a:cs typeface="Calibri"/>
                <a:sym typeface="Calibri"/>
              </a:rPr>
              <a:t>_________ ion:</a:t>
            </a:r>
            <a:endParaRPr b="0" i="0" sz="1400" u="none" cap="none" strike="noStrike">
              <a:solidFill>
                <a:srgbClr val="000000"/>
              </a:solidFill>
              <a:latin typeface="Calibri"/>
              <a:ea typeface="Calibri"/>
              <a:cs typeface="Calibri"/>
              <a:sym typeface="Calibri"/>
            </a:endParaRPr>
          </a:p>
        </p:txBody>
      </p:sp>
      <p:grpSp>
        <p:nvGrpSpPr>
          <p:cNvPr id="1187" name="Google Shape;1187;p10"/>
          <p:cNvGrpSpPr/>
          <p:nvPr/>
        </p:nvGrpSpPr>
        <p:grpSpPr>
          <a:xfrm>
            <a:off x="4773100" y="3732599"/>
            <a:ext cx="3992180" cy="758188"/>
            <a:chOff x="3250" y="3490"/>
            <a:chExt cx="2700" cy="637"/>
          </a:xfrm>
        </p:grpSpPr>
        <p:sp>
          <p:nvSpPr>
            <p:cNvPr id="1188" name="Google Shape;1188;p10"/>
            <p:cNvSpPr txBox="1"/>
            <p:nvPr/>
          </p:nvSpPr>
          <p:spPr>
            <a:xfrm>
              <a:off x="3250" y="3490"/>
              <a:ext cx="2700" cy="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10066"/>
                </a:buClr>
                <a:buSzPts val="2400"/>
                <a:buFont typeface="Arial"/>
                <a:buNone/>
              </a:pPr>
              <a:r>
                <a:rPr b="1" i="1" lang="en" sz="2400" u="none" cap="none" strike="noStrike">
                  <a:solidFill>
                    <a:srgbClr val="010066"/>
                  </a:solidFill>
                  <a:latin typeface="Arial"/>
                  <a:ea typeface="Arial"/>
                  <a:cs typeface="Arial"/>
                  <a:sym typeface="Arial"/>
                </a:rPr>
                <a:t>State electron structure</a:t>
              </a:r>
              <a:r>
                <a:rPr b="0" i="1" lang="en" sz="2400" u="none" cap="none" strike="noStrike">
                  <a:solidFill>
                    <a:srgbClr val="010066"/>
                  </a:solidFill>
                  <a:latin typeface="Arial"/>
                  <a:ea typeface="Arial"/>
                  <a:cs typeface="Arial"/>
                  <a:sym typeface="Arial"/>
                </a:rPr>
                <a:t> </a:t>
              </a:r>
              <a:endParaRPr b="0" i="1"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10066"/>
                </a:buClr>
                <a:buSzPts val="2400"/>
                <a:buFont typeface="Arial"/>
                <a:buNone/>
              </a:pPr>
              <a:r>
                <a:t/>
              </a:r>
              <a:endParaRPr b="1" i="0" sz="2400" u="none" cap="none" strike="noStrike">
                <a:solidFill>
                  <a:srgbClr val="010066"/>
                </a:solidFill>
                <a:latin typeface="Arial"/>
                <a:ea typeface="Arial"/>
                <a:cs typeface="Arial"/>
                <a:sym typeface="Arial"/>
              </a:endParaRPr>
            </a:p>
          </p:txBody>
        </p:sp>
        <p:sp>
          <p:nvSpPr>
            <p:cNvPr id="1189" name="Google Shape;1189;p10"/>
            <p:cNvSpPr txBox="1"/>
            <p:nvPr/>
          </p:nvSpPr>
          <p:spPr>
            <a:xfrm>
              <a:off x="3700" y="3827"/>
              <a:ext cx="18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400"/>
                <a:buFont typeface="Arial"/>
                <a:buNone/>
              </a:pPr>
              <a:r>
                <a:rPr b="0" i="0" lang="en" sz="2400" u="none" cap="none" strike="noStrike">
                  <a:solidFill>
                    <a:srgbClr val="010066"/>
                  </a:solidFill>
                  <a:latin typeface="Calibri"/>
                  <a:ea typeface="Calibri"/>
                  <a:cs typeface="Calibri"/>
                  <a:sym typeface="Calibri"/>
                </a:rPr>
                <a:t>(full outer shell)</a:t>
              </a:r>
              <a:endParaRPr b="0" i="0" sz="1400" u="none" cap="none" strike="noStrike">
                <a:solidFill>
                  <a:srgbClr val="000000"/>
                </a:solidFill>
                <a:latin typeface="Calibri"/>
                <a:ea typeface="Calibri"/>
                <a:cs typeface="Calibri"/>
                <a:sym typeface="Calibri"/>
              </a:endParaRPr>
            </a:p>
          </p:txBody>
        </p:sp>
      </p:grpSp>
      <p:grpSp>
        <p:nvGrpSpPr>
          <p:cNvPr id="1190" name="Google Shape;1190;p10"/>
          <p:cNvGrpSpPr/>
          <p:nvPr/>
        </p:nvGrpSpPr>
        <p:grpSpPr>
          <a:xfrm>
            <a:off x="5364490" y="1835929"/>
            <a:ext cx="2407137" cy="1815222"/>
            <a:chOff x="3650" y="1897"/>
            <a:chExt cx="1628" cy="1525"/>
          </a:xfrm>
        </p:grpSpPr>
        <p:sp>
          <p:nvSpPr>
            <p:cNvPr id="1191" name="Google Shape;1191;p10"/>
            <p:cNvSpPr/>
            <p:nvPr/>
          </p:nvSpPr>
          <p:spPr>
            <a:xfrm>
              <a:off x="3650" y="1897"/>
              <a:ext cx="190" cy="1525"/>
            </a:xfrm>
            <a:custGeom>
              <a:rect b="b" l="l" r="r" t="t"/>
              <a:pathLst>
                <a:path extrusionOk="0" h="1815" w="227">
                  <a:moveTo>
                    <a:pt x="227" y="0"/>
                  </a:moveTo>
                  <a:lnTo>
                    <a:pt x="0" y="0"/>
                  </a:lnTo>
                  <a:lnTo>
                    <a:pt x="0" y="1815"/>
                  </a:lnTo>
                  <a:lnTo>
                    <a:pt x="227" y="1815"/>
                  </a:lnTo>
                </a:path>
              </a:pathLst>
            </a:custGeom>
            <a:noFill/>
            <a:ln cap="flat" cmpd="sng" w="762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92" name="Google Shape;1192;p10"/>
            <p:cNvSpPr/>
            <p:nvPr/>
          </p:nvSpPr>
          <p:spPr>
            <a:xfrm flipH="1">
              <a:off x="5088" y="1897"/>
              <a:ext cx="190" cy="1525"/>
            </a:xfrm>
            <a:custGeom>
              <a:rect b="b" l="l" r="r" t="t"/>
              <a:pathLst>
                <a:path extrusionOk="0" h="1815" w="227">
                  <a:moveTo>
                    <a:pt x="227" y="0"/>
                  </a:moveTo>
                  <a:lnTo>
                    <a:pt x="0" y="0"/>
                  </a:lnTo>
                  <a:lnTo>
                    <a:pt x="0" y="1815"/>
                  </a:lnTo>
                  <a:lnTo>
                    <a:pt x="227" y="1815"/>
                  </a:lnTo>
                </a:path>
              </a:pathLst>
            </a:custGeom>
            <a:noFill/>
            <a:ln cap="flat" cmpd="sng" w="762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193" name="Google Shape;1193;p10"/>
          <p:cNvSpPr txBox="1"/>
          <p:nvPr/>
        </p:nvSpPr>
        <p:spPr>
          <a:xfrm>
            <a:off x="7802690" y="1647800"/>
            <a:ext cx="6891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800"/>
              <a:buFont typeface="Arial"/>
              <a:buNone/>
            </a:pPr>
            <a:r>
              <a:rPr b="1" i="0" lang="en" sz="2800" u="none" cap="none" strike="noStrike">
                <a:solidFill>
                  <a:srgbClr val="FF33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descr="atom_2_shell" id="1194" name="Google Shape;1194;p10"/>
          <p:cNvPicPr preferRelativeResize="0"/>
          <p:nvPr/>
        </p:nvPicPr>
        <p:blipFill rotWithShape="1">
          <a:blip r:embed="rId3">
            <a:alphaModFix/>
          </a:blip>
          <a:srcRect b="0" l="0" r="0" t="0"/>
          <a:stretch/>
        </p:blipFill>
        <p:spPr>
          <a:xfrm>
            <a:off x="5721468" y="1999040"/>
            <a:ext cx="1819786" cy="1535517"/>
          </a:xfrm>
          <a:prstGeom prst="rect">
            <a:avLst/>
          </a:prstGeom>
          <a:noFill/>
          <a:ln>
            <a:noFill/>
          </a:ln>
        </p:spPr>
      </p:pic>
      <p:grpSp>
        <p:nvGrpSpPr>
          <p:cNvPr id="1195" name="Google Shape;1195;p10"/>
          <p:cNvGrpSpPr/>
          <p:nvPr/>
        </p:nvGrpSpPr>
        <p:grpSpPr>
          <a:xfrm>
            <a:off x="3170270" y="1881763"/>
            <a:ext cx="2217877" cy="948336"/>
            <a:chOff x="2166" y="1935"/>
            <a:chExt cx="1500" cy="797"/>
          </a:xfrm>
        </p:grpSpPr>
        <p:sp>
          <p:nvSpPr>
            <p:cNvPr id="1196" name="Google Shape;1196;p10"/>
            <p:cNvSpPr txBox="1"/>
            <p:nvPr/>
          </p:nvSpPr>
          <p:spPr>
            <a:xfrm>
              <a:off x="2166" y="1935"/>
              <a:ext cx="1500" cy="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6600"/>
                </a:buClr>
                <a:buSzPts val="2400"/>
                <a:buFont typeface="Arial"/>
                <a:buNone/>
              </a:pPr>
              <a:r>
                <a:rPr b="1" i="0" lang="en" sz="2400" u="none" cap="none" strike="noStrike">
                  <a:solidFill>
                    <a:srgbClr val="FF6600"/>
                  </a:solidFill>
                  <a:latin typeface="Calibri"/>
                  <a:ea typeface="Calibri"/>
                  <a:cs typeface="Calibri"/>
                  <a:sym typeface="Calibri"/>
                </a:rPr>
                <a:t>loses/gains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FF6600"/>
                </a:buClr>
                <a:buSzPts val="2400"/>
                <a:buFont typeface="Arial"/>
                <a:buNone/>
              </a:pPr>
              <a:r>
                <a:rPr b="1" i="0" lang="en" sz="2400" u="none" cap="none" strike="noStrike">
                  <a:solidFill>
                    <a:srgbClr val="FF6600"/>
                  </a:solidFill>
                  <a:latin typeface="Calibri"/>
                  <a:ea typeface="Calibri"/>
                  <a:cs typeface="Calibri"/>
                  <a:sym typeface="Calibri"/>
                </a:rPr>
                <a:t>? electrons</a:t>
              </a:r>
              <a:endParaRPr b="0" i="0" sz="1400" u="none" cap="none" strike="noStrike">
                <a:solidFill>
                  <a:srgbClr val="000000"/>
                </a:solidFill>
                <a:latin typeface="Calibri"/>
                <a:ea typeface="Calibri"/>
                <a:cs typeface="Calibri"/>
                <a:sym typeface="Calibri"/>
              </a:endParaRPr>
            </a:p>
          </p:txBody>
        </p:sp>
        <p:cxnSp>
          <p:nvCxnSpPr>
            <p:cNvPr id="1197" name="Google Shape;1197;p10"/>
            <p:cNvCxnSpPr/>
            <p:nvPr/>
          </p:nvCxnSpPr>
          <p:spPr>
            <a:xfrm>
              <a:off x="2318" y="2732"/>
              <a:ext cx="1200" cy="0"/>
            </a:xfrm>
            <a:prstGeom prst="straightConnector1">
              <a:avLst/>
            </a:prstGeom>
            <a:noFill/>
            <a:ln cap="flat" cmpd="sng" w="50800">
              <a:solidFill>
                <a:schemeClr val="dk1"/>
              </a:solidFill>
              <a:prstDash val="solid"/>
              <a:miter lim="8000"/>
              <a:headEnd len="sm" w="sm" type="none"/>
              <a:tailEnd len="lg" w="lg" type="triangle"/>
            </a:ln>
          </p:spPr>
        </p:cxnSp>
      </p:grpSp>
      <p:sp>
        <p:nvSpPr>
          <p:cNvPr id="1198" name="Google Shape;1198;p10"/>
          <p:cNvSpPr txBox="1"/>
          <p:nvPr/>
        </p:nvSpPr>
        <p:spPr>
          <a:xfrm>
            <a:off x="1823624" y="2566825"/>
            <a:ext cx="800700" cy="376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10066"/>
              </a:buClr>
              <a:buSzPts val="2400"/>
              <a:buFont typeface="Calibri"/>
              <a:buNone/>
            </a:pPr>
            <a:r>
              <a:rPr b="1" i="0" lang="en" sz="1800" u="none" cap="none" strike="noStrike">
                <a:solidFill>
                  <a:srgbClr val="010066"/>
                </a:solidFill>
                <a:latin typeface="Calibri"/>
                <a:ea typeface="Calibri"/>
                <a:cs typeface="Calibri"/>
                <a:sym typeface="Calibri"/>
              </a:rPr>
              <a:t>Mg</a:t>
            </a:r>
            <a:endParaRPr b="0" i="0" sz="800" u="none" cap="none" strike="noStrike">
              <a:solidFill>
                <a:srgbClr val="000000"/>
              </a:solidFill>
              <a:latin typeface="Arial"/>
              <a:ea typeface="Arial"/>
              <a:cs typeface="Arial"/>
              <a:sym typeface="Arial"/>
            </a:endParaRPr>
          </a:p>
        </p:txBody>
      </p:sp>
      <p:pic>
        <p:nvPicPr>
          <p:cNvPr descr="atom_3_shell" id="1199" name="Google Shape;1199;p10"/>
          <p:cNvPicPr preferRelativeResize="0"/>
          <p:nvPr/>
        </p:nvPicPr>
        <p:blipFill rotWithShape="1">
          <a:blip r:embed="rId4">
            <a:alphaModFix/>
          </a:blip>
          <a:srcRect b="0" l="0" r="0" t="0"/>
          <a:stretch/>
        </p:blipFill>
        <p:spPr>
          <a:xfrm>
            <a:off x="927387" y="1777566"/>
            <a:ext cx="2222233" cy="1985521"/>
          </a:xfrm>
          <a:prstGeom prst="rect">
            <a:avLst/>
          </a:prstGeom>
          <a:noFill/>
          <a:ln>
            <a:noFill/>
          </a:ln>
        </p:spPr>
      </p:pic>
      <p:sp>
        <p:nvSpPr>
          <p:cNvPr id="1200" name="Google Shape;1200;p10"/>
          <p:cNvSpPr txBox="1"/>
          <p:nvPr>
            <p:ph idx="4294967295" type="ctrTitle"/>
          </p:nvPr>
        </p:nvSpPr>
        <p:spPr>
          <a:xfrm>
            <a:off x="1440150" y="4563600"/>
            <a:ext cx="6263700" cy="579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617A86"/>
              </a:buClr>
              <a:buSzPts val="4800"/>
              <a:buFont typeface="Nixie One"/>
              <a:buNone/>
            </a:pPr>
            <a:r>
              <a:rPr b="1" i="0" lang="en" sz="2400" u="none" cap="none" strike="noStrike">
                <a:solidFill>
                  <a:srgbClr val="000000"/>
                </a:solidFill>
                <a:highlight>
                  <a:srgbClr val="CFE2F3"/>
                </a:highlight>
                <a:latin typeface="Lato"/>
                <a:ea typeface="Lato"/>
                <a:cs typeface="Lato"/>
                <a:sym typeface="Lato"/>
              </a:rPr>
              <a:t>Task: </a:t>
            </a:r>
            <a:r>
              <a:rPr b="1" lang="en" sz="2400">
                <a:solidFill>
                  <a:srgbClr val="000000"/>
                </a:solidFill>
                <a:highlight>
                  <a:srgbClr val="CFE2F3"/>
                </a:highlight>
                <a:latin typeface="Lato"/>
                <a:ea typeface="Lato"/>
                <a:cs typeface="Lato"/>
                <a:sym typeface="Lato"/>
              </a:rPr>
              <a:t>C</a:t>
            </a:r>
            <a:r>
              <a:rPr b="1" i="0" lang="en" sz="2400" u="none" cap="none" strike="noStrike">
                <a:solidFill>
                  <a:srgbClr val="000000"/>
                </a:solidFill>
                <a:highlight>
                  <a:srgbClr val="CFE2F3"/>
                </a:highlight>
                <a:latin typeface="Lato"/>
                <a:ea typeface="Lato"/>
                <a:cs typeface="Lato"/>
                <a:sym typeface="Lato"/>
              </a:rPr>
              <a:t>omplete for fluoride and chloride ions</a:t>
            </a:r>
            <a:endParaRPr b="1" i="0" sz="2200" u="none" cap="none" strike="noStrike">
              <a:solidFill>
                <a:srgbClr val="000000"/>
              </a:solidFill>
              <a:highlight>
                <a:srgbClr val="CFE2F3"/>
              </a:highlight>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pic>
        <p:nvPicPr>
          <p:cNvPr id="1205" name="Google Shape;1205;g3fb40b27f67_0_0" title="Code_Generated_Image.png"/>
          <p:cNvPicPr preferRelativeResize="0"/>
          <p:nvPr/>
        </p:nvPicPr>
        <p:blipFill>
          <a:blip r:embed="rId3">
            <a:alphaModFix/>
          </a:blip>
          <a:stretch>
            <a:fillRect/>
          </a:stretch>
        </p:blipFill>
        <p:spPr>
          <a:xfrm>
            <a:off x="152400" y="152400"/>
            <a:ext cx="8839200" cy="48228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pic>
        <p:nvPicPr>
          <p:cNvPr id="1210" name="Google Shape;1210;g3fb40b27f67_0_4" title="Code_Generated_Image (1).png"/>
          <p:cNvPicPr preferRelativeResize="0"/>
          <p:nvPr/>
        </p:nvPicPr>
        <p:blipFill>
          <a:blip r:embed="rId3">
            <a:alphaModFix/>
          </a:blip>
          <a:stretch>
            <a:fillRect/>
          </a:stretch>
        </p:blipFill>
        <p:spPr>
          <a:xfrm>
            <a:off x="152400" y="152400"/>
            <a:ext cx="8839200" cy="482288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14" name="Shape 1214"/>
        <p:cNvGrpSpPr/>
        <p:nvPr/>
      </p:nvGrpSpPr>
      <p:grpSpPr>
        <a:xfrm>
          <a:off x="0" y="0"/>
          <a:ext cx="0" cy="0"/>
          <a:chOff x="0" y="0"/>
          <a:chExt cx="0" cy="0"/>
        </a:xfrm>
      </p:grpSpPr>
      <p:pic>
        <p:nvPicPr>
          <p:cNvPr id="1215" name="Google Shape;1215;p11"/>
          <p:cNvPicPr preferRelativeResize="0"/>
          <p:nvPr/>
        </p:nvPicPr>
        <p:blipFill rotWithShape="1">
          <a:blip r:embed="rId3">
            <a:alphaModFix/>
          </a:blip>
          <a:srcRect b="0" l="0" r="0" t="0"/>
          <a:stretch/>
        </p:blipFill>
        <p:spPr>
          <a:xfrm>
            <a:off x="71450" y="466725"/>
            <a:ext cx="4238963" cy="4210038"/>
          </a:xfrm>
          <a:prstGeom prst="rect">
            <a:avLst/>
          </a:prstGeom>
          <a:noFill/>
          <a:ln cap="flat" cmpd="sng" w="19050">
            <a:solidFill>
              <a:srgbClr val="ED4A00"/>
            </a:solidFill>
            <a:prstDash val="solid"/>
            <a:round/>
            <a:headEnd len="sm" w="sm" type="none"/>
            <a:tailEnd len="sm" w="sm" type="none"/>
          </a:ln>
        </p:spPr>
      </p:pic>
      <p:pic>
        <p:nvPicPr>
          <p:cNvPr id="1216" name="Google Shape;1216;p11"/>
          <p:cNvPicPr preferRelativeResize="0"/>
          <p:nvPr/>
        </p:nvPicPr>
        <p:blipFill rotWithShape="1">
          <a:blip r:embed="rId4">
            <a:alphaModFix/>
          </a:blip>
          <a:srcRect b="0" l="0" r="0" t="0"/>
          <a:stretch/>
        </p:blipFill>
        <p:spPr>
          <a:xfrm>
            <a:off x="4404878" y="466737"/>
            <a:ext cx="4667672" cy="4210039"/>
          </a:xfrm>
          <a:prstGeom prst="rect">
            <a:avLst/>
          </a:prstGeom>
          <a:noFill/>
          <a:ln cap="flat" cmpd="sng" w="19050">
            <a:solidFill>
              <a:srgbClr val="197B8C"/>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pic>
        <p:nvPicPr>
          <p:cNvPr id="1221" name="Google Shape;1221;p12"/>
          <p:cNvPicPr preferRelativeResize="0"/>
          <p:nvPr/>
        </p:nvPicPr>
        <p:blipFill rotWithShape="1">
          <a:blip r:embed="rId3">
            <a:alphaModFix/>
          </a:blip>
          <a:srcRect b="0" l="0" r="0" t="5186"/>
          <a:stretch/>
        </p:blipFill>
        <p:spPr>
          <a:xfrm>
            <a:off x="1019625" y="356163"/>
            <a:ext cx="7009950" cy="4431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pic>
        <p:nvPicPr>
          <p:cNvPr id="1226" name="Google Shape;1226;p13"/>
          <p:cNvPicPr preferRelativeResize="0"/>
          <p:nvPr/>
        </p:nvPicPr>
        <p:blipFill rotWithShape="1">
          <a:blip r:embed="rId3">
            <a:alphaModFix/>
          </a:blip>
          <a:srcRect b="0" l="0" r="0" t="0"/>
          <a:stretch/>
        </p:blipFill>
        <p:spPr>
          <a:xfrm>
            <a:off x="95250" y="395375"/>
            <a:ext cx="8953499" cy="4456869"/>
          </a:xfrm>
          <a:prstGeom prst="rect">
            <a:avLst/>
          </a:prstGeom>
          <a:noFill/>
          <a:ln>
            <a:noFill/>
          </a:ln>
        </p:spPr>
      </p:pic>
      <p:sp>
        <p:nvSpPr>
          <p:cNvPr id="1227" name="Google Shape;1227;p13"/>
          <p:cNvSpPr/>
          <p:nvPr/>
        </p:nvSpPr>
        <p:spPr>
          <a:xfrm>
            <a:off x="4267453" y="969606"/>
            <a:ext cx="609300" cy="3330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89525" lIns="89525" spcFirstLastPara="1" rIns="89525" wrap="square" tIns="89525">
            <a:noAutofit/>
          </a:bodyPr>
          <a:lstStyle/>
          <a:p>
            <a:pPr indent="0" lvl="0" marL="0" marR="0" rtl="0" algn="l">
              <a:lnSpc>
                <a:spcPct val="100000"/>
              </a:lnSpc>
              <a:spcBef>
                <a:spcPts val="0"/>
              </a:spcBef>
              <a:spcAft>
                <a:spcPts val="0"/>
              </a:spcAft>
              <a:buClr>
                <a:srgbClr val="000000"/>
              </a:buClr>
              <a:buSzPts val="1371"/>
              <a:buFont typeface="Arial"/>
              <a:buNone/>
            </a:pPr>
            <a:r>
              <a:t/>
            </a:r>
            <a:endParaRPr b="0" i="0" sz="1371" u="none" cap="none" strike="noStrike">
              <a:solidFill>
                <a:srgbClr val="000000"/>
              </a:solidFill>
              <a:latin typeface="Arial"/>
              <a:ea typeface="Arial"/>
              <a:cs typeface="Arial"/>
              <a:sym typeface="Arial"/>
            </a:endParaRPr>
          </a:p>
        </p:txBody>
      </p:sp>
      <p:sp>
        <p:nvSpPr>
          <p:cNvPr id="1228" name="Google Shape;1228;p13"/>
          <p:cNvSpPr/>
          <p:nvPr/>
        </p:nvSpPr>
        <p:spPr>
          <a:xfrm>
            <a:off x="4186232" y="1526482"/>
            <a:ext cx="771600" cy="3330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89525" lIns="89525" spcFirstLastPara="1" rIns="89525" wrap="square" tIns="89525">
            <a:noAutofit/>
          </a:bodyPr>
          <a:lstStyle/>
          <a:p>
            <a:pPr indent="0" lvl="0" marL="0" marR="0" rtl="0" algn="l">
              <a:lnSpc>
                <a:spcPct val="100000"/>
              </a:lnSpc>
              <a:spcBef>
                <a:spcPts val="0"/>
              </a:spcBef>
              <a:spcAft>
                <a:spcPts val="0"/>
              </a:spcAft>
              <a:buClr>
                <a:srgbClr val="000000"/>
              </a:buClr>
              <a:buSzPts val="1371"/>
              <a:buFont typeface="Arial"/>
              <a:buNone/>
            </a:pPr>
            <a:r>
              <a:t/>
            </a:r>
            <a:endParaRPr b="0" i="0" sz="1371" u="none" cap="none" strike="noStrike">
              <a:solidFill>
                <a:srgbClr val="000000"/>
              </a:solidFill>
              <a:latin typeface="Arial"/>
              <a:ea typeface="Arial"/>
              <a:cs typeface="Arial"/>
              <a:sym typeface="Arial"/>
            </a:endParaRPr>
          </a:p>
        </p:txBody>
      </p:sp>
      <p:sp>
        <p:nvSpPr>
          <p:cNvPr id="1229" name="Google Shape;1229;p13"/>
          <p:cNvSpPr/>
          <p:nvPr/>
        </p:nvSpPr>
        <p:spPr>
          <a:xfrm>
            <a:off x="4186159" y="2083338"/>
            <a:ext cx="771600" cy="3330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89525" lIns="89525" spcFirstLastPara="1" rIns="89525" wrap="square" tIns="89525">
            <a:noAutofit/>
          </a:bodyPr>
          <a:lstStyle/>
          <a:p>
            <a:pPr indent="0" lvl="0" marL="0" marR="0" rtl="0" algn="l">
              <a:lnSpc>
                <a:spcPct val="100000"/>
              </a:lnSpc>
              <a:spcBef>
                <a:spcPts val="0"/>
              </a:spcBef>
              <a:spcAft>
                <a:spcPts val="0"/>
              </a:spcAft>
              <a:buClr>
                <a:srgbClr val="000000"/>
              </a:buClr>
              <a:buSzPts val="1371"/>
              <a:buFont typeface="Arial"/>
              <a:buNone/>
            </a:pPr>
            <a:r>
              <a:t/>
            </a:r>
            <a:endParaRPr b="0" i="0" sz="1371" u="none" cap="none" strike="noStrike">
              <a:solidFill>
                <a:srgbClr val="000000"/>
              </a:solidFill>
              <a:latin typeface="Arial"/>
              <a:ea typeface="Arial"/>
              <a:cs typeface="Arial"/>
              <a:sym typeface="Arial"/>
            </a:endParaRPr>
          </a:p>
        </p:txBody>
      </p:sp>
      <p:sp>
        <p:nvSpPr>
          <p:cNvPr id="1230" name="Google Shape;1230;p13"/>
          <p:cNvSpPr/>
          <p:nvPr/>
        </p:nvSpPr>
        <p:spPr>
          <a:xfrm>
            <a:off x="4145625" y="3253926"/>
            <a:ext cx="852900" cy="3330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89525" lIns="89525" spcFirstLastPara="1" rIns="89525" wrap="square" tIns="89525">
            <a:noAutofit/>
          </a:bodyPr>
          <a:lstStyle/>
          <a:p>
            <a:pPr indent="0" lvl="0" marL="0" marR="0" rtl="0" algn="l">
              <a:lnSpc>
                <a:spcPct val="100000"/>
              </a:lnSpc>
              <a:spcBef>
                <a:spcPts val="0"/>
              </a:spcBef>
              <a:spcAft>
                <a:spcPts val="0"/>
              </a:spcAft>
              <a:buClr>
                <a:srgbClr val="000000"/>
              </a:buClr>
              <a:buSzPts val="1371"/>
              <a:buFont typeface="Arial"/>
              <a:buNone/>
            </a:pPr>
            <a:r>
              <a:t/>
            </a:r>
            <a:endParaRPr b="0" i="0" sz="1371" u="none" cap="none" strike="noStrike">
              <a:solidFill>
                <a:srgbClr val="000000"/>
              </a:solidFill>
              <a:latin typeface="Arial"/>
              <a:ea typeface="Arial"/>
              <a:cs typeface="Arial"/>
              <a:sym typeface="Arial"/>
            </a:endParaRPr>
          </a:p>
        </p:txBody>
      </p:sp>
      <p:sp>
        <p:nvSpPr>
          <p:cNvPr id="1231" name="Google Shape;1231;p13"/>
          <p:cNvSpPr/>
          <p:nvPr/>
        </p:nvSpPr>
        <p:spPr>
          <a:xfrm>
            <a:off x="4105158" y="3745378"/>
            <a:ext cx="933900" cy="4032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89525" lIns="89525" spcFirstLastPara="1" rIns="89525" wrap="square" tIns="89525">
            <a:noAutofit/>
          </a:bodyPr>
          <a:lstStyle/>
          <a:p>
            <a:pPr indent="0" lvl="0" marL="0" marR="0" rtl="0" algn="l">
              <a:lnSpc>
                <a:spcPct val="100000"/>
              </a:lnSpc>
              <a:spcBef>
                <a:spcPts val="0"/>
              </a:spcBef>
              <a:spcAft>
                <a:spcPts val="0"/>
              </a:spcAft>
              <a:buClr>
                <a:srgbClr val="000000"/>
              </a:buClr>
              <a:buSzPts val="1371"/>
              <a:buFont typeface="Arial"/>
              <a:buNone/>
            </a:pPr>
            <a:r>
              <a:t/>
            </a:r>
            <a:endParaRPr b="0" i="0" sz="1371" u="none" cap="none" strike="noStrike">
              <a:solidFill>
                <a:srgbClr val="000000"/>
              </a:solidFill>
              <a:latin typeface="Arial"/>
              <a:ea typeface="Arial"/>
              <a:cs typeface="Arial"/>
              <a:sym typeface="Arial"/>
            </a:endParaRPr>
          </a:p>
        </p:txBody>
      </p:sp>
      <p:sp>
        <p:nvSpPr>
          <p:cNvPr id="1232" name="Google Shape;1232;p13"/>
          <p:cNvSpPr/>
          <p:nvPr/>
        </p:nvSpPr>
        <p:spPr>
          <a:xfrm>
            <a:off x="4105158" y="4365529"/>
            <a:ext cx="933900" cy="4032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89525" lIns="89525" spcFirstLastPara="1" rIns="89525" wrap="square" tIns="89525">
            <a:noAutofit/>
          </a:bodyPr>
          <a:lstStyle/>
          <a:p>
            <a:pPr indent="0" lvl="0" marL="0" marR="0" rtl="0" algn="l">
              <a:lnSpc>
                <a:spcPct val="100000"/>
              </a:lnSpc>
              <a:spcBef>
                <a:spcPts val="0"/>
              </a:spcBef>
              <a:spcAft>
                <a:spcPts val="0"/>
              </a:spcAft>
              <a:buClr>
                <a:srgbClr val="000000"/>
              </a:buClr>
              <a:buSzPts val="1371"/>
              <a:buFont typeface="Arial"/>
              <a:buNone/>
            </a:pPr>
            <a:r>
              <a:t/>
            </a:r>
            <a:endParaRPr b="0" i="0" sz="1371" u="none" cap="none" strike="noStrike">
              <a:solidFill>
                <a:srgbClr val="000000"/>
              </a:solidFill>
              <a:latin typeface="Arial"/>
              <a:ea typeface="Arial"/>
              <a:cs typeface="Arial"/>
              <a:sym typeface="Arial"/>
            </a:endParaRPr>
          </a:p>
        </p:txBody>
      </p:sp>
      <p:sp>
        <p:nvSpPr>
          <p:cNvPr id="1233" name="Google Shape;1233;p13"/>
          <p:cNvSpPr/>
          <p:nvPr/>
        </p:nvSpPr>
        <p:spPr>
          <a:xfrm>
            <a:off x="3942861" y="2633533"/>
            <a:ext cx="1236900" cy="4032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89525" lIns="89525" spcFirstLastPara="1" rIns="89525" wrap="square" tIns="89525">
            <a:noAutofit/>
          </a:bodyPr>
          <a:lstStyle/>
          <a:p>
            <a:pPr indent="0" lvl="0" marL="0" marR="0" rtl="0" algn="l">
              <a:lnSpc>
                <a:spcPct val="100000"/>
              </a:lnSpc>
              <a:spcBef>
                <a:spcPts val="0"/>
              </a:spcBef>
              <a:spcAft>
                <a:spcPts val="0"/>
              </a:spcAft>
              <a:buClr>
                <a:srgbClr val="000000"/>
              </a:buClr>
              <a:buSzPts val="1371"/>
              <a:buFont typeface="Arial"/>
              <a:buNone/>
            </a:pPr>
            <a:r>
              <a:t/>
            </a:r>
            <a:endParaRPr b="0" i="0" sz="1371" u="none" cap="none" strike="noStrike">
              <a:solidFill>
                <a:srgbClr val="000000"/>
              </a:solidFill>
              <a:latin typeface="Arial"/>
              <a:ea typeface="Arial"/>
              <a:cs typeface="Arial"/>
              <a:sym typeface="Arial"/>
            </a:endParaRPr>
          </a:p>
        </p:txBody>
      </p:sp>
      <p:sp>
        <p:nvSpPr>
          <p:cNvPr id="1234" name="Google Shape;1234;p13"/>
          <p:cNvSpPr/>
          <p:nvPr/>
        </p:nvSpPr>
        <p:spPr>
          <a:xfrm>
            <a:off x="7121135" y="1001602"/>
            <a:ext cx="771600" cy="4032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89525" lIns="89525" spcFirstLastPara="1" rIns="89525" wrap="square" tIns="89525">
            <a:noAutofit/>
          </a:bodyPr>
          <a:lstStyle/>
          <a:p>
            <a:pPr indent="0" lvl="0" marL="0" marR="0" rtl="0" algn="l">
              <a:lnSpc>
                <a:spcPct val="100000"/>
              </a:lnSpc>
              <a:spcBef>
                <a:spcPts val="0"/>
              </a:spcBef>
              <a:spcAft>
                <a:spcPts val="0"/>
              </a:spcAft>
              <a:buClr>
                <a:srgbClr val="000000"/>
              </a:buClr>
              <a:buSzPts val="1371"/>
              <a:buFont typeface="Arial"/>
              <a:buNone/>
            </a:pPr>
            <a:r>
              <a:t/>
            </a:r>
            <a:endParaRPr b="0" i="0" sz="1371" u="none" cap="none" strike="noStrike">
              <a:solidFill>
                <a:srgbClr val="000000"/>
              </a:solidFill>
              <a:latin typeface="Arial"/>
              <a:ea typeface="Arial"/>
              <a:cs typeface="Arial"/>
              <a:sym typeface="Arial"/>
            </a:endParaRPr>
          </a:p>
        </p:txBody>
      </p:sp>
      <p:sp>
        <p:nvSpPr>
          <p:cNvPr id="1235" name="Google Shape;1235;p13"/>
          <p:cNvSpPr/>
          <p:nvPr/>
        </p:nvSpPr>
        <p:spPr>
          <a:xfrm>
            <a:off x="7010676" y="1498668"/>
            <a:ext cx="992700" cy="4836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89525" lIns="89525" spcFirstLastPara="1" rIns="89525" wrap="square" tIns="89525">
            <a:noAutofit/>
          </a:bodyPr>
          <a:lstStyle/>
          <a:p>
            <a:pPr indent="0" lvl="0" marL="0" marR="0" rtl="0" algn="l">
              <a:lnSpc>
                <a:spcPct val="100000"/>
              </a:lnSpc>
              <a:spcBef>
                <a:spcPts val="0"/>
              </a:spcBef>
              <a:spcAft>
                <a:spcPts val="0"/>
              </a:spcAft>
              <a:buClr>
                <a:srgbClr val="000000"/>
              </a:buClr>
              <a:buSzPts val="1371"/>
              <a:buFont typeface="Arial"/>
              <a:buNone/>
            </a:pPr>
            <a:r>
              <a:t/>
            </a:r>
            <a:endParaRPr b="0" i="0" sz="1371" u="none" cap="none" strike="noStrike">
              <a:solidFill>
                <a:srgbClr val="000000"/>
              </a:solidFill>
              <a:latin typeface="Arial"/>
              <a:ea typeface="Arial"/>
              <a:cs typeface="Arial"/>
              <a:sym typeface="Arial"/>
            </a:endParaRPr>
          </a:p>
        </p:txBody>
      </p:sp>
      <p:sp>
        <p:nvSpPr>
          <p:cNvPr id="1236" name="Google Shape;1236;p13"/>
          <p:cNvSpPr/>
          <p:nvPr/>
        </p:nvSpPr>
        <p:spPr>
          <a:xfrm>
            <a:off x="7080600" y="2063414"/>
            <a:ext cx="852900" cy="4836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89525" lIns="89525" spcFirstLastPara="1" rIns="89525" wrap="square" tIns="89525">
            <a:noAutofit/>
          </a:bodyPr>
          <a:lstStyle/>
          <a:p>
            <a:pPr indent="0" lvl="0" marL="0" marR="0" rtl="0" algn="l">
              <a:lnSpc>
                <a:spcPct val="100000"/>
              </a:lnSpc>
              <a:spcBef>
                <a:spcPts val="0"/>
              </a:spcBef>
              <a:spcAft>
                <a:spcPts val="0"/>
              </a:spcAft>
              <a:buClr>
                <a:srgbClr val="000000"/>
              </a:buClr>
              <a:buSzPts val="1371"/>
              <a:buFont typeface="Arial"/>
              <a:buNone/>
            </a:pPr>
            <a:r>
              <a:t/>
            </a:r>
            <a:endParaRPr b="0" i="0" sz="1371" u="none" cap="none" strike="noStrike">
              <a:solidFill>
                <a:srgbClr val="000000"/>
              </a:solidFill>
              <a:latin typeface="Arial"/>
              <a:ea typeface="Arial"/>
              <a:cs typeface="Arial"/>
              <a:sym typeface="Arial"/>
            </a:endParaRPr>
          </a:p>
        </p:txBody>
      </p:sp>
      <p:sp>
        <p:nvSpPr>
          <p:cNvPr id="1237" name="Google Shape;1237;p13"/>
          <p:cNvSpPr/>
          <p:nvPr/>
        </p:nvSpPr>
        <p:spPr>
          <a:xfrm>
            <a:off x="7166225" y="3253934"/>
            <a:ext cx="681600" cy="4032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89525" lIns="89525" spcFirstLastPara="1" rIns="89525" wrap="square" tIns="89525">
            <a:noAutofit/>
          </a:bodyPr>
          <a:lstStyle/>
          <a:p>
            <a:pPr indent="0" lvl="0" marL="0" marR="0" rtl="0" algn="l">
              <a:lnSpc>
                <a:spcPct val="100000"/>
              </a:lnSpc>
              <a:spcBef>
                <a:spcPts val="0"/>
              </a:spcBef>
              <a:spcAft>
                <a:spcPts val="0"/>
              </a:spcAft>
              <a:buClr>
                <a:srgbClr val="000000"/>
              </a:buClr>
              <a:buSzPts val="1371"/>
              <a:buFont typeface="Arial"/>
              <a:buNone/>
            </a:pPr>
            <a:r>
              <a:t/>
            </a:r>
            <a:endParaRPr b="0" i="0" sz="1371" u="none" cap="none" strike="noStrike">
              <a:solidFill>
                <a:srgbClr val="000000"/>
              </a:solidFill>
              <a:latin typeface="Arial"/>
              <a:ea typeface="Arial"/>
              <a:cs typeface="Arial"/>
              <a:sym typeface="Arial"/>
            </a:endParaRPr>
          </a:p>
        </p:txBody>
      </p:sp>
      <p:sp>
        <p:nvSpPr>
          <p:cNvPr id="1238" name="Google Shape;1238;p13"/>
          <p:cNvSpPr/>
          <p:nvPr/>
        </p:nvSpPr>
        <p:spPr>
          <a:xfrm>
            <a:off x="7080599" y="2629014"/>
            <a:ext cx="852900" cy="4836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89525" lIns="89525" spcFirstLastPara="1" rIns="89525" wrap="square" tIns="89525">
            <a:noAutofit/>
          </a:bodyPr>
          <a:lstStyle/>
          <a:p>
            <a:pPr indent="0" lvl="0" marL="0" marR="0" rtl="0" algn="l">
              <a:lnSpc>
                <a:spcPct val="100000"/>
              </a:lnSpc>
              <a:spcBef>
                <a:spcPts val="0"/>
              </a:spcBef>
              <a:spcAft>
                <a:spcPts val="0"/>
              </a:spcAft>
              <a:buClr>
                <a:srgbClr val="000000"/>
              </a:buClr>
              <a:buSzPts val="1371"/>
              <a:buFont typeface="Arial"/>
              <a:buNone/>
            </a:pPr>
            <a:r>
              <a:t/>
            </a:r>
            <a:endParaRPr b="0" i="0" sz="1371" u="none" cap="none" strike="noStrike">
              <a:solidFill>
                <a:srgbClr val="000000"/>
              </a:solidFill>
              <a:latin typeface="Arial"/>
              <a:ea typeface="Arial"/>
              <a:cs typeface="Arial"/>
              <a:sym typeface="Arial"/>
            </a:endParaRPr>
          </a:p>
        </p:txBody>
      </p:sp>
      <p:sp>
        <p:nvSpPr>
          <p:cNvPr id="1239" name="Google Shape;1239;p13"/>
          <p:cNvSpPr/>
          <p:nvPr/>
        </p:nvSpPr>
        <p:spPr>
          <a:xfrm>
            <a:off x="7166226" y="3794141"/>
            <a:ext cx="681600" cy="4032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89525" lIns="89525" spcFirstLastPara="1" rIns="89525" wrap="square" tIns="89525">
            <a:noAutofit/>
          </a:bodyPr>
          <a:lstStyle/>
          <a:p>
            <a:pPr indent="0" lvl="0" marL="0" marR="0" rtl="0" algn="l">
              <a:lnSpc>
                <a:spcPct val="100000"/>
              </a:lnSpc>
              <a:spcBef>
                <a:spcPts val="0"/>
              </a:spcBef>
              <a:spcAft>
                <a:spcPts val="0"/>
              </a:spcAft>
              <a:buClr>
                <a:srgbClr val="000000"/>
              </a:buClr>
              <a:buSzPts val="1371"/>
              <a:buFont typeface="Arial"/>
              <a:buNone/>
            </a:pPr>
            <a:r>
              <a:t/>
            </a:r>
            <a:endParaRPr b="0" i="0" sz="1371" u="none" cap="none" strike="noStrike">
              <a:solidFill>
                <a:srgbClr val="000000"/>
              </a:solidFill>
              <a:latin typeface="Arial"/>
              <a:ea typeface="Arial"/>
              <a:cs typeface="Arial"/>
              <a:sym typeface="Arial"/>
            </a:endParaRPr>
          </a:p>
        </p:txBody>
      </p:sp>
      <p:sp>
        <p:nvSpPr>
          <p:cNvPr id="1240" name="Google Shape;1240;p13"/>
          <p:cNvSpPr/>
          <p:nvPr/>
        </p:nvSpPr>
        <p:spPr>
          <a:xfrm>
            <a:off x="7166229" y="4308239"/>
            <a:ext cx="681600" cy="4836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89525" lIns="89525" spcFirstLastPara="1" rIns="89525" wrap="square" tIns="89525">
            <a:noAutofit/>
          </a:bodyPr>
          <a:lstStyle/>
          <a:p>
            <a:pPr indent="0" lvl="0" marL="0" marR="0" rtl="0" algn="l">
              <a:lnSpc>
                <a:spcPct val="100000"/>
              </a:lnSpc>
              <a:spcBef>
                <a:spcPts val="0"/>
              </a:spcBef>
              <a:spcAft>
                <a:spcPts val="0"/>
              </a:spcAft>
              <a:buClr>
                <a:srgbClr val="000000"/>
              </a:buClr>
              <a:buSzPts val="1371"/>
              <a:buFont typeface="Arial"/>
              <a:buNone/>
            </a:pPr>
            <a:r>
              <a:t/>
            </a:r>
            <a:endParaRPr b="0" i="0" sz="1371" u="none" cap="none" strike="noStrike">
              <a:solidFill>
                <a:srgbClr val="000000"/>
              </a:solidFill>
              <a:latin typeface="Arial"/>
              <a:ea typeface="Arial"/>
              <a:cs typeface="Arial"/>
              <a:sym typeface="Arial"/>
            </a:endParaRPr>
          </a:p>
        </p:txBody>
      </p:sp>
      <p:sp>
        <p:nvSpPr>
          <p:cNvPr id="1241" name="Google Shape;1241;p13"/>
          <p:cNvSpPr txBox="1"/>
          <p:nvPr/>
        </p:nvSpPr>
        <p:spPr>
          <a:xfrm>
            <a:off x="459600" y="-39125"/>
            <a:ext cx="69915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Varela Round"/>
                <a:ea typeface="Varela Round"/>
                <a:cs typeface="Varela Round"/>
                <a:sym typeface="Varela Round"/>
              </a:rPr>
              <a:t>Copy and complete in your exercise books.</a:t>
            </a:r>
            <a:endParaRPr b="1" sz="2400">
              <a:solidFill>
                <a:schemeClr val="accent6"/>
              </a:solidFill>
              <a:latin typeface="Varela Round"/>
              <a:ea typeface="Varela Round"/>
              <a:cs typeface="Varela Round"/>
              <a:sym typeface="Varela Rou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4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14"/>
          <p:cNvSpPr txBox="1"/>
          <p:nvPr>
            <p:ph idx="4294967295" type="ctrTitle"/>
          </p:nvPr>
        </p:nvSpPr>
        <p:spPr>
          <a:xfrm>
            <a:off x="1440150" y="213525"/>
            <a:ext cx="6263700" cy="579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617A86"/>
              </a:buClr>
              <a:buSzPts val="4800"/>
              <a:buFont typeface="Nixie One"/>
              <a:buNone/>
            </a:pPr>
            <a:r>
              <a:rPr b="1" i="0" lang="en" sz="2600" u="none" cap="none" strike="noStrike">
                <a:solidFill>
                  <a:srgbClr val="00ACC3"/>
                </a:solidFill>
                <a:latin typeface="Lato"/>
                <a:ea typeface="Lato"/>
                <a:cs typeface="Lato"/>
                <a:sym typeface="Lato"/>
              </a:rPr>
              <a:t>Ionic bonding</a:t>
            </a:r>
            <a:endParaRPr b="1" i="0" sz="1800" u="none" cap="none" strike="noStrike">
              <a:solidFill>
                <a:srgbClr val="00ACC3"/>
              </a:solidFill>
              <a:latin typeface="Lato"/>
              <a:ea typeface="Lato"/>
              <a:cs typeface="Lato"/>
              <a:sym typeface="Lato"/>
            </a:endParaRPr>
          </a:p>
        </p:txBody>
      </p:sp>
      <p:sp>
        <p:nvSpPr>
          <p:cNvPr id="1247" name="Google Shape;1247;p14"/>
          <p:cNvSpPr txBox="1"/>
          <p:nvPr/>
        </p:nvSpPr>
        <p:spPr>
          <a:xfrm>
            <a:off x="156275" y="733975"/>
            <a:ext cx="8692500" cy="41097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rgbClr val="000000"/>
              </a:buClr>
              <a:buSzPts val="2500"/>
              <a:buFont typeface="Lato"/>
              <a:buChar char="●"/>
            </a:pPr>
            <a:r>
              <a:rPr b="0" i="0" lang="en" sz="2500" u="none" cap="none" strike="noStrike">
                <a:solidFill>
                  <a:srgbClr val="000000"/>
                </a:solidFill>
                <a:latin typeface="Lato"/>
                <a:ea typeface="Lato"/>
                <a:cs typeface="Lato"/>
                <a:sym typeface="Lato"/>
              </a:rPr>
              <a:t>Ionic compounds are formed when </a:t>
            </a:r>
            <a:r>
              <a:rPr b="1" i="0" lang="en" sz="2400" u="none" cap="none" strike="noStrike">
                <a:solidFill>
                  <a:srgbClr val="008000"/>
                </a:solidFill>
                <a:latin typeface="Lato"/>
                <a:ea typeface="Lato"/>
                <a:cs typeface="Lato"/>
                <a:sym typeface="Lato"/>
              </a:rPr>
              <a:t>metal</a:t>
            </a:r>
            <a:r>
              <a:rPr b="0" i="0" lang="en" sz="2500" u="none" cap="none" strike="noStrike">
                <a:solidFill>
                  <a:srgbClr val="BD2A35"/>
                </a:solidFill>
                <a:latin typeface="Lato"/>
                <a:ea typeface="Lato"/>
                <a:cs typeface="Lato"/>
                <a:sym typeface="Lato"/>
              </a:rPr>
              <a:t> </a:t>
            </a:r>
            <a:r>
              <a:rPr b="0" i="0" lang="en" sz="2500" u="none" cap="none" strike="noStrike">
                <a:solidFill>
                  <a:srgbClr val="000000"/>
                </a:solidFill>
                <a:latin typeface="Lato"/>
                <a:ea typeface="Lato"/>
                <a:cs typeface="Lato"/>
                <a:sym typeface="Lato"/>
              </a:rPr>
              <a:t>atoms react with </a:t>
            </a:r>
            <a:r>
              <a:rPr b="1" i="0" lang="en" sz="2400" u="none" cap="none" strike="noStrike">
                <a:solidFill>
                  <a:srgbClr val="008000"/>
                </a:solidFill>
                <a:latin typeface="Lato"/>
                <a:ea typeface="Lato"/>
                <a:cs typeface="Lato"/>
                <a:sym typeface="Lato"/>
              </a:rPr>
              <a:t>non-metal</a:t>
            </a:r>
            <a:r>
              <a:rPr b="0" i="0" lang="en" sz="2500" u="none" cap="none" strike="noStrike">
                <a:solidFill>
                  <a:srgbClr val="BD2A35"/>
                </a:solidFill>
                <a:latin typeface="Lato"/>
                <a:ea typeface="Lato"/>
                <a:cs typeface="Lato"/>
                <a:sym typeface="Lato"/>
              </a:rPr>
              <a:t> </a:t>
            </a:r>
            <a:r>
              <a:rPr b="0" i="0" lang="en" sz="2500" u="none" cap="none" strike="noStrike">
                <a:solidFill>
                  <a:srgbClr val="000000"/>
                </a:solidFill>
                <a:latin typeface="Lato"/>
                <a:ea typeface="Lato"/>
                <a:cs typeface="Lato"/>
                <a:sym typeface="Lato"/>
              </a:rPr>
              <a:t> atoms</a:t>
            </a:r>
            <a:endParaRPr b="0" i="0" sz="2500" u="none" cap="none" strike="noStrike">
              <a:solidFill>
                <a:srgbClr val="000000"/>
              </a:solidFill>
              <a:latin typeface="Lato"/>
              <a:ea typeface="Lato"/>
              <a:cs typeface="Lato"/>
              <a:sym typeface="Lato"/>
            </a:endParaRPr>
          </a:p>
          <a:p>
            <a:pPr indent="-387350" lvl="1" marL="914400" marR="0" rtl="0" algn="l">
              <a:lnSpc>
                <a:spcPct val="115000"/>
              </a:lnSpc>
              <a:spcBef>
                <a:spcPts val="0"/>
              </a:spcBef>
              <a:spcAft>
                <a:spcPts val="0"/>
              </a:spcAft>
              <a:buClr>
                <a:srgbClr val="000000"/>
              </a:buClr>
              <a:buSzPts val="2500"/>
              <a:buFont typeface="Lato"/>
              <a:buChar char="○"/>
            </a:pPr>
            <a:r>
              <a:rPr b="0" i="0" lang="en" sz="2500" u="none" cap="none" strike="noStrike">
                <a:solidFill>
                  <a:srgbClr val="000000"/>
                </a:solidFill>
                <a:latin typeface="Lato"/>
                <a:ea typeface="Lato"/>
                <a:cs typeface="Lato"/>
                <a:sym typeface="Lato"/>
              </a:rPr>
              <a:t>Metal atoms = </a:t>
            </a:r>
            <a:r>
              <a:rPr b="1" i="0" lang="en" sz="2500" u="none" cap="none" strike="noStrike">
                <a:solidFill>
                  <a:srgbClr val="FF0000"/>
                </a:solidFill>
                <a:latin typeface="Lato"/>
                <a:ea typeface="Lato"/>
                <a:cs typeface="Lato"/>
                <a:sym typeface="Lato"/>
              </a:rPr>
              <a:t>lose</a:t>
            </a:r>
            <a:r>
              <a:rPr b="0" i="0" lang="en" sz="2500" u="none" cap="none" strike="noStrike">
                <a:solidFill>
                  <a:srgbClr val="000000"/>
                </a:solidFill>
                <a:latin typeface="Lato"/>
                <a:ea typeface="Lato"/>
                <a:cs typeface="Lato"/>
                <a:sym typeface="Lato"/>
              </a:rPr>
              <a:t> their outermost electron</a:t>
            </a:r>
            <a:endParaRPr b="0" i="0" sz="2500" u="none" cap="none" strike="noStrike">
              <a:solidFill>
                <a:srgbClr val="000000"/>
              </a:solidFill>
              <a:latin typeface="Lato"/>
              <a:ea typeface="Lato"/>
              <a:cs typeface="Lato"/>
              <a:sym typeface="Lato"/>
            </a:endParaRPr>
          </a:p>
          <a:p>
            <a:pPr indent="-387350" lvl="1" marL="914400" marR="0" rtl="0" algn="l">
              <a:lnSpc>
                <a:spcPct val="115000"/>
              </a:lnSpc>
              <a:spcBef>
                <a:spcPts val="0"/>
              </a:spcBef>
              <a:spcAft>
                <a:spcPts val="0"/>
              </a:spcAft>
              <a:buClr>
                <a:srgbClr val="000000"/>
              </a:buClr>
              <a:buSzPts val="2500"/>
              <a:buFont typeface="Lato"/>
              <a:buChar char="○"/>
            </a:pPr>
            <a:r>
              <a:rPr b="0" i="0" lang="en" sz="2500" u="none" cap="none" strike="noStrike">
                <a:solidFill>
                  <a:srgbClr val="000000"/>
                </a:solidFill>
                <a:latin typeface="Lato"/>
                <a:ea typeface="Lato"/>
                <a:cs typeface="Lato"/>
                <a:sym typeface="Lato"/>
              </a:rPr>
              <a:t>Non-metal atoms = </a:t>
            </a:r>
            <a:r>
              <a:rPr b="1" i="0" lang="en" sz="2500" u="none" cap="none" strike="noStrike">
                <a:solidFill>
                  <a:srgbClr val="0000FF"/>
                </a:solidFill>
                <a:latin typeface="Lato"/>
                <a:ea typeface="Lato"/>
                <a:cs typeface="Lato"/>
                <a:sym typeface="Lato"/>
              </a:rPr>
              <a:t>gain</a:t>
            </a:r>
            <a:r>
              <a:rPr b="0" i="0" lang="en" sz="2500" u="none" cap="none" strike="noStrike">
                <a:solidFill>
                  <a:srgbClr val="BD2A35"/>
                </a:solidFill>
                <a:latin typeface="Lato"/>
                <a:ea typeface="Lato"/>
                <a:cs typeface="Lato"/>
                <a:sym typeface="Lato"/>
              </a:rPr>
              <a:t> </a:t>
            </a:r>
            <a:r>
              <a:rPr b="0" i="0" lang="en" sz="2500" u="none" cap="none" strike="noStrike">
                <a:solidFill>
                  <a:srgbClr val="000000"/>
                </a:solidFill>
                <a:latin typeface="Lato"/>
                <a:ea typeface="Lato"/>
                <a:cs typeface="Lato"/>
                <a:sym typeface="Lato"/>
              </a:rPr>
              <a:t>electron</a:t>
            </a:r>
            <a:r>
              <a:rPr lang="en" sz="2500">
                <a:latin typeface="Lato"/>
                <a:ea typeface="Lato"/>
                <a:cs typeface="Lato"/>
                <a:sym typeface="Lato"/>
              </a:rPr>
              <a:t>(s)</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Char char="●"/>
            </a:pPr>
            <a:r>
              <a:rPr b="0" i="0" lang="en" sz="2500" u="none" cap="none" strike="noStrike">
                <a:solidFill>
                  <a:srgbClr val="000000"/>
                </a:solidFill>
                <a:latin typeface="Lato"/>
                <a:ea typeface="Lato"/>
                <a:cs typeface="Lato"/>
                <a:sym typeface="Lato"/>
              </a:rPr>
              <a:t>Positive and negative ions are held together by </a:t>
            </a:r>
            <a:r>
              <a:rPr b="1" i="0" lang="en" sz="2400" u="none" cap="none" strike="noStrike">
                <a:solidFill>
                  <a:srgbClr val="008000"/>
                </a:solidFill>
                <a:latin typeface="Lato"/>
                <a:ea typeface="Lato"/>
                <a:cs typeface="Lato"/>
                <a:sym typeface="Lato"/>
              </a:rPr>
              <a:t>strong</a:t>
            </a:r>
            <a:r>
              <a:rPr b="0" i="0" lang="en" sz="2500" u="none" cap="none" strike="noStrike">
                <a:solidFill>
                  <a:srgbClr val="000000"/>
                </a:solidFill>
                <a:latin typeface="Lato"/>
                <a:ea typeface="Lato"/>
                <a:cs typeface="Lato"/>
                <a:sym typeface="Lato"/>
              </a:rPr>
              <a:t> electrostatic forces of attraction between </a:t>
            </a:r>
            <a:r>
              <a:rPr b="1" i="0" lang="en" sz="2400" u="none" cap="none" strike="noStrike">
                <a:solidFill>
                  <a:srgbClr val="008000"/>
                </a:solidFill>
                <a:latin typeface="Lato"/>
                <a:ea typeface="Lato"/>
                <a:cs typeface="Lato"/>
                <a:sym typeface="Lato"/>
              </a:rPr>
              <a:t>opposite</a:t>
            </a:r>
            <a:r>
              <a:rPr b="0" i="0" lang="en" sz="2500" u="none" cap="none" strike="noStrike">
                <a:solidFill>
                  <a:srgbClr val="000000"/>
                </a:solidFill>
                <a:latin typeface="Lato"/>
                <a:ea typeface="Lato"/>
                <a:cs typeface="Lato"/>
                <a:sym typeface="Lato"/>
              </a:rPr>
              <a:t> charges</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Char char="●"/>
            </a:pPr>
            <a:r>
              <a:rPr lang="en" sz="2500">
                <a:latin typeface="Lato"/>
                <a:ea typeface="Lato"/>
                <a:cs typeface="Lato"/>
                <a:sym typeface="Lato"/>
              </a:rPr>
              <a:t>This f</a:t>
            </a:r>
            <a:r>
              <a:rPr b="0" i="0" lang="en" sz="2500" u="none" cap="none" strike="noStrike">
                <a:solidFill>
                  <a:srgbClr val="000000"/>
                </a:solidFill>
                <a:latin typeface="Lato"/>
                <a:ea typeface="Lato"/>
                <a:cs typeface="Lato"/>
                <a:sym typeface="Lato"/>
              </a:rPr>
              <a:t>orce of attraction is known as an </a:t>
            </a:r>
            <a:r>
              <a:rPr b="1" i="0" lang="en" sz="2400" u="none" cap="none" strike="noStrike">
                <a:solidFill>
                  <a:srgbClr val="008000"/>
                </a:solidFill>
                <a:latin typeface="Lato"/>
                <a:ea typeface="Lato"/>
                <a:cs typeface="Lato"/>
                <a:sym typeface="Lato"/>
              </a:rPr>
              <a:t>ionic bond</a:t>
            </a:r>
            <a:r>
              <a:rPr b="0" i="0" lang="en" sz="2500" u="none" cap="none" strike="noStrike">
                <a:solidFill>
                  <a:srgbClr val="000000"/>
                </a:solidFill>
                <a:latin typeface="Lato"/>
                <a:ea typeface="Lato"/>
                <a:cs typeface="Lato"/>
                <a:sym typeface="Lato"/>
              </a:rPr>
              <a:t> and they hold ionic compounds together</a:t>
            </a:r>
            <a:endParaRPr b="0" i="0" sz="2500" u="none" cap="none" strike="noStrike">
              <a:solidFill>
                <a:srgbClr val="000000"/>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sp>
        <p:nvSpPr>
          <p:cNvPr id="1252" name="Google Shape;1252;p15"/>
          <p:cNvSpPr txBox="1"/>
          <p:nvPr>
            <p:ph idx="4294967295" type="ctrTitle"/>
          </p:nvPr>
        </p:nvSpPr>
        <p:spPr>
          <a:xfrm>
            <a:off x="1440150" y="213525"/>
            <a:ext cx="6263700" cy="579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617A86"/>
              </a:buClr>
              <a:buSzPts val="4800"/>
              <a:buFont typeface="Nixie One"/>
              <a:buNone/>
            </a:pPr>
            <a:r>
              <a:rPr b="1" i="0" lang="en" sz="2600" u="none" cap="none" strike="noStrike">
                <a:solidFill>
                  <a:srgbClr val="00ACC3"/>
                </a:solidFill>
                <a:latin typeface="Lato"/>
                <a:ea typeface="Lato"/>
                <a:cs typeface="Lato"/>
                <a:sym typeface="Lato"/>
              </a:rPr>
              <a:t>Ionic bonding</a:t>
            </a:r>
            <a:endParaRPr b="1" i="0" sz="1800" u="none" cap="none" strike="noStrike">
              <a:solidFill>
                <a:srgbClr val="00ACC3"/>
              </a:solidFill>
              <a:latin typeface="Lato"/>
              <a:ea typeface="Lato"/>
              <a:cs typeface="Lato"/>
              <a:sym typeface="Lato"/>
            </a:endParaRPr>
          </a:p>
        </p:txBody>
      </p:sp>
      <p:pic>
        <p:nvPicPr>
          <p:cNvPr id="1253" name="Google Shape;1253;p15"/>
          <p:cNvPicPr preferRelativeResize="0"/>
          <p:nvPr/>
        </p:nvPicPr>
        <p:blipFill rotWithShape="1">
          <a:blip r:embed="rId3">
            <a:alphaModFix/>
          </a:blip>
          <a:srcRect b="0" l="0" r="0" t="0"/>
          <a:stretch/>
        </p:blipFill>
        <p:spPr>
          <a:xfrm>
            <a:off x="1148550" y="1031550"/>
            <a:ext cx="6846879" cy="4045275"/>
          </a:xfrm>
          <a:prstGeom prst="rect">
            <a:avLst/>
          </a:prstGeom>
          <a:noFill/>
          <a:ln>
            <a:noFill/>
          </a:ln>
        </p:spPr>
      </p:pic>
      <p:sp>
        <p:nvSpPr>
          <p:cNvPr id="1254" name="Google Shape;1254;p15"/>
          <p:cNvSpPr txBox="1"/>
          <p:nvPr/>
        </p:nvSpPr>
        <p:spPr>
          <a:xfrm>
            <a:off x="781050" y="917250"/>
            <a:ext cx="50292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Lato"/>
                <a:ea typeface="Lato"/>
                <a:cs typeface="Lato"/>
                <a:sym typeface="Lato"/>
              </a:rPr>
              <a:t>We can draw a dot-and-cross diagram to represent ionic bonding between </a:t>
            </a:r>
            <a:r>
              <a:rPr b="1" i="0" lang="en" sz="2500" u="none" cap="none" strike="noStrike">
                <a:solidFill>
                  <a:srgbClr val="FF00FF"/>
                </a:solidFill>
                <a:latin typeface="Lato"/>
                <a:ea typeface="Lato"/>
                <a:cs typeface="Lato"/>
                <a:sym typeface="Lato"/>
              </a:rPr>
              <a:t>magnesium</a:t>
            </a:r>
            <a:r>
              <a:rPr b="0" i="0" lang="en" sz="2500" u="none" cap="none" strike="noStrike">
                <a:solidFill>
                  <a:srgbClr val="000000"/>
                </a:solidFill>
                <a:latin typeface="Lato"/>
                <a:ea typeface="Lato"/>
                <a:cs typeface="Lato"/>
                <a:sym typeface="Lato"/>
              </a:rPr>
              <a:t> and </a:t>
            </a:r>
            <a:r>
              <a:rPr b="1" i="0" lang="en" sz="2500" u="none" cap="none" strike="noStrike">
                <a:solidFill>
                  <a:srgbClr val="0000FF"/>
                </a:solidFill>
                <a:latin typeface="Lato"/>
                <a:ea typeface="Lato"/>
                <a:cs typeface="Lato"/>
                <a:sym typeface="Lato"/>
              </a:rPr>
              <a:t>oxygen</a:t>
            </a:r>
            <a:endParaRPr b="1" i="0" sz="1400" u="none" cap="none" strike="noStrike">
              <a:solidFill>
                <a:srgbClr val="0000FF"/>
              </a:solidFill>
              <a:latin typeface="Arial"/>
              <a:ea typeface="Arial"/>
              <a:cs typeface="Arial"/>
              <a:sym typeface="Arial"/>
            </a:endParaRPr>
          </a:p>
        </p:txBody>
      </p:sp>
      <p:pic>
        <p:nvPicPr>
          <p:cNvPr id="1255" name="Google Shape;1255;p15"/>
          <p:cNvPicPr preferRelativeResize="0"/>
          <p:nvPr/>
        </p:nvPicPr>
        <p:blipFill rotWithShape="1">
          <a:blip r:embed="rId4">
            <a:alphaModFix/>
          </a:blip>
          <a:srcRect b="0" l="0" r="0" t="0"/>
          <a:stretch/>
        </p:blipFill>
        <p:spPr>
          <a:xfrm>
            <a:off x="7920375" y="90563"/>
            <a:ext cx="1137901" cy="654375"/>
          </a:xfrm>
          <a:prstGeom prst="rect">
            <a:avLst/>
          </a:prstGeom>
          <a:noFill/>
          <a:ln>
            <a:noFill/>
          </a:ln>
        </p:spPr>
      </p:pic>
      <p:sp>
        <p:nvSpPr>
          <p:cNvPr id="1256" name="Google Shape;1256;p15"/>
          <p:cNvSpPr txBox="1"/>
          <p:nvPr/>
        </p:nvSpPr>
        <p:spPr>
          <a:xfrm>
            <a:off x="238125" y="4029075"/>
            <a:ext cx="5524500" cy="895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400"/>
              <a:buFont typeface="Arial"/>
              <a:buNone/>
            </a:pPr>
            <a:r>
              <a:rPr b="0" i="0" lang="en" sz="1400" u="none" cap="none" strike="noStrike">
                <a:solidFill>
                  <a:srgbClr val="000000"/>
                </a:solidFill>
                <a:latin typeface="Lato"/>
                <a:ea typeface="Lato"/>
                <a:cs typeface="Lato"/>
                <a:sym typeface="Lato"/>
              </a:rPr>
              <a:t>Usually only the outer shells of the atoms are shown. The electrons of one element are shown as dots and the other elements are shown as crosses (if there are more than two elements another symbol is used).</a:t>
            </a:r>
            <a:endParaRPr b="0" i="0" sz="1400" u="none" cap="none" strike="noStrike">
              <a:solidFill>
                <a:srgbClr val="000000"/>
              </a:solidFill>
              <a:latin typeface="Lato"/>
              <a:ea typeface="Lato"/>
              <a:cs typeface="Lato"/>
              <a:sym typeface="Lato"/>
            </a:endParaRPr>
          </a:p>
        </p:txBody>
      </p:sp>
      <p:sp>
        <p:nvSpPr>
          <p:cNvPr id="1257" name="Google Shape;1257;p15"/>
          <p:cNvSpPr txBox="1"/>
          <p:nvPr/>
        </p:nvSpPr>
        <p:spPr>
          <a:xfrm>
            <a:off x="7753350" y="2256450"/>
            <a:ext cx="1305000" cy="969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rgbClr val="000000"/>
                </a:solidFill>
                <a:latin typeface="Lato"/>
                <a:ea typeface="Lato"/>
                <a:cs typeface="Lato"/>
                <a:sym typeface="Lato"/>
              </a:rPr>
              <a:t>Magnesium oxide</a:t>
            </a:r>
            <a:endParaRPr b="0" i="0" sz="17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000000"/>
                </a:solidFill>
                <a:latin typeface="Lato"/>
                <a:ea typeface="Lato"/>
                <a:cs typeface="Lato"/>
                <a:sym typeface="Lato"/>
              </a:rPr>
              <a:t>MgO</a:t>
            </a:r>
            <a:endParaRPr b="1" i="0" sz="1700" u="none" cap="none" strike="noStrike">
              <a:solidFill>
                <a:srgbClr val="000000"/>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pic>
        <p:nvPicPr>
          <p:cNvPr id="1262" name="Google Shape;1262;p16"/>
          <p:cNvPicPr preferRelativeResize="0"/>
          <p:nvPr/>
        </p:nvPicPr>
        <p:blipFill rotWithShape="1">
          <a:blip r:embed="rId3">
            <a:alphaModFix/>
          </a:blip>
          <a:srcRect b="4997" l="77938" r="0" t="0"/>
          <a:stretch/>
        </p:blipFill>
        <p:spPr>
          <a:xfrm>
            <a:off x="6853892" y="999063"/>
            <a:ext cx="1866901" cy="2042575"/>
          </a:xfrm>
          <a:prstGeom prst="rect">
            <a:avLst/>
          </a:prstGeom>
          <a:noFill/>
          <a:ln>
            <a:noFill/>
          </a:ln>
        </p:spPr>
      </p:pic>
      <p:pic>
        <p:nvPicPr>
          <p:cNvPr id="1263" name="Google Shape;1263;p16"/>
          <p:cNvPicPr preferRelativeResize="0"/>
          <p:nvPr/>
        </p:nvPicPr>
        <p:blipFill rotWithShape="1">
          <a:blip r:embed="rId3">
            <a:alphaModFix/>
          </a:blip>
          <a:srcRect b="4997" l="0" r="23460" t="0"/>
          <a:stretch/>
        </p:blipFill>
        <p:spPr>
          <a:xfrm>
            <a:off x="109100" y="866775"/>
            <a:ext cx="6476999" cy="2042575"/>
          </a:xfrm>
          <a:prstGeom prst="rect">
            <a:avLst/>
          </a:prstGeom>
          <a:noFill/>
          <a:ln>
            <a:noFill/>
          </a:ln>
        </p:spPr>
      </p:pic>
      <p:sp>
        <p:nvSpPr>
          <p:cNvPr id="1264" name="Google Shape;1264;p16"/>
          <p:cNvSpPr txBox="1"/>
          <p:nvPr/>
        </p:nvSpPr>
        <p:spPr>
          <a:xfrm>
            <a:off x="5022650" y="3124200"/>
            <a:ext cx="35814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Lato"/>
                <a:ea typeface="Lato"/>
                <a:cs typeface="Lato"/>
                <a:sym typeface="Lato"/>
              </a:rPr>
              <a:t>Sodium chloride</a:t>
            </a:r>
            <a:endParaRPr b="0" i="0" sz="2400" u="none" cap="none" strike="noStrike">
              <a:solidFill>
                <a:srgbClr val="000000"/>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Lato"/>
                <a:ea typeface="Lato"/>
                <a:cs typeface="Lato"/>
                <a:sym typeface="Lato"/>
              </a:rPr>
              <a:t>NaCl</a:t>
            </a:r>
            <a:endParaRPr b="1" i="0" sz="2400" u="none" cap="none" strike="noStrike">
              <a:solidFill>
                <a:srgbClr val="000000"/>
              </a:solidFill>
              <a:latin typeface="Lato"/>
              <a:ea typeface="Lato"/>
              <a:cs typeface="Lato"/>
              <a:sym typeface="Lato"/>
            </a:endParaRPr>
          </a:p>
        </p:txBody>
      </p:sp>
      <p:sp>
        <p:nvSpPr>
          <p:cNvPr id="1265" name="Google Shape;1265;p16"/>
          <p:cNvSpPr txBox="1"/>
          <p:nvPr/>
        </p:nvSpPr>
        <p:spPr>
          <a:xfrm>
            <a:off x="32900" y="3124200"/>
            <a:ext cx="18669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ato"/>
                <a:ea typeface="Lato"/>
                <a:cs typeface="Lato"/>
                <a:sym typeface="Lato"/>
              </a:rPr>
              <a:t>Sodium</a:t>
            </a:r>
            <a:endParaRPr b="0" i="0" sz="2400" u="none" cap="none" strike="noStrike">
              <a:solidFill>
                <a:schemeClr val="dk1"/>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Lato"/>
                <a:ea typeface="Lato"/>
                <a:cs typeface="Lato"/>
                <a:sym typeface="Lato"/>
              </a:rPr>
              <a:t>Na</a:t>
            </a:r>
            <a:endParaRPr b="1" i="0" sz="2400" u="none" cap="none" strike="noStrike">
              <a:solidFill>
                <a:schemeClr val="dk1"/>
              </a:solidFill>
              <a:latin typeface="Lato"/>
              <a:ea typeface="Lato"/>
              <a:cs typeface="Lato"/>
              <a:sym typeface="Lato"/>
            </a:endParaRPr>
          </a:p>
        </p:txBody>
      </p:sp>
      <p:sp>
        <p:nvSpPr>
          <p:cNvPr id="1266" name="Google Shape;1266;p16"/>
          <p:cNvSpPr txBox="1"/>
          <p:nvPr/>
        </p:nvSpPr>
        <p:spPr>
          <a:xfrm>
            <a:off x="2214125" y="3124200"/>
            <a:ext cx="15906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ato"/>
                <a:ea typeface="Lato"/>
                <a:cs typeface="Lato"/>
                <a:sym typeface="Lato"/>
              </a:rPr>
              <a:t>Chlorine</a:t>
            </a:r>
            <a:endParaRPr b="0" i="0" sz="2400" u="none" cap="none" strike="noStrike">
              <a:solidFill>
                <a:schemeClr val="dk1"/>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Lato"/>
                <a:ea typeface="Lato"/>
                <a:cs typeface="Lato"/>
                <a:sym typeface="Lato"/>
              </a:rPr>
              <a:t>Cl</a:t>
            </a:r>
            <a:endParaRPr b="1" i="0" sz="2400" u="none" cap="none" strike="noStrike">
              <a:solidFill>
                <a:schemeClr val="dk1"/>
              </a:solidFill>
              <a:latin typeface="Lato"/>
              <a:ea typeface="Lato"/>
              <a:cs typeface="Lato"/>
              <a:sym typeface="Lato"/>
            </a:endParaRPr>
          </a:p>
        </p:txBody>
      </p:sp>
      <p:sp>
        <p:nvSpPr>
          <p:cNvPr id="1267" name="Google Shape;1267;p16"/>
          <p:cNvSpPr txBox="1"/>
          <p:nvPr/>
        </p:nvSpPr>
        <p:spPr>
          <a:xfrm>
            <a:off x="1433075" y="3124200"/>
            <a:ext cx="12093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268" name="Google Shape;1268;p16"/>
          <p:cNvSpPr txBox="1"/>
          <p:nvPr/>
        </p:nvSpPr>
        <p:spPr>
          <a:xfrm>
            <a:off x="3442850" y="3124200"/>
            <a:ext cx="16860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269" name="Google Shape;1269;p16"/>
          <p:cNvSpPr/>
          <p:nvPr/>
        </p:nvSpPr>
        <p:spPr>
          <a:xfrm>
            <a:off x="4759629" y="939724"/>
            <a:ext cx="255300" cy="2088300"/>
          </a:xfrm>
          <a:prstGeom prst="leftBracket">
            <a:avLst>
              <a:gd fmla="val 8333" name="adj"/>
            </a:avLst>
          </a:prstGeom>
          <a:noFill/>
          <a:ln cap="flat" cmpd="sng" w="27350">
            <a:solidFill>
              <a:schemeClr val="dk1"/>
            </a:solidFill>
            <a:prstDash val="solid"/>
            <a:round/>
            <a:headEnd len="sm" w="sm" type="none"/>
            <a:tailEnd len="sm" w="sm" type="none"/>
          </a:ln>
        </p:spPr>
        <p:txBody>
          <a:bodyPr anchorCtr="0" anchor="ctr" bIns="87525" lIns="87525" spcFirstLastPara="1" rIns="87525" wrap="square" tIns="87525">
            <a:noAutofit/>
          </a:bodyPr>
          <a:lstStyle/>
          <a:p>
            <a:pPr indent="0" lvl="0" marL="0" marR="0" rtl="0" algn="ctr">
              <a:lnSpc>
                <a:spcPct val="100000"/>
              </a:lnSpc>
              <a:spcBef>
                <a:spcPts val="0"/>
              </a:spcBef>
              <a:spcAft>
                <a:spcPts val="0"/>
              </a:spcAft>
              <a:buClr>
                <a:srgbClr val="000000"/>
              </a:buClr>
              <a:buSzPts val="1340"/>
              <a:buFont typeface="Arial"/>
              <a:buNone/>
            </a:pPr>
            <a:r>
              <a:t/>
            </a:r>
            <a:endParaRPr b="0" i="0" sz="1340" u="none" cap="none" strike="noStrike">
              <a:solidFill>
                <a:srgbClr val="000000"/>
              </a:solidFill>
              <a:latin typeface="Varela Round"/>
              <a:ea typeface="Varela Round"/>
              <a:cs typeface="Varela Round"/>
              <a:sym typeface="Varela Round"/>
            </a:endParaRPr>
          </a:p>
        </p:txBody>
      </p:sp>
      <p:sp>
        <p:nvSpPr>
          <p:cNvPr id="1270" name="Google Shape;1270;p16"/>
          <p:cNvSpPr/>
          <p:nvPr/>
        </p:nvSpPr>
        <p:spPr>
          <a:xfrm>
            <a:off x="6790478" y="903250"/>
            <a:ext cx="255300" cy="2088300"/>
          </a:xfrm>
          <a:prstGeom prst="leftBracket">
            <a:avLst>
              <a:gd fmla="val 8333" name="adj"/>
            </a:avLst>
          </a:prstGeom>
          <a:noFill/>
          <a:ln cap="flat" cmpd="sng" w="27350">
            <a:solidFill>
              <a:schemeClr val="dk1"/>
            </a:solidFill>
            <a:prstDash val="solid"/>
            <a:round/>
            <a:headEnd len="sm" w="sm" type="none"/>
            <a:tailEnd len="sm" w="sm" type="none"/>
          </a:ln>
        </p:spPr>
        <p:txBody>
          <a:bodyPr anchorCtr="0" anchor="ctr" bIns="87525" lIns="87525" spcFirstLastPara="1" rIns="87525" wrap="square" tIns="87525">
            <a:noAutofit/>
          </a:bodyPr>
          <a:lstStyle/>
          <a:p>
            <a:pPr indent="0" lvl="0" marL="0" marR="0" rtl="0" algn="ctr">
              <a:lnSpc>
                <a:spcPct val="100000"/>
              </a:lnSpc>
              <a:spcBef>
                <a:spcPts val="0"/>
              </a:spcBef>
              <a:spcAft>
                <a:spcPts val="0"/>
              </a:spcAft>
              <a:buClr>
                <a:srgbClr val="000000"/>
              </a:buClr>
              <a:buSzPts val="1340"/>
              <a:buFont typeface="Arial"/>
              <a:buNone/>
            </a:pPr>
            <a:r>
              <a:t/>
            </a:r>
            <a:endParaRPr b="0" i="0" sz="1340" u="none" cap="none" strike="noStrike">
              <a:solidFill>
                <a:srgbClr val="000000"/>
              </a:solidFill>
              <a:latin typeface="Varela Round"/>
              <a:ea typeface="Varela Round"/>
              <a:cs typeface="Varela Round"/>
              <a:sym typeface="Varela Round"/>
            </a:endParaRPr>
          </a:p>
        </p:txBody>
      </p:sp>
      <p:sp>
        <p:nvSpPr>
          <p:cNvPr id="1271" name="Google Shape;1271;p16"/>
          <p:cNvSpPr/>
          <p:nvPr/>
        </p:nvSpPr>
        <p:spPr>
          <a:xfrm flipH="1">
            <a:off x="6255116" y="866775"/>
            <a:ext cx="255300" cy="2088300"/>
          </a:xfrm>
          <a:prstGeom prst="leftBracket">
            <a:avLst>
              <a:gd fmla="val 8333" name="adj"/>
            </a:avLst>
          </a:prstGeom>
          <a:noFill/>
          <a:ln cap="flat" cmpd="sng" w="27350">
            <a:solidFill>
              <a:schemeClr val="dk1"/>
            </a:solidFill>
            <a:prstDash val="solid"/>
            <a:round/>
            <a:headEnd len="sm" w="sm" type="none"/>
            <a:tailEnd len="sm" w="sm" type="none"/>
          </a:ln>
        </p:spPr>
        <p:txBody>
          <a:bodyPr anchorCtr="0" anchor="ctr" bIns="87525" lIns="87525" spcFirstLastPara="1" rIns="87525" wrap="square" tIns="87525">
            <a:noAutofit/>
          </a:bodyPr>
          <a:lstStyle/>
          <a:p>
            <a:pPr indent="0" lvl="0" marL="0" marR="0" rtl="0" algn="ctr">
              <a:lnSpc>
                <a:spcPct val="100000"/>
              </a:lnSpc>
              <a:spcBef>
                <a:spcPts val="0"/>
              </a:spcBef>
              <a:spcAft>
                <a:spcPts val="0"/>
              </a:spcAft>
              <a:buClr>
                <a:srgbClr val="000000"/>
              </a:buClr>
              <a:buSzPts val="1340"/>
              <a:buFont typeface="Arial"/>
              <a:buNone/>
            </a:pPr>
            <a:r>
              <a:t/>
            </a:r>
            <a:endParaRPr b="0" i="0" sz="1340" u="none" cap="none" strike="noStrike">
              <a:solidFill>
                <a:srgbClr val="000000"/>
              </a:solidFill>
              <a:latin typeface="Varela Round"/>
              <a:ea typeface="Varela Round"/>
              <a:cs typeface="Varela Round"/>
              <a:sym typeface="Varela Round"/>
            </a:endParaRPr>
          </a:p>
        </p:txBody>
      </p:sp>
      <p:sp>
        <p:nvSpPr>
          <p:cNvPr id="1272" name="Google Shape;1272;p16"/>
          <p:cNvSpPr/>
          <p:nvPr/>
        </p:nvSpPr>
        <p:spPr>
          <a:xfrm flipH="1">
            <a:off x="8551220" y="976199"/>
            <a:ext cx="255300" cy="2088300"/>
          </a:xfrm>
          <a:prstGeom prst="leftBracket">
            <a:avLst>
              <a:gd fmla="val 8333" name="adj"/>
            </a:avLst>
          </a:prstGeom>
          <a:noFill/>
          <a:ln cap="flat" cmpd="sng" w="27350">
            <a:solidFill>
              <a:schemeClr val="dk1"/>
            </a:solidFill>
            <a:prstDash val="solid"/>
            <a:round/>
            <a:headEnd len="sm" w="sm" type="none"/>
            <a:tailEnd len="sm" w="sm" type="none"/>
          </a:ln>
        </p:spPr>
        <p:txBody>
          <a:bodyPr anchorCtr="0" anchor="ctr" bIns="87525" lIns="87525" spcFirstLastPara="1" rIns="87525" wrap="square" tIns="87525">
            <a:noAutofit/>
          </a:bodyPr>
          <a:lstStyle/>
          <a:p>
            <a:pPr indent="0" lvl="0" marL="0" marR="0" rtl="0" algn="ctr">
              <a:lnSpc>
                <a:spcPct val="100000"/>
              </a:lnSpc>
              <a:spcBef>
                <a:spcPts val="0"/>
              </a:spcBef>
              <a:spcAft>
                <a:spcPts val="0"/>
              </a:spcAft>
              <a:buClr>
                <a:srgbClr val="000000"/>
              </a:buClr>
              <a:buSzPts val="1340"/>
              <a:buFont typeface="Arial"/>
              <a:buNone/>
            </a:pPr>
            <a:r>
              <a:t/>
            </a:r>
            <a:endParaRPr b="0" i="0" sz="1340" u="none" cap="none" strike="noStrike">
              <a:solidFill>
                <a:srgbClr val="000000"/>
              </a:solidFill>
              <a:latin typeface="Varela Round"/>
              <a:ea typeface="Varela Round"/>
              <a:cs typeface="Varela Round"/>
              <a:sym typeface="Varela Round"/>
            </a:endParaRPr>
          </a:p>
        </p:txBody>
      </p:sp>
      <p:sp>
        <p:nvSpPr>
          <p:cNvPr id="1273" name="Google Shape;1273;p16"/>
          <p:cNvSpPr txBox="1"/>
          <p:nvPr/>
        </p:nvSpPr>
        <p:spPr>
          <a:xfrm>
            <a:off x="6463600" y="771525"/>
            <a:ext cx="3903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Lato"/>
                <a:ea typeface="Lato"/>
                <a:cs typeface="Lato"/>
                <a:sym typeface="Lato"/>
              </a:rPr>
              <a:t>+</a:t>
            </a:r>
            <a:endParaRPr b="1" i="0" sz="1400" u="none" cap="none" strike="noStrike">
              <a:solidFill>
                <a:srgbClr val="000000"/>
              </a:solidFill>
              <a:latin typeface="Arial"/>
              <a:ea typeface="Arial"/>
              <a:cs typeface="Arial"/>
              <a:sym typeface="Arial"/>
            </a:endParaRPr>
          </a:p>
        </p:txBody>
      </p:sp>
      <p:sp>
        <p:nvSpPr>
          <p:cNvPr id="1274" name="Google Shape;1274;p16"/>
          <p:cNvSpPr txBox="1"/>
          <p:nvPr/>
        </p:nvSpPr>
        <p:spPr>
          <a:xfrm>
            <a:off x="8720800" y="771525"/>
            <a:ext cx="3903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Lato"/>
                <a:ea typeface="Lato"/>
                <a:cs typeface="Lato"/>
                <a:sym typeface="Lato"/>
              </a:rPr>
              <a:t>-</a:t>
            </a:r>
            <a:endParaRPr b="1" i="0" sz="1400" u="none" cap="none" strike="noStrike">
              <a:solidFill>
                <a:srgbClr val="000000"/>
              </a:solidFill>
              <a:latin typeface="Arial"/>
              <a:ea typeface="Arial"/>
              <a:cs typeface="Arial"/>
              <a:sym typeface="Arial"/>
            </a:endParaRPr>
          </a:p>
        </p:txBody>
      </p:sp>
      <p:pic>
        <p:nvPicPr>
          <p:cNvPr id="1275" name="Google Shape;1275;p16"/>
          <p:cNvPicPr preferRelativeResize="0"/>
          <p:nvPr/>
        </p:nvPicPr>
        <p:blipFill rotWithShape="1">
          <a:blip r:embed="rId4">
            <a:alphaModFix/>
          </a:blip>
          <a:srcRect b="0" l="0" r="0" t="0"/>
          <a:stretch/>
        </p:blipFill>
        <p:spPr>
          <a:xfrm>
            <a:off x="7920375" y="90563"/>
            <a:ext cx="1137901" cy="654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17"/>
          <p:cNvSpPr txBox="1"/>
          <p:nvPr>
            <p:ph idx="4294967295" type="ctrTitle"/>
          </p:nvPr>
        </p:nvSpPr>
        <p:spPr>
          <a:xfrm>
            <a:off x="1440150" y="213525"/>
            <a:ext cx="6263700" cy="579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617A86"/>
              </a:buClr>
              <a:buSzPts val="4800"/>
              <a:buFont typeface="Nixie One"/>
              <a:buNone/>
            </a:pPr>
            <a:r>
              <a:rPr b="1" i="0" lang="en" sz="2600" u="none" cap="none" strike="noStrike">
                <a:solidFill>
                  <a:srgbClr val="00ACC3"/>
                </a:solidFill>
                <a:latin typeface="Lato"/>
                <a:ea typeface="Lato"/>
                <a:cs typeface="Lato"/>
                <a:sym typeface="Lato"/>
              </a:rPr>
              <a:t>Forming ionic compounds</a:t>
            </a:r>
            <a:endParaRPr b="1" i="0" sz="1800" u="none" cap="none" strike="noStrike">
              <a:solidFill>
                <a:srgbClr val="00ACC3"/>
              </a:solidFill>
              <a:latin typeface="Lato"/>
              <a:ea typeface="Lato"/>
              <a:cs typeface="Lato"/>
              <a:sym typeface="Lato"/>
            </a:endParaRPr>
          </a:p>
        </p:txBody>
      </p:sp>
      <p:sp>
        <p:nvSpPr>
          <p:cNvPr id="1281" name="Google Shape;1281;p17"/>
          <p:cNvSpPr txBox="1"/>
          <p:nvPr/>
        </p:nvSpPr>
        <p:spPr>
          <a:xfrm>
            <a:off x="876300" y="793425"/>
            <a:ext cx="73914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Lato"/>
                <a:ea typeface="Lato"/>
                <a:cs typeface="Lato"/>
                <a:sym typeface="Lato"/>
              </a:rPr>
              <a:t>Choose one of the following </a:t>
            </a:r>
            <a:r>
              <a:rPr b="1" i="0" lang="en" sz="2100" u="none" cap="none" strike="noStrike">
                <a:solidFill>
                  <a:srgbClr val="E8004C"/>
                </a:solidFill>
                <a:latin typeface="Lato"/>
                <a:ea typeface="Lato"/>
                <a:cs typeface="Lato"/>
                <a:sym typeface="Lato"/>
              </a:rPr>
              <a:t>metals</a:t>
            </a:r>
            <a:r>
              <a:rPr b="0" i="0" lang="en" sz="2100" u="none" cap="none" strike="noStrike">
                <a:solidFill>
                  <a:schemeClr val="dk1"/>
                </a:solidFill>
                <a:latin typeface="Lato"/>
                <a:ea typeface="Lato"/>
                <a:cs typeface="Lato"/>
                <a:sym typeface="Lato"/>
              </a:rPr>
              <a:t> and </a:t>
            </a:r>
            <a:r>
              <a:rPr b="1" i="0" lang="en" sz="2100" u="none" cap="none" strike="noStrike">
                <a:solidFill>
                  <a:srgbClr val="65BB48"/>
                </a:solidFill>
                <a:latin typeface="Lato"/>
                <a:ea typeface="Lato"/>
                <a:cs typeface="Lato"/>
                <a:sym typeface="Lato"/>
              </a:rPr>
              <a:t>non-metals</a:t>
            </a:r>
            <a:r>
              <a:rPr b="0" i="0" lang="en" sz="2100" u="none" cap="none" strike="noStrike">
                <a:solidFill>
                  <a:schemeClr val="dk1"/>
                </a:solidFill>
                <a:latin typeface="Lato"/>
                <a:ea typeface="Lato"/>
                <a:cs typeface="Lato"/>
                <a:sym typeface="Lato"/>
              </a:rPr>
              <a:t>:</a:t>
            </a:r>
            <a:endParaRPr b="0" i="0" sz="2100" u="none" cap="none" strike="noStrike">
              <a:solidFill>
                <a:schemeClr val="dk1"/>
              </a:solidFill>
              <a:latin typeface="Lato"/>
              <a:ea typeface="Lato"/>
              <a:cs typeface="Lato"/>
              <a:sym typeface="Lato"/>
            </a:endParaRPr>
          </a:p>
        </p:txBody>
      </p:sp>
      <p:sp>
        <p:nvSpPr>
          <p:cNvPr id="1282" name="Google Shape;1282;p17"/>
          <p:cNvSpPr txBox="1"/>
          <p:nvPr/>
        </p:nvSpPr>
        <p:spPr>
          <a:xfrm>
            <a:off x="704850" y="1301325"/>
            <a:ext cx="37242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rgbClr val="E8004C"/>
                </a:solidFill>
                <a:latin typeface="Lato"/>
                <a:ea typeface="Lato"/>
                <a:cs typeface="Lato"/>
                <a:sym typeface="Lato"/>
              </a:rPr>
              <a:t>Metals:</a:t>
            </a:r>
            <a:endParaRPr b="1" i="0" sz="2100" u="none" cap="none" strike="noStrike">
              <a:solidFill>
                <a:srgbClr val="E8004C"/>
              </a:solidFill>
              <a:latin typeface="Lato"/>
              <a:ea typeface="Lato"/>
              <a:cs typeface="Lato"/>
              <a:sym typeface="Lato"/>
            </a:endParaRPr>
          </a:p>
          <a:p>
            <a:pPr indent="-361950" lvl="0" marL="457200" marR="0" rtl="0" algn="l">
              <a:lnSpc>
                <a:spcPct val="100000"/>
              </a:lnSpc>
              <a:spcBef>
                <a:spcPts val="0"/>
              </a:spcBef>
              <a:spcAft>
                <a:spcPts val="0"/>
              </a:spcAft>
              <a:buClr>
                <a:schemeClr val="dk1"/>
              </a:buClr>
              <a:buSzPts val="2100"/>
              <a:buFont typeface="Lato"/>
              <a:buChar char="●"/>
            </a:pPr>
            <a:r>
              <a:rPr b="0" i="0" lang="en" sz="2100" u="none" cap="none" strike="noStrike">
                <a:solidFill>
                  <a:schemeClr val="dk1"/>
                </a:solidFill>
                <a:latin typeface="Lato"/>
                <a:ea typeface="Lato"/>
                <a:cs typeface="Lato"/>
                <a:sym typeface="Lato"/>
              </a:rPr>
              <a:t>calcium</a:t>
            </a:r>
            <a:endParaRPr b="0" i="0" sz="2100" u="none" cap="none" strike="noStrike">
              <a:solidFill>
                <a:schemeClr val="dk1"/>
              </a:solidFill>
              <a:latin typeface="Lato"/>
              <a:ea typeface="Lato"/>
              <a:cs typeface="Lato"/>
              <a:sym typeface="Lato"/>
            </a:endParaRPr>
          </a:p>
          <a:p>
            <a:pPr indent="-361950" lvl="0" marL="457200" marR="0" rtl="0" algn="l">
              <a:lnSpc>
                <a:spcPct val="100000"/>
              </a:lnSpc>
              <a:spcBef>
                <a:spcPts val="0"/>
              </a:spcBef>
              <a:spcAft>
                <a:spcPts val="0"/>
              </a:spcAft>
              <a:buClr>
                <a:schemeClr val="dk1"/>
              </a:buClr>
              <a:buSzPts val="2100"/>
              <a:buFont typeface="Lato"/>
              <a:buChar char="●"/>
            </a:pPr>
            <a:r>
              <a:rPr b="0" i="0" lang="en" sz="2100" u="none" cap="none" strike="noStrike">
                <a:solidFill>
                  <a:schemeClr val="dk1"/>
                </a:solidFill>
                <a:latin typeface="Lato"/>
                <a:ea typeface="Lato"/>
                <a:cs typeface="Lato"/>
                <a:sym typeface="Lato"/>
              </a:rPr>
              <a:t>magnesium</a:t>
            </a:r>
            <a:endParaRPr b="0" i="0" sz="2100" u="none" cap="none" strike="noStrike">
              <a:solidFill>
                <a:schemeClr val="dk1"/>
              </a:solidFill>
              <a:latin typeface="Lato"/>
              <a:ea typeface="Lato"/>
              <a:cs typeface="Lato"/>
              <a:sym typeface="Lato"/>
            </a:endParaRPr>
          </a:p>
          <a:p>
            <a:pPr indent="-361950" lvl="0" marL="457200" marR="0" rtl="0" algn="l">
              <a:lnSpc>
                <a:spcPct val="100000"/>
              </a:lnSpc>
              <a:spcBef>
                <a:spcPts val="0"/>
              </a:spcBef>
              <a:spcAft>
                <a:spcPts val="0"/>
              </a:spcAft>
              <a:buClr>
                <a:schemeClr val="dk1"/>
              </a:buClr>
              <a:buSzPts val="2100"/>
              <a:buFont typeface="Lato"/>
              <a:buChar char="●"/>
            </a:pPr>
            <a:r>
              <a:rPr b="0" i="0" lang="en" sz="2100" u="none" cap="none" strike="noStrike">
                <a:solidFill>
                  <a:schemeClr val="dk1"/>
                </a:solidFill>
                <a:latin typeface="Lato"/>
                <a:ea typeface="Lato"/>
                <a:cs typeface="Lato"/>
                <a:sym typeface="Lato"/>
              </a:rPr>
              <a:t>lithium</a:t>
            </a:r>
            <a:endParaRPr b="0" i="0" sz="2100" u="none" cap="none" strike="noStrike">
              <a:solidFill>
                <a:schemeClr val="dk1"/>
              </a:solidFill>
              <a:latin typeface="Lato"/>
              <a:ea typeface="Lato"/>
              <a:cs typeface="Lato"/>
              <a:sym typeface="Lato"/>
            </a:endParaRPr>
          </a:p>
          <a:p>
            <a:pPr indent="-361950" lvl="0" marL="457200" marR="0" rtl="0" algn="l">
              <a:lnSpc>
                <a:spcPct val="100000"/>
              </a:lnSpc>
              <a:spcBef>
                <a:spcPts val="0"/>
              </a:spcBef>
              <a:spcAft>
                <a:spcPts val="0"/>
              </a:spcAft>
              <a:buClr>
                <a:schemeClr val="dk1"/>
              </a:buClr>
              <a:buSzPts val="2100"/>
              <a:buFont typeface="Lato"/>
              <a:buChar char="●"/>
            </a:pPr>
            <a:r>
              <a:rPr b="0" i="0" lang="en" sz="2100" u="none" cap="none" strike="noStrike">
                <a:solidFill>
                  <a:schemeClr val="dk1"/>
                </a:solidFill>
                <a:latin typeface="Lato"/>
                <a:ea typeface="Lato"/>
                <a:cs typeface="Lato"/>
                <a:sym typeface="Lato"/>
              </a:rPr>
              <a:t>sodium</a:t>
            </a:r>
            <a:endParaRPr b="0" i="0" sz="2100" u="none" cap="none" strike="noStrike">
              <a:solidFill>
                <a:schemeClr val="dk1"/>
              </a:solidFill>
              <a:latin typeface="Lato"/>
              <a:ea typeface="Lato"/>
              <a:cs typeface="Lato"/>
              <a:sym typeface="Lato"/>
            </a:endParaRPr>
          </a:p>
          <a:p>
            <a:pPr indent="-361950" lvl="0" marL="457200" marR="0" rtl="0" algn="l">
              <a:lnSpc>
                <a:spcPct val="100000"/>
              </a:lnSpc>
              <a:spcBef>
                <a:spcPts val="0"/>
              </a:spcBef>
              <a:spcAft>
                <a:spcPts val="0"/>
              </a:spcAft>
              <a:buClr>
                <a:schemeClr val="dk1"/>
              </a:buClr>
              <a:buSzPts val="2100"/>
              <a:buFont typeface="Lato"/>
              <a:buChar char="●"/>
            </a:pPr>
            <a:r>
              <a:rPr b="0" i="0" lang="en" sz="2100" u="none" cap="none" strike="noStrike">
                <a:solidFill>
                  <a:schemeClr val="dk1"/>
                </a:solidFill>
                <a:latin typeface="Lato"/>
                <a:ea typeface="Lato"/>
                <a:cs typeface="Lato"/>
                <a:sym typeface="Lato"/>
              </a:rPr>
              <a:t>potassium</a:t>
            </a:r>
            <a:endParaRPr b="0" i="0" sz="2100" u="none" cap="none" strike="noStrike">
              <a:solidFill>
                <a:schemeClr val="dk1"/>
              </a:solidFill>
              <a:latin typeface="Lato"/>
              <a:ea typeface="Lato"/>
              <a:cs typeface="Lato"/>
              <a:sym typeface="Lato"/>
            </a:endParaRPr>
          </a:p>
        </p:txBody>
      </p:sp>
      <p:sp>
        <p:nvSpPr>
          <p:cNvPr id="1283" name="Google Shape;1283;p17"/>
          <p:cNvSpPr txBox="1"/>
          <p:nvPr/>
        </p:nvSpPr>
        <p:spPr>
          <a:xfrm>
            <a:off x="4695825" y="1301325"/>
            <a:ext cx="37242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rgbClr val="65BB48"/>
                </a:solidFill>
                <a:latin typeface="Lato"/>
                <a:ea typeface="Lato"/>
                <a:cs typeface="Lato"/>
                <a:sym typeface="Lato"/>
              </a:rPr>
              <a:t>Non-metals:</a:t>
            </a:r>
            <a:endParaRPr b="1" i="0" sz="2100" u="none" cap="none" strike="noStrike">
              <a:solidFill>
                <a:srgbClr val="65BB48"/>
              </a:solidFill>
              <a:latin typeface="Lato"/>
              <a:ea typeface="Lato"/>
              <a:cs typeface="Lato"/>
              <a:sym typeface="Lato"/>
            </a:endParaRPr>
          </a:p>
          <a:p>
            <a:pPr indent="-361950" lvl="0" marL="457200" marR="0" rtl="0" algn="l">
              <a:lnSpc>
                <a:spcPct val="100000"/>
              </a:lnSpc>
              <a:spcBef>
                <a:spcPts val="0"/>
              </a:spcBef>
              <a:spcAft>
                <a:spcPts val="0"/>
              </a:spcAft>
              <a:buClr>
                <a:schemeClr val="dk1"/>
              </a:buClr>
              <a:buSzPts val="2100"/>
              <a:buFont typeface="Lato"/>
              <a:buChar char="●"/>
            </a:pPr>
            <a:r>
              <a:rPr b="0" i="0" lang="en" sz="2100" u="none" cap="none" strike="noStrike">
                <a:solidFill>
                  <a:schemeClr val="dk1"/>
                </a:solidFill>
                <a:latin typeface="Lato"/>
                <a:ea typeface="Lato"/>
                <a:cs typeface="Lato"/>
                <a:sym typeface="Lato"/>
              </a:rPr>
              <a:t>fluorine</a:t>
            </a:r>
            <a:endParaRPr b="0" i="0" sz="2100" u="none" cap="none" strike="noStrike">
              <a:solidFill>
                <a:schemeClr val="dk1"/>
              </a:solidFill>
              <a:latin typeface="Lato"/>
              <a:ea typeface="Lato"/>
              <a:cs typeface="Lato"/>
              <a:sym typeface="Lato"/>
            </a:endParaRPr>
          </a:p>
          <a:p>
            <a:pPr indent="-361950" lvl="0" marL="457200" marR="0" rtl="0" algn="l">
              <a:lnSpc>
                <a:spcPct val="100000"/>
              </a:lnSpc>
              <a:spcBef>
                <a:spcPts val="0"/>
              </a:spcBef>
              <a:spcAft>
                <a:spcPts val="0"/>
              </a:spcAft>
              <a:buClr>
                <a:schemeClr val="dk1"/>
              </a:buClr>
              <a:buSzPts val="2100"/>
              <a:buFont typeface="Lato"/>
              <a:buChar char="●"/>
            </a:pPr>
            <a:r>
              <a:rPr b="0" i="0" lang="en" sz="2100" u="none" cap="none" strike="noStrike">
                <a:solidFill>
                  <a:schemeClr val="dk1"/>
                </a:solidFill>
                <a:latin typeface="Lato"/>
                <a:ea typeface="Lato"/>
                <a:cs typeface="Lato"/>
                <a:sym typeface="Lato"/>
              </a:rPr>
              <a:t>chlorine</a:t>
            </a:r>
            <a:endParaRPr b="0" i="0" sz="2100" u="none" cap="none" strike="noStrike">
              <a:solidFill>
                <a:schemeClr val="dk1"/>
              </a:solidFill>
              <a:latin typeface="Lato"/>
              <a:ea typeface="Lato"/>
              <a:cs typeface="Lato"/>
              <a:sym typeface="Lato"/>
            </a:endParaRPr>
          </a:p>
          <a:p>
            <a:pPr indent="-361950" lvl="0" marL="457200" marR="0" rtl="0" algn="l">
              <a:lnSpc>
                <a:spcPct val="100000"/>
              </a:lnSpc>
              <a:spcBef>
                <a:spcPts val="0"/>
              </a:spcBef>
              <a:spcAft>
                <a:spcPts val="0"/>
              </a:spcAft>
              <a:buClr>
                <a:schemeClr val="dk1"/>
              </a:buClr>
              <a:buSzPts val="2100"/>
              <a:buFont typeface="Lato"/>
              <a:buChar char="●"/>
            </a:pPr>
            <a:r>
              <a:rPr b="0" i="0" lang="en" sz="2100" u="none" cap="none" strike="noStrike">
                <a:solidFill>
                  <a:schemeClr val="dk1"/>
                </a:solidFill>
                <a:latin typeface="Lato"/>
                <a:ea typeface="Lato"/>
                <a:cs typeface="Lato"/>
                <a:sym typeface="Lato"/>
              </a:rPr>
              <a:t>oxygen</a:t>
            </a:r>
            <a:endParaRPr b="0" i="0" sz="2100" u="none" cap="none" strike="noStrike">
              <a:solidFill>
                <a:schemeClr val="dk1"/>
              </a:solidFill>
              <a:latin typeface="Lato"/>
              <a:ea typeface="Lato"/>
              <a:cs typeface="Lato"/>
              <a:sym typeface="Lato"/>
            </a:endParaRPr>
          </a:p>
        </p:txBody>
      </p:sp>
      <p:sp>
        <p:nvSpPr>
          <p:cNvPr id="1284" name="Google Shape;1284;p17"/>
          <p:cNvSpPr txBox="1"/>
          <p:nvPr/>
        </p:nvSpPr>
        <p:spPr>
          <a:xfrm>
            <a:off x="936250" y="3536625"/>
            <a:ext cx="7591500" cy="1154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Lato"/>
                <a:ea typeface="Lato"/>
                <a:cs typeface="Lato"/>
                <a:sym typeface="Lato"/>
              </a:rPr>
              <a:t>Illustrate the </a:t>
            </a:r>
            <a:r>
              <a:rPr b="1" i="0" lang="en" sz="2100" u="none" cap="none" strike="noStrike">
                <a:solidFill>
                  <a:schemeClr val="dk1"/>
                </a:solidFill>
                <a:latin typeface="Lato"/>
                <a:ea typeface="Lato"/>
                <a:cs typeface="Lato"/>
                <a:sym typeface="Lato"/>
              </a:rPr>
              <a:t>atomic structure</a:t>
            </a:r>
            <a:r>
              <a:rPr b="0" i="0" lang="en" sz="2100" u="none" cap="none" strike="noStrike">
                <a:solidFill>
                  <a:schemeClr val="dk1"/>
                </a:solidFill>
                <a:latin typeface="Lato"/>
                <a:ea typeface="Lato"/>
                <a:cs typeface="Lato"/>
                <a:sym typeface="Lato"/>
              </a:rPr>
              <a:t> of your chosen elements and </a:t>
            </a:r>
            <a:r>
              <a:rPr b="1" i="0" lang="en" sz="2100" u="none" cap="none" strike="noStrike">
                <a:solidFill>
                  <a:schemeClr val="dk1"/>
                </a:solidFill>
                <a:latin typeface="Lato"/>
                <a:ea typeface="Lato"/>
                <a:cs typeface="Lato"/>
                <a:sym typeface="Lato"/>
              </a:rPr>
              <a:t>show how an ionic bond is formed to make an ionic compound</a:t>
            </a:r>
            <a:r>
              <a:rPr b="0" i="0" lang="en" sz="2100" u="none" cap="none" strike="noStrike">
                <a:solidFill>
                  <a:schemeClr val="dk1"/>
                </a:solidFill>
                <a:latin typeface="Lato"/>
                <a:ea typeface="Lato"/>
                <a:cs typeface="Lato"/>
                <a:sym typeface="Lato"/>
              </a:rPr>
              <a:t>.</a:t>
            </a:r>
            <a:endParaRPr b="0" i="0" sz="21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100"/>
              <a:buFont typeface="Arial"/>
              <a:buNone/>
            </a:pPr>
            <a:r>
              <a:rPr b="0" i="1" lang="en" sz="2100" u="none" cap="none" strike="noStrike">
                <a:solidFill>
                  <a:schemeClr val="dk1"/>
                </a:solidFill>
                <a:latin typeface="Lato"/>
                <a:ea typeface="Lato"/>
                <a:cs typeface="Lato"/>
                <a:sym typeface="Lato"/>
              </a:rPr>
              <a:t>Show the reactants and new product as a chemical reaction.</a:t>
            </a:r>
            <a:endParaRPr b="0" i="1" sz="2100" u="none" cap="none" strike="noStrike">
              <a:solidFill>
                <a:schemeClr val="dk1"/>
              </a:solidFill>
              <a:latin typeface="Lato"/>
              <a:ea typeface="Lato"/>
              <a:cs typeface="Lato"/>
              <a:sym typeface="Lato"/>
            </a:endParaRPr>
          </a:p>
        </p:txBody>
      </p:sp>
      <p:sp>
        <p:nvSpPr>
          <p:cNvPr id="1285" name="Google Shape;1285;p17"/>
          <p:cNvSpPr/>
          <p:nvPr/>
        </p:nvSpPr>
        <p:spPr>
          <a:xfrm>
            <a:off x="6486375" y="983925"/>
            <a:ext cx="2676600" cy="2552700"/>
          </a:xfrm>
          <a:prstGeom prst="ellipse">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arela Round"/>
              <a:ea typeface="Varela Round"/>
              <a:cs typeface="Varela Round"/>
              <a:sym typeface="Varela Round"/>
            </a:endParaRPr>
          </a:p>
        </p:txBody>
      </p:sp>
      <p:sp>
        <p:nvSpPr>
          <p:cNvPr id="1286" name="Google Shape;1286;p17"/>
          <p:cNvSpPr txBox="1"/>
          <p:nvPr/>
        </p:nvSpPr>
        <p:spPr>
          <a:xfrm>
            <a:off x="6753225" y="1335225"/>
            <a:ext cx="2142900" cy="1409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1" i="0" lang="en" sz="1700" u="none" cap="none" strike="noStrike">
                <a:solidFill>
                  <a:srgbClr val="000000"/>
                </a:solidFill>
                <a:latin typeface="Lato"/>
                <a:ea typeface="Lato"/>
                <a:cs typeface="Lato"/>
                <a:sym typeface="Lato"/>
              </a:rPr>
              <a:t>Challenge yourself </a:t>
            </a:r>
            <a:r>
              <a:rPr b="0" i="0" lang="en" sz="1700" u="none" cap="none" strike="noStrike">
                <a:solidFill>
                  <a:srgbClr val="000000"/>
                </a:solidFill>
                <a:latin typeface="Lato"/>
                <a:ea typeface="Lato"/>
                <a:cs typeface="Lato"/>
                <a:sym typeface="Lato"/>
              </a:rPr>
              <a:t>by choosing a metal from Group 2 and a non-metal from Group 7 or a metal from Group 1 and oxygen</a:t>
            </a:r>
            <a:endParaRPr b="0" i="0" sz="1700" u="none" cap="none" strike="noStrike">
              <a:solidFill>
                <a:srgbClr val="000000"/>
              </a:solidFill>
              <a:latin typeface="Lato"/>
              <a:ea typeface="Lato"/>
              <a:cs typeface="Lato"/>
              <a:sym typeface="Lato"/>
            </a:endParaRPr>
          </a:p>
        </p:txBody>
      </p:sp>
      <p:grpSp>
        <p:nvGrpSpPr>
          <p:cNvPr id="1287" name="Google Shape;1287;p17"/>
          <p:cNvGrpSpPr/>
          <p:nvPr/>
        </p:nvGrpSpPr>
        <p:grpSpPr>
          <a:xfrm>
            <a:off x="6934200" y="0"/>
            <a:ext cx="2209800" cy="838200"/>
            <a:chOff x="0" y="0"/>
            <a:chExt cx="2209800" cy="838200"/>
          </a:xfrm>
        </p:grpSpPr>
        <p:sp>
          <p:nvSpPr>
            <p:cNvPr id="1288" name="Google Shape;1288;p17"/>
            <p:cNvSpPr/>
            <p:nvPr/>
          </p:nvSpPr>
          <p:spPr>
            <a:xfrm>
              <a:off x="0" y="0"/>
              <a:ext cx="2209800" cy="838200"/>
            </a:xfrm>
            <a:prstGeom prst="rect">
              <a:avLst/>
            </a:prstGeom>
            <a:solidFill>
              <a:srgbClr val="00ACC3">
                <a:alpha val="86667"/>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arela Round"/>
                <a:ea typeface="Varela Round"/>
                <a:cs typeface="Varela Round"/>
                <a:sym typeface="Varela Round"/>
              </a:endParaRPr>
            </a:p>
          </p:txBody>
        </p:sp>
        <p:pic>
          <p:nvPicPr>
            <p:cNvPr id="1289" name="Google Shape;1289;p17" title="Screenshot 2025-10-28 at 3.57.31 PM.png"/>
            <p:cNvPicPr preferRelativeResize="0"/>
            <p:nvPr/>
          </p:nvPicPr>
          <p:blipFill rotWithShape="1">
            <a:blip r:embed="rId3">
              <a:alphaModFix/>
            </a:blip>
            <a:srcRect b="0" l="0" r="0" t="4361"/>
            <a:stretch/>
          </p:blipFill>
          <p:spPr>
            <a:xfrm>
              <a:off x="67075" y="56613"/>
              <a:ext cx="2075810" cy="724974"/>
            </a:xfrm>
            <a:prstGeom prst="rect">
              <a:avLst/>
            </a:prstGeom>
            <a:noFill/>
            <a:ln>
              <a:noFill/>
            </a:ln>
          </p:spPr>
        </p:pic>
      </p:grpSp>
      <p:pic>
        <p:nvPicPr>
          <p:cNvPr descr="This 15 Minute Timer with Alarm Alert at the End counts down silently to 0:00 exactly.&#10;&#10;Playlist with all Timers! : https://www.youtube.com/playlist?list=PLhJ5MzpCOQ1WPDPYQFt6iJAdnqTFQ-ksu&#10;&#10;Do you want another timer? Tell me in comments.&#10;The only thing you have to do is only to credit me with the link of the video and my channel (https://www.youtube.com/channel/UCRJD1e180IvvEGPhoq-rV7g), very easy!&#10;&#10;Subscribe : https://www.youtube.com/channel/UCRJD1e180IvvEGPhoq-rV7g?sub_confirmation=1&#10;&#10;#timer&#10;&#10;00:00 15 Minute Timer&#10;00:00 15 Min Timer&#10;00:00 Fifteen Minute Timer&#10;&#10;Original Creator : https://youtube.com/@AdamEschborn&#10;Timer playlist of Adam Eschborn : https://youtube.com/playlist?list=PLBMED-rCVbDiiqfY_XfNA79I7k7npEsP9" id="1290" name="Google Shape;1290;p17" title="15 Minute Timer">
            <a:hlinkClick r:id="rId4"/>
          </p:cNvPr>
          <p:cNvPicPr preferRelativeResize="0"/>
          <p:nvPr/>
        </p:nvPicPr>
        <p:blipFill>
          <a:blip r:embed="rId5">
            <a:alphaModFix/>
          </a:blip>
          <a:stretch>
            <a:fillRect/>
          </a:stretch>
        </p:blipFill>
        <p:spPr>
          <a:xfrm>
            <a:off x="-100348" y="0"/>
            <a:ext cx="1540500" cy="866528"/>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gtEl>
                                        <p:attrNameLst>
                                          <p:attrName>style.visibility</p:attrName>
                                        </p:attrNameLst>
                                      </p:cBhvr>
                                      <p:to>
                                        <p:strVal val="visible"/>
                                      </p:to>
                                    </p:set>
                                    <p:animEffect filter="fade" transition="in">
                                      <p:cBhvr>
                                        <p:cTn dur="1000"/>
                                        <p:tgtEl>
                                          <p:spTgt spid="1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g3ea281de57b_0_1594"/>
          <p:cNvSpPr txBox="1"/>
          <p:nvPr>
            <p:ph type="title"/>
          </p:nvPr>
        </p:nvSpPr>
        <p:spPr>
          <a:xfrm>
            <a:off x="459000" y="73800"/>
            <a:ext cx="6600600" cy="81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296" name="Google Shape;1296;g3ea281de57b_0_1594" title="Screenshot 2026-06-08 at 2.27.18 PM.png"/>
          <p:cNvPicPr preferRelativeResize="0"/>
          <p:nvPr/>
        </p:nvPicPr>
        <p:blipFill>
          <a:blip r:embed="rId3">
            <a:alphaModFix/>
          </a:blip>
          <a:stretch>
            <a:fillRect/>
          </a:stretch>
        </p:blipFill>
        <p:spPr>
          <a:xfrm>
            <a:off x="150425" y="0"/>
            <a:ext cx="7966524" cy="4887024"/>
          </a:xfrm>
          <a:prstGeom prst="rect">
            <a:avLst/>
          </a:prstGeom>
          <a:noFill/>
          <a:ln>
            <a:noFill/>
          </a:ln>
        </p:spPr>
      </p:pic>
      <p:sp>
        <p:nvSpPr>
          <p:cNvPr id="1297" name="Google Shape;1297;g3ea281de57b_0_1594"/>
          <p:cNvSpPr/>
          <p:nvPr/>
        </p:nvSpPr>
        <p:spPr>
          <a:xfrm>
            <a:off x="224225" y="3240100"/>
            <a:ext cx="7818900" cy="712200"/>
          </a:xfrm>
          <a:prstGeom prst="rect">
            <a:avLst/>
          </a:prstGeom>
          <a:noFill/>
          <a:ln cap="flat" cmpd="sng" w="38100">
            <a:solidFill>
              <a:srgbClr val="FFAC3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Puck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