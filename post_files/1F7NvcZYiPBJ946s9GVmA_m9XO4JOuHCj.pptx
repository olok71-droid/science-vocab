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9144000" cx="6858000"/>
  <p:notesSz cx="6858000" cy="9144000"/>
  <p:embeddedFontLst>
    <p:embeddedFont>
      <p:font typeface="Poppins"/>
      <p:regular r:id="rId9"/>
      <p:bold r:id="rId10"/>
      <p:italic r:id="rId11"/>
      <p:boldItalic r:id="rId12"/>
    </p:embeddedFont>
    <p:embeddedFont>
      <p:font typeface="Edu TAS Beginner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1B4139-8D9A-44CD-8B52-0DA8B70F88B8}">
  <a:tblStyle styleId="{5E1B4139-8D9A-44CD-8B52-0DA8B70F88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3" Type="http://schemas.openxmlformats.org/officeDocument/2006/relationships/font" Target="fonts/EduTASBeginner-regular.fntdata"/><Relationship Id="rId12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Poppins-regular.fntdata"/><Relationship Id="rId14" Type="http://schemas.openxmlformats.org/officeDocument/2006/relationships/font" Target="fonts/EduTASBeginn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34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9f4f0a811ee5de3_0_0:notes"/>
          <p:cNvSpPr/>
          <p:nvPr>
            <p:ph idx="2" type="sldImg"/>
          </p:nvPr>
        </p:nvSpPr>
        <p:spPr>
          <a:xfrm>
            <a:off x="2143434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9f4f0a811ee5d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9f4f0a811ee5de3_0_14:notes"/>
          <p:cNvSpPr/>
          <p:nvPr>
            <p:ph idx="2" type="sldImg"/>
          </p:nvPr>
        </p:nvSpPr>
        <p:spPr>
          <a:xfrm>
            <a:off x="2143434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29f4f0a811ee5de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33781" y="1323689"/>
            <a:ext cx="63906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3775" y="5038444"/>
            <a:ext cx="63906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33775" y="3823733"/>
            <a:ext cx="63906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33775" y="791156"/>
            <a:ext cx="6390600" cy="10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33775" y="2048844"/>
            <a:ext cx="63906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33775" y="791156"/>
            <a:ext cx="6390600" cy="10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33775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624300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33775" y="791156"/>
            <a:ext cx="6390600" cy="10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33775" y="987733"/>
            <a:ext cx="2106000" cy="13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33775" y="2470400"/>
            <a:ext cx="2106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67688" y="800267"/>
            <a:ext cx="4775700" cy="72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222"/>
            <a:ext cx="3429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9125" y="2192311"/>
            <a:ext cx="30339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9125" y="4983244"/>
            <a:ext cx="30339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704625" y="1287244"/>
            <a:ext cx="28779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33775" y="7521022"/>
            <a:ext cx="4499100" cy="10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33775" y="1966444"/>
            <a:ext cx="63906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33775" y="5603956"/>
            <a:ext cx="63906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3775" y="791156"/>
            <a:ext cx="639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3775" y="2048844"/>
            <a:ext cx="639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5625" y="180200"/>
            <a:ext cx="6703800" cy="878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24290" l="0" r="0" t="17179"/>
          <a:stretch/>
        </p:blipFill>
        <p:spPr>
          <a:xfrm>
            <a:off x="5865300" y="8771073"/>
            <a:ext cx="846225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333950" y="303804"/>
            <a:ext cx="4167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Edu TAS Beginner"/>
                <a:ea typeface="Edu TAS Beginner"/>
                <a:cs typeface="Edu TAS Beginner"/>
                <a:sym typeface="Edu TAS Beginner"/>
              </a:rPr>
              <a:t>The Long Fuse - Europe in 1914</a:t>
            </a:r>
            <a:endParaRPr b="1" u="sng">
              <a:solidFill>
                <a:srgbClr val="000000"/>
              </a:solidFill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pic>
        <p:nvPicPr>
          <p:cNvPr id="57" name="Google Shape;57;p13" title="Screenshot 2025-08-26 at 7.57.2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5526" y="309869"/>
            <a:ext cx="425999" cy="41916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52519" y="723075"/>
            <a:ext cx="6482400" cy="4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1. Before World War I, European leaders thought a country needed 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________________________________________________________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2. The two European countries that already had big empires in the 1800s were 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________________________________________________________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3. At its biggest size, the British Empire controlled _______________________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4. Two countries that were ruled or influenced by the British Empire were 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________________________________________________________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5. Italy and Germany became united countries in the 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6. The continent that European powers competed over because it had many resources was ______________________________________________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7. Between 1870 and 1914, European countries increased their military spending by ________________________________________________________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8. The part of Africa that Germany took, even though it was not very valuable, was ________________________________________________________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9. Germany and France argued over Morocco in the years 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10. The arguments over colonies between European countries before World War I ________________________________________________________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76250" y="6803752"/>
            <a:ext cx="6482400" cy="206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________________________________________________________________________________________________________________________________________________________________________</a:t>
            </a:r>
            <a:r>
              <a:rPr lang="en" sz="12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_________________________________________________________________________________________________________________________________________________________________________________________________________________________________________________________</a:t>
            </a: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</a:t>
            </a:r>
            <a:endParaRPr b="1" sz="12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975" y="5446875"/>
            <a:ext cx="468000" cy="588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ans Hall, Cal Football Stats &amp; Analysis: Introducing the Nando's Heat  Scale" id="61" name="Google Shape;61;p13"/>
          <p:cNvPicPr preferRelativeResize="0"/>
          <p:nvPr/>
        </p:nvPicPr>
        <p:blipFill rotWithShape="1">
          <a:blip r:embed="rId6">
            <a:alphaModFix/>
          </a:blip>
          <a:srcRect b="12110" l="17922" r="15103" t="12815"/>
          <a:stretch/>
        </p:blipFill>
        <p:spPr>
          <a:xfrm>
            <a:off x="227925" y="6125313"/>
            <a:ext cx="468000" cy="5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762825" y="5489538"/>
            <a:ext cx="5948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did competition for colonies increase the chances of war in Europe before 1914?</a:t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695925" y="6235163"/>
            <a:ext cx="594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oppins"/>
                <a:ea typeface="Poppins"/>
                <a:cs typeface="Poppins"/>
                <a:sym typeface="Poppins"/>
              </a:rPr>
              <a:t>Why did European countries want to fight over colonies?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5278" y="5977321"/>
            <a:ext cx="566268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267150" y="123025"/>
            <a:ext cx="63237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Edu TAS Beginner"/>
                <a:ea typeface="Edu TAS Beginner"/>
                <a:cs typeface="Edu TAS Beginner"/>
                <a:sym typeface="Edu TAS Beginner"/>
              </a:rPr>
              <a:t>Why did European countries want an empire?</a:t>
            </a:r>
            <a:endParaRPr b="1" u="sng">
              <a:solidFill>
                <a:srgbClr val="000000"/>
              </a:solidFill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graphicFrame>
        <p:nvGraphicFramePr>
          <p:cNvPr id="70" name="Google Shape;70;p14"/>
          <p:cNvGraphicFramePr/>
          <p:nvPr/>
        </p:nvGraphicFramePr>
        <p:xfrm>
          <a:off x="267150" y="52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{5E1B4139-8D9A-44CD-8B52-0DA8B70F88B8}</a:tableStyleId>
              </a:tblPr>
              <a:tblGrid>
                <a:gridCol w="2107900"/>
                <a:gridCol w="2107900"/>
                <a:gridCol w="2107900"/>
              </a:tblGrid>
              <a:tr h="1024150">
                <a:tc>
                  <a:txBody>
                    <a:bodyPr/>
                    <a:lstStyle/>
                    <a:p>
                      <a:pPr indent="0" lvl="0" marL="228600" marR="223045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223045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Raw materials from colonies, such as gold, diamonds, and cotton, supported European industries.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223045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117596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Colonies provided harbours where navies could dock, refuel, and control sea routes.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1143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219075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European powers competed for land, especially in Africa, to block rivals from gaining strength.</a:t>
                      </a:r>
                      <a:endParaRPr sz="1200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24150">
                <a:tc>
                  <a:txBody>
                    <a:bodyPr/>
                    <a:lstStyle/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Colonies gave empires more people to rule over, adding to their global influence.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30795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223045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Colonies were only allowed to trade with their European power, limiting their choices.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223045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Colonial populations could be recruited as soldiers for European armies.</a:t>
                      </a:r>
                      <a:endParaRPr sz="1200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24150">
                <a:tc>
                  <a:txBody>
                    <a:bodyPr/>
                    <a:lstStyle/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Military bases overseas allowed empires to defend their territories and attack rivals.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21795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223045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Controlling trade and land made European powers appear richer and stronger than others.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08274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European powers made huge profits by selling factory goods back to the same colonies.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2857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650" y="485477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267150" y="4854775"/>
            <a:ext cx="63237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Edu TAS Beginner"/>
                <a:ea typeface="Edu TAS Beginner"/>
                <a:cs typeface="Edu TAS Beginner"/>
                <a:sym typeface="Edu TAS Beginner"/>
              </a:rPr>
              <a:t>Why did European countries want an empire?</a:t>
            </a:r>
            <a:endParaRPr b="1" u="sng">
              <a:solidFill>
                <a:srgbClr val="000000"/>
              </a:solidFill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graphicFrame>
        <p:nvGraphicFramePr>
          <p:cNvPr id="73" name="Google Shape;73;p14"/>
          <p:cNvGraphicFramePr/>
          <p:nvPr/>
        </p:nvGraphicFramePr>
        <p:xfrm>
          <a:off x="267150" y="525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{5E1B4139-8D9A-44CD-8B52-0DA8B70F88B8}</a:tableStyleId>
              </a:tblPr>
              <a:tblGrid>
                <a:gridCol w="2107900"/>
                <a:gridCol w="2107900"/>
                <a:gridCol w="2107900"/>
              </a:tblGrid>
              <a:tr h="1024150">
                <a:tc>
                  <a:txBody>
                    <a:bodyPr/>
                    <a:lstStyle/>
                    <a:p>
                      <a:pPr indent="0" lvl="0" marL="228600" marR="254536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254536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Raw materials from colonies, like gold, diamonds, and cotton, helped European factories.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254536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244432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244432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Colonies gave safe harbours for european navies to stop and refuel.</a:t>
                      </a:r>
                      <a:endParaRPr sz="1200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244432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197386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European powers fought for land, especially in africa, to stop rivals becoming too strong.</a:t>
                      </a:r>
                      <a:endParaRPr sz="1200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24150">
                <a:tc>
                  <a:txBody>
                    <a:bodyPr/>
                    <a:lstStyle/>
                    <a:p>
                      <a:pPr indent="0" lvl="0" marL="28575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8575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Empires ruled over millions of people, which made them seem more important.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8575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30795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244432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244432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Colonies could only buy and sell with their own european power.</a:t>
                      </a:r>
                      <a:endParaRPr sz="1200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244432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85750" marR="197386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People from colonies could be used as soldiers in european armies.</a:t>
                      </a:r>
                      <a:endParaRPr sz="1200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24150">
                <a:tc>
                  <a:txBody>
                    <a:bodyPr/>
                    <a:lstStyle/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Military bases abroad helped europe protect its colonies and fight enemies.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25080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1450" marR="244432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Owning more colonies gave europe more control and made countries look powerful.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marR="197386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228600" marR="197386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Europe made money by selling finished goods back to the same colonies.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197386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